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6abf50685749b7" /><Relationship Type="http://schemas.openxmlformats.org/officeDocument/2006/relationships/extended-properties" Target="/docProps/app.xml" Id="R8fd4c825e4ef47fb" /><Relationship Type="http://schemas.openxmlformats.org/officeDocument/2006/relationships/officeDocument" Target="/ppt/presentation.xml" Id="Rbe11f95b2df942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559235d63843fc"/>
  </p:sldMasterIdLst>
  <p:notesMasterIdLst>
    <p:notesMasterId xmlns:r="http://schemas.openxmlformats.org/officeDocument/2006/relationships" r:id="Rca1f35353c504535"/>
  </p:notesMasterIdLst>
  <p:sldIdLst>
    <p:sldId xmlns:r="http://schemas.openxmlformats.org/officeDocument/2006/relationships" id="256" r:id="Rd473cbffd1a14150"/>
  </p:sldIdLst>
  <p:sldSz cx="18288000" cy="10972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33ebdf62d14073" /><Relationship Type="http://schemas.openxmlformats.org/officeDocument/2006/relationships/slideMaster" Target="/ppt/slideMasters/slideMaster1.xml" Id="R64559235d63843fc" /><Relationship Type="http://schemas.openxmlformats.org/officeDocument/2006/relationships/notesMaster" Target="/ppt/notesMasters/notesMaster1.xml" Id="Rca1f35353c504535" /><Relationship Type="http://schemas.openxmlformats.org/officeDocument/2006/relationships/presProps" Target="/ppt/presProps.xml" Id="R88bf4c23ffca47ce" /><Relationship Type="http://schemas.openxmlformats.org/officeDocument/2006/relationships/tableStyles" Target="/ppt/tableStyles.xml" Id="R332700b7e7b0443a" /><Relationship Type="http://schemas.openxmlformats.org/officeDocument/2006/relationships/slide" Target="/ppt/slides/slide1.xml" Id="Rd473cbffd1a141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98879a695a4a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844997876e4383" /><Relationship Type="http://schemas.openxmlformats.org/officeDocument/2006/relationships/notesMaster" Target="/ppt/notesMasters/notesMaster1.xml" Id="Rb3a4894797f649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Synthetic-data demonstration of the v32 analysis workflow. These are not trial results. See README and the corresponding notebook for estimators, denominators and inference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17d8d126b426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985fdf65f045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df3ff85b3447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177f1f3be94d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d91889b23446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b2cb0443c4f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0A5016-2E55-477D-AE9B-3A4EC37E8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145280"/>
            <a:ext cx="14630400" cy="158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BE196E-D6BA-43D8-A14F-1EDBABCEDF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6035040"/>
            <a:ext cx="12801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80E3EE-2606-49DF-8518-7181D81CFC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572000"/>
            <a:ext cx="14630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5DB8D6-D64D-418E-9236-BA0E36DD12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53440"/>
            <a:ext cx="16230600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AA61D29-0482-4A99-A077-6894DEDB0A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3048000"/>
            <a:ext cx="16230600" cy="682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4E05F8-2609-43C4-AE3B-CF3A4BB23E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53440"/>
            <a:ext cx="16230600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549C9B-8C95-4296-98E3-E4B845E1C1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3048000"/>
            <a:ext cx="7543800" cy="682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EC97A08-F53E-4BF0-99A7-77B1D2500A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3048000"/>
            <a:ext cx="7543800" cy="682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B5CB0B-17D4-453D-9CA1-F3C4D00F75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53440"/>
            <a:ext cx="16230600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01AC30-858B-4634-A4D3-630DBD2286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3048000"/>
            <a:ext cx="7543800" cy="682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2dc3ae3cb54ae9" /><Relationship Type="http://schemas.openxmlformats.org/officeDocument/2006/relationships/slideLayout" Target="/ppt/slideLayouts/slideLayout1.xml" Id="R9c8fb641147d413a" /><Relationship Type="http://schemas.openxmlformats.org/officeDocument/2006/relationships/slideLayout" Target="/ppt/slideLayouts/slideLayout2.xml" Id="R060755b34dce4157" /><Relationship Type="http://schemas.openxmlformats.org/officeDocument/2006/relationships/slideLayout" Target="/ppt/slideLayouts/slideLayout3.xml" Id="R289f2ffd385e4452" /><Relationship Type="http://schemas.openxmlformats.org/officeDocument/2006/relationships/slideLayout" Target="/ppt/slideLayouts/slideLayout4.xml" Id="R0d281b0956f2416f" /><Relationship Type="http://schemas.openxmlformats.org/officeDocument/2006/relationships/slideLayout" Target="/ppt/slideLayouts/slideLayout5.xml" Id="Rbe0ac3d869ed4653" /><Relationship Type="http://schemas.openxmlformats.org/officeDocument/2006/relationships/slideLayout" Target="/ppt/slideLayouts/slideLayout6.xml" Id="Rba8ba7675ef845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8fb641147d413a"/>
    <p:sldLayoutId xmlns:r="http://schemas.openxmlformats.org/officeDocument/2006/relationships" id="2147483650" r:id="R060755b34dce4157"/>
    <p:sldLayoutId xmlns:r="http://schemas.openxmlformats.org/officeDocument/2006/relationships" id="2147483651" r:id="R289f2ffd385e4452"/>
    <p:sldLayoutId xmlns:r="http://schemas.openxmlformats.org/officeDocument/2006/relationships" id="2147483652" r:id="R0d281b0956f2416f"/>
    <p:sldLayoutId xmlns:r="http://schemas.openxmlformats.org/officeDocument/2006/relationships" id="2147483653" r:id="Rbe0ac3d869ed4653"/>
    <p:sldLayoutId xmlns:r="http://schemas.openxmlformats.org/officeDocument/2006/relationships" id="2147483654" r:id="Rba8ba7675ef845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bb4c7ef0e34f3c" /><Relationship Type="http://schemas.openxmlformats.org/officeDocument/2006/relationships/notesSlide" Target="/ppt/notesSlides/notesSlide1.xml" Id="R78a0b325d16445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4" name="Vector 1">
            <a:extLst xmlns:a="http://schemas.openxmlformats.org/drawingml/2006/main">
              <a:ext uri="{FF2B5EF4-FFF2-40B4-BE49-F238E27FC236}">
                <a16:creationId xmlns:a16="http://schemas.microsoft.com/office/drawing/2014/main" id="{373E27F1-9B21-48EE-AC2D-F16629BA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972800"/>
          </a:xfrm>
          <a:custGeom xmlns:a="http://schemas.openxmlformats.org/drawingml/2006/main">
            <a:pathLst>
              <a:path w="18288000" h="10972800">
                <a:moveTo>
                  <a:pt x="0" y="10972800"/>
                </a:moveTo>
                <a:lnTo>
                  <a:pt x="18288000" y="10972800"/>
                </a:lnTo>
                <a:lnTo>
                  <a:pt x="182880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" name="Vector 2">
            <a:extLst xmlns:a="http://schemas.openxmlformats.org/drawingml/2006/main">
              <a:ext uri="{FF2B5EF4-FFF2-40B4-BE49-F238E27FC236}">
                <a16:creationId xmlns:a16="http://schemas.microsoft.com/office/drawing/2014/main" id="{49E08BDC-BB7E-4644-AD20-CAE152D0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980968"/>
            <a:ext cx="6437376" cy="3928811"/>
          </a:xfrm>
          <a:custGeom xmlns:a="http://schemas.openxmlformats.org/drawingml/2006/main">
            <a:pathLst>
              <a:path w="6437376" h="3928811">
                <a:moveTo>
                  <a:pt x="0" y="3928811"/>
                </a:moveTo>
                <a:lnTo>
                  <a:pt x="6437376" y="3928811"/>
                </a:lnTo>
                <a:lnTo>
                  <a:pt x="64373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" name="Vector 3">
            <a:extLst xmlns:a="http://schemas.openxmlformats.org/drawingml/2006/main">
              <a:ext uri="{FF2B5EF4-FFF2-40B4-BE49-F238E27FC236}">
                <a16:creationId xmlns:a16="http://schemas.microsoft.com/office/drawing/2014/main" id="{CB17AF68-8DB4-4483-BF41-49D4B37B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3951533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4" name="Vector 4">
            <a:extLst xmlns:a="http://schemas.openxmlformats.org/drawingml/2006/main">
              <a:ext uri="{FF2B5EF4-FFF2-40B4-BE49-F238E27FC236}">
                <a16:creationId xmlns:a16="http://schemas.microsoft.com/office/drawing/2014/main" id="{B6D19BCA-595F-41E6-9876-B1A69227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2993286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5" name="Vector 5">
            <a:extLst xmlns:a="http://schemas.openxmlformats.org/drawingml/2006/main">
              <a:ext uri="{FF2B5EF4-FFF2-40B4-BE49-F238E27FC236}">
                <a16:creationId xmlns:a16="http://schemas.microsoft.com/office/drawing/2014/main" id="{A0FE6400-5F00-4C88-BA5A-25B613AF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2035040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6" name="Vector 6">
            <a:extLst xmlns:a="http://schemas.openxmlformats.org/drawingml/2006/main">
              <a:ext uri="{FF2B5EF4-FFF2-40B4-BE49-F238E27FC236}">
                <a16:creationId xmlns:a16="http://schemas.microsoft.com/office/drawing/2014/main" id="{1573F73C-30C1-4066-9446-3912E826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1076793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7" name="m7d19b1f22e 7">
            <a:extLst xmlns:a="http://schemas.openxmlformats.org/drawingml/2006/main">
              <a:ext uri="{FF2B5EF4-FFF2-40B4-BE49-F238E27FC236}">
                <a16:creationId xmlns:a16="http://schemas.microsoft.com/office/drawing/2014/main" id="{439ADE0E-40C7-4E95-A3FC-DA4EF139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" name="Text 8: 0">
            <a:extLst xmlns:a="http://schemas.openxmlformats.org/drawingml/2006/main">
              <a:ext uri="{FF2B5EF4-FFF2-40B4-BE49-F238E27FC236}">
                <a16:creationId xmlns:a16="http://schemas.microsoft.com/office/drawing/2014/main" id="{0ACD0121-2B67-467A-835F-EA5652FF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9327" y="4981259"/>
            <a:ext cx="103073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m7d19b1f22e 9">
            <a:extLst xmlns:a="http://schemas.openxmlformats.org/drawingml/2006/main">
              <a:ext uri="{FF2B5EF4-FFF2-40B4-BE49-F238E27FC236}">
                <a16:creationId xmlns:a16="http://schemas.microsoft.com/office/drawing/2014/main" id="{E3EF81CC-CFCA-421E-8E7C-5BEFE963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" name="Text 10: 12">
            <a:extLst xmlns:a="http://schemas.openxmlformats.org/drawingml/2006/main">
              <a:ext uri="{FF2B5EF4-FFF2-40B4-BE49-F238E27FC236}">
                <a16:creationId xmlns:a16="http://schemas.microsoft.com/office/drawing/2014/main" id="{EFF7A3B2-03DA-4F13-B499-8E67536E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9835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1" name="m7d19b1f22e 11">
            <a:extLst xmlns:a="http://schemas.openxmlformats.org/drawingml/2006/main">
              <a:ext uri="{FF2B5EF4-FFF2-40B4-BE49-F238E27FC236}">
                <a16:creationId xmlns:a16="http://schemas.microsoft.com/office/drawing/2014/main" id="{ED7FA9E6-0D20-41DB-8812-E4F03B1E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2" name="Text 12: 24">
            <a:extLst xmlns:a="http://schemas.openxmlformats.org/drawingml/2006/main">
              <a:ext uri="{FF2B5EF4-FFF2-40B4-BE49-F238E27FC236}">
                <a16:creationId xmlns:a16="http://schemas.microsoft.com/office/drawing/2014/main" id="{598CBDBD-2A22-4EDE-9241-78C3BBE4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9179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3" name="m7d19b1f22e 13">
            <a:extLst xmlns:a="http://schemas.openxmlformats.org/drawingml/2006/main">
              <a:ext uri="{FF2B5EF4-FFF2-40B4-BE49-F238E27FC236}">
                <a16:creationId xmlns:a16="http://schemas.microsoft.com/office/drawing/2014/main" id="{36DEA7A2-CF89-4E48-B151-E9481A32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" name="Text 14: 36">
            <a:extLst xmlns:a="http://schemas.openxmlformats.org/drawingml/2006/main">
              <a:ext uri="{FF2B5EF4-FFF2-40B4-BE49-F238E27FC236}">
                <a16:creationId xmlns:a16="http://schemas.microsoft.com/office/drawing/2014/main" id="{0817040B-2351-43B2-A5A9-DD1E4A72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8523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15" name="m7d19b1f22e 15">
            <a:extLst xmlns:a="http://schemas.openxmlformats.org/drawingml/2006/main">
              <a:ext uri="{FF2B5EF4-FFF2-40B4-BE49-F238E27FC236}">
                <a16:creationId xmlns:a16="http://schemas.microsoft.com/office/drawing/2014/main" id="{ED9E7C19-2D9E-467B-B20C-2EBA9E44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6" name="Text 16: 48">
            <a:extLst xmlns:a="http://schemas.openxmlformats.org/drawingml/2006/main">
              <a:ext uri="{FF2B5EF4-FFF2-40B4-BE49-F238E27FC236}">
                <a16:creationId xmlns:a16="http://schemas.microsoft.com/office/drawing/2014/main" id="{D1F552E6-FBF1-44C8-AD5A-7AAF7411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7867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17" name="Text 17: Time (months)">
            <a:extLst xmlns:a="http://schemas.openxmlformats.org/drawingml/2006/main">
              <a:ext uri="{FF2B5EF4-FFF2-40B4-BE49-F238E27FC236}">
                <a16:creationId xmlns:a16="http://schemas.microsoft.com/office/drawing/2014/main" id="{75FC1F91-A28D-456A-A845-D064A511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4865" y="5251840"/>
            <a:ext cx="1089374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(months)</a:t>
            </a:r>
          </a:p>
        </p:txBody>
      </p:sp>
      <p:sp>
        <p:nvSpPr>
          <p:cNvPr id="18" name="mc4b6c1b827 18">
            <a:extLst xmlns:a="http://schemas.openxmlformats.org/drawingml/2006/main">
              <a:ext uri="{FF2B5EF4-FFF2-40B4-BE49-F238E27FC236}">
                <a16:creationId xmlns:a16="http://schemas.microsoft.com/office/drawing/2014/main" id="{B8163B26-1661-4E43-ADF8-6B5DF332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064" y="4909779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9" name="Text 19: 0.00">
            <a:extLst xmlns:a="http://schemas.openxmlformats.org/drawingml/2006/main">
              <a:ext uri="{FF2B5EF4-FFF2-40B4-BE49-F238E27FC236}">
                <a16:creationId xmlns:a16="http://schemas.microsoft.com/office/drawing/2014/main" id="{549902D4-D92F-401A-A296-E51902EF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8358" y="4832933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20" name="mc4b6c1b827 20">
            <a:extLst xmlns:a="http://schemas.openxmlformats.org/drawingml/2006/main">
              <a:ext uri="{FF2B5EF4-FFF2-40B4-BE49-F238E27FC236}">
                <a16:creationId xmlns:a16="http://schemas.microsoft.com/office/drawing/2014/main" id="{1DAABAF8-BD02-42A9-8100-FE41188D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064" y="3951533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1" name="Text 21: 0.25">
            <a:extLst xmlns:a="http://schemas.openxmlformats.org/drawingml/2006/main">
              <a:ext uri="{FF2B5EF4-FFF2-40B4-BE49-F238E27FC236}">
                <a16:creationId xmlns:a16="http://schemas.microsoft.com/office/drawing/2014/main" id="{11B4EE26-1DB4-46F9-B6EC-D6F61445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8358" y="3874687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22" name="mc4b6c1b827 22">
            <a:extLst xmlns:a="http://schemas.openxmlformats.org/drawingml/2006/main">
              <a:ext uri="{FF2B5EF4-FFF2-40B4-BE49-F238E27FC236}">
                <a16:creationId xmlns:a16="http://schemas.microsoft.com/office/drawing/2014/main" id="{398E2E71-C7DF-4BC3-B1A6-2A5CBB72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064" y="2993286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3" name="Text 23: 0.50">
            <a:extLst xmlns:a="http://schemas.openxmlformats.org/drawingml/2006/main">
              <a:ext uri="{FF2B5EF4-FFF2-40B4-BE49-F238E27FC236}">
                <a16:creationId xmlns:a16="http://schemas.microsoft.com/office/drawing/2014/main" id="{706A19A3-EC1F-4220-B9BD-D8BD0BB3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8358" y="2916440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0.50</a:t>
            </a:r>
          </a:p>
        </p:txBody>
      </p:sp>
      <p:sp>
        <p:nvSpPr>
          <p:cNvPr id="24" name="mc4b6c1b827 24">
            <a:extLst xmlns:a="http://schemas.openxmlformats.org/drawingml/2006/main">
              <a:ext uri="{FF2B5EF4-FFF2-40B4-BE49-F238E27FC236}">
                <a16:creationId xmlns:a16="http://schemas.microsoft.com/office/drawing/2014/main" id="{58137959-AB15-42A5-A5BC-84766071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064" y="2035040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5" name="Text 25: 0.75">
            <a:extLst xmlns:a="http://schemas.openxmlformats.org/drawingml/2006/main">
              <a:ext uri="{FF2B5EF4-FFF2-40B4-BE49-F238E27FC236}">
                <a16:creationId xmlns:a16="http://schemas.microsoft.com/office/drawing/2014/main" id="{AE0DC1EE-9DE3-41F0-A238-3FFEFAA9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8358" y="1958194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0.75</a:t>
            </a:r>
          </a:p>
        </p:txBody>
      </p:sp>
      <p:sp>
        <p:nvSpPr>
          <p:cNvPr id="26" name="mc4b6c1b827 26">
            <a:extLst xmlns:a="http://schemas.openxmlformats.org/drawingml/2006/main">
              <a:ext uri="{FF2B5EF4-FFF2-40B4-BE49-F238E27FC236}">
                <a16:creationId xmlns:a16="http://schemas.microsoft.com/office/drawing/2014/main" id="{0FA74136-9765-463B-93DD-4516F81D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064" y="1076793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" name="Text 27: 1.00">
            <a:extLst xmlns:a="http://schemas.openxmlformats.org/drawingml/2006/main">
              <a:ext uri="{FF2B5EF4-FFF2-40B4-BE49-F238E27FC236}">
                <a16:creationId xmlns:a16="http://schemas.microsoft.com/office/drawing/2014/main" id="{196C9160-61E0-4C74-AD8A-8D8B47EA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8358" y="999947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28" name="Text 28: PFS probability">
            <a:extLst xmlns:a="http://schemas.openxmlformats.org/drawingml/2006/main">
              <a:ext uri="{FF2B5EF4-FFF2-40B4-BE49-F238E27FC236}">
                <a16:creationId xmlns:a16="http://schemas.microsoft.com/office/drawing/2014/main" id="{D687403D-5799-433F-85B9-66284CD3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154611" y="2838059"/>
            <a:ext cx="1144778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PFS probability</a:t>
            </a:r>
          </a:p>
        </p:txBody>
      </p:sp>
      <p:sp>
        <p:nvSpPr>
          <p:cNvPr id="29" name="Vector 29">
            <a:extLst xmlns:a="http://schemas.openxmlformats.org/drawingml/2006/main">
              <a:ext uri="{FF2B5EF4-FFF2-40B4-BE49-F238E27FC236}">
                <a16:creationId xmlns:a16="http://schemas.microsoft.com/office/drawing/2014/main" id="{F9F1A895-A86D-4B54-8695-A4B77532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1076793"/>
            <a:ext cx="6437376" cy="3676682"/>
          </a:xfrm>
          <a:custGeom xmlns:a="http://schemas.openxmlformats.org/drawingml/2006/main">
            <a:pathLst>
              <a:path w="6437376" h="3676682">
                <a:moveTo>
                  <a:pt x="0" y="0"/>
                </a:moveTo>
                <a:lnTo>
                  <a:pt x="6706" y="0"/>
                </a:lnTo>
                <a:lnTo>
                  <a:pt x="6706" y="37950"/>
                </a:lnTo>
                <a:lnTo>
                  <a:pt x="18654" y="37950"/>
                </a:lnTo>
                <a:lnTo>
                  <a:pt x="18654" y="75901"/>
                </a:lnTo>
                <a:lnTo>
                  <a:pt x="32587" y="75901"/>
                </a:lnTo>
                <a:lnTo>
                  <a:pt x="32587" y="113851"/>
                </a:lnTo>
                <a:lnTo>
                  <a:pt x="57489" y="113851"/>
                </a:lnTo>
                <a:lnTo>
                  <a:pt x="57489" y="151801"/>
                </a:lnTo>
                <a:lnTo>
                  <a:pt x="82267" y="151801"/>
                </a:lnTo>
                <a:lnTo>
                  <a:pt x="82267" y="189752"/>
                </a:lnTo>
                <a:lnTo>
                  <a:pt x="131810" y="189752"/>
                </a:lnTo>
                <a:lnTo>
                  <a:pt x="131810" y="227702"/>
                </a:lnTo>
                <a:lnTo>
                  <a:pt x="137436" y="227702"/>
                </a:lnTo>
                <a:lnTo>
                  <a:pt x="137436" y="265653"/>
                </a:lnTo>
                <a:lnTo>
                  <a:pt x="143400" y="265653"/>
                </a:lnTo>
                <a:lnTo>
                  <a:pt x="143400" y="303603"/>
                </a:lnTo>
                <a:lnTo>
                  <a:pt x="163069" y="303603"/>
                </a:lnTo>
                <a:lnTo>
                  <a:pt x="163069" y="341553"/>
                </a:lnTo>
                <a:lnTo>
                  <a:pt x="165688" y="341553"/>
                </a:lnTo>
                <a:lnTo>
                  <a:pt x="165688" y="379504"/>
                </a:lnTo>
                <a:lnTo>
                  <a:pt x="168763" y="379504"/>
                </a:lnTo>
                <a:lnTo>
                  <a:pt x="168763" y="417454"/>
                </a:lnTo>
                <a:lnTo>
                  <a:pt x="199990" y="417454"/>
                </a:lnTo>
                <a:lnTo>
                  <a:pt x="199990" y="455404"/>
                </a:lnTo>
                <a:lnTo>
                  <a:pt x="285007" y="455404"/>
                </a:lnTo>
                <a:lnTo>
                  <a:pt x="285007" y="493355"/>
                </a:lnTo>
                <a:lnTo>
                  <a:pt x="333990" y="493355"/>
                </a:lnTo>
                <a:lnTo>
                  <a:pt x="333990" y="531305"/>
                </a:lnTo>
                <a:lnTo>
                  <a:pt x="507773" y="531305"/>
                </a:lnTo>
                <a:lnTo>
                  <a:pt x="507773" y="569255"/>
                </a:lnTo>
                <a:lnTo>
                  <a:pt x="526951" y="569255"/>
                </a:lnTo>
                <a:lnTo>
                  <a:pt x="526951" y="607206"/>
                </a:lnTo>
                <a:lnTo>
                  <a:pt x="530175" y="607206"/>
                </a:lnTo>
                <a:lnTo>
                  <a:pt x="530175" y="645156"/>
                </a:lnTo>
                <a:lnTo>
                  <a:pt x="534968" y="645156"/>
                </a:lnTo>
                <a:lnTo>
                  <a:pt x="534968" y="683106"/>
                </a:lnTo>
                <a:lnTo>
                  <a:pt x="554635" y="683106"/>
                </a:lnTo>
                <a:lnTo>
                  <a:pt x="554635" y="721057"/>
                </a:lnTo>
                <a:lnTo>
                  <a:pt x="611338" y="721057"/>
                </a:lnTo>
                <a:lnTo>
                  <a:pt x="611338" y="759007"/>
                </a:lnTo>
                <a:lnTo>
                  <a:pt x="650497" y="759007"/>
                </a:lnTo>
                <a:lnTo>
                  <a:pt x="650497" y="796958"/>
                </a:lnTo>
                <a:lnTo>
                  <a:pt x="657445" y="796958"/>
                </a:lnTo>
                <a:lnTo>
                  <a:pt x="657445" y="834908"/>
                </a:lnTo>
                <a:lnTo>
                  <a:pt x="680788" y="834908"/>
                </a:lnTo>
                <a:lnTo>
                  <a:pt x="681998" y="910809"/>
                </a:lnTo>
                <a:lnTo>
                  <a:pt x="715853" y="910809"/>
                </a:lnTo>
                <a:lnTo>
                  <a:pt x="715853" y="948759"/>
                </a:lnTo>
                <a:lnTo>
                  <a:pt x="739448" y="948759"/>
                </a:lnTo>
                <a:lnTo>
                  <a:pt x="739448" y="986709"/>
                </a:lnTo>
                <a:lnTo>
                  <a:pt x="756163" y="986709"/>
                </a:lnTo>
                <a:lnTo>
                  <a:pt x="756163" y="1024660"/>
                </a:lnTo>
                <a:lnTo>
                  <a:pt x="759007" y="1024660"/>
                </a:lnTo>
                <a:lnTo>
                  <a:pt x="759007" y="1062610"/>
                </a:lnTo>
                <a:lnTo>
                  <a:pt x="765955" y="1062610"/>
                </a:lnTo>
                <a:lnTo>
                  <a:pt x="765955" y="1100560"/>
                </a:lnTo>
                <a:lnTo>
                  <a:pt x="767651" y="1100560"/>
                </a:lnTo>
                <a:lnTo>
                  <a:pt x="767651" y="1138511"/>
                </a:lnTo>
                <a:lnTo>
                  <a:pt x="785298" y="1138511"/>
                </a:lnTo>
                <a:lnTo>
                  <a:pt x="785298" y="1176461"/>
                </a:lnTo>
                <a:lnTo>
                  <a:pt x="802195" y="1176461"/>
                </a:lnTo>
                <a:lnTo>
                  <a:pt x="802195" y="1214412"/>
                </a:lnTo>
                <a:lnTo>
                  <a:pt x="825740" y="1214412"/>
                </a:lnTo>
                <a:lnTo>
                  <a:pt x="825740" y="1252362"/>
                </a:lnTo>
                <a:lnTo>
                  <a:pt x="854344" y="1252362"/>
                </a:lnTo>
                <a:lnTo>
                  <a:pt x="854344" y="1290312"/>
                </a:lnTo>
                <a:lnTo>
                  <a:pt x="859214" y="1290312"/>
                </a:lnTo>
                <a:lnTo>
                  <a:pt x="859214" y="1328263"/>
                </a:lnTo>
                <a:lnTo>
                  <a:pt x="879306" y="1328263"/>
                </a:lnTo>
                <a:lnTo>
                  <a:pt x="879991" y="1404163"/>
                </a:lnTo>
                <a:lnTo>
                  <a:pt x="943778" y="1404163"/>
                </a:lnTo>
                <a:lnTo>
                  <a:pt x="943778" y="1442114"/>
                </a:lnTo>
                <a:lnTo>
                  <a:pt x="951912" y="1442114"/>
                </a:lnTo>
                <a:lnTo>
                  <a:pt x="951912" y="1480064"/>
                </a:lnTo>
                <a:lnTo>
                  <a:pt x="1008836" y="1480064"/>
                </a:lnTo>
                <a:lnTo>
                  <a:pt x="1008836" y="1518014"/>
                </a:lnTo>
                <a:lnTo>
                  <a:pt x="1092352" y="1518014"/>
                </a:lnTo>
                <a:lnTo>
                  <a:pt x="1092352" y="1555965"/>
                </a:lnTo>
                <a:lnTo>
                  <a:pt x="1119439" y="1555965"/>
                </a:lnTo>
                <a:lnTo>
                  <a:pt x="1119439" y="1593915"/>
                </a:lnTo>
                <a:lnTo>
                  <a:pt x="1152203" y="1593915"/>
                </a:lnTo>
                <a:lnTo>
                  <a:pt x="1152203" y="1631865"/>
                </a:lnTo>
                <a:lnTo>
                  <a:pt x="1176149" y="1631865"/>
                </a:lnTo>
                <a:lnTo>
                  <a:pt x="1176149" y="1669816"/>
                </a:lnTo>
                <a:lnTo>
                  <a:pt x="1375433" y="1669816"/>
                </a:lnTo>
                <a:lnTo>
                  <a:pt x="1375433" y="1707766"/>
                </a:lnTo>
                <a:lnTo>
                  <a:pt x="1387052" y="1707766"/>
                </a:lnTo>
                <a:lnTo>
                  <a:pt x="1387052" y="1745717"/>
                </a:lnTo>
                <a:lnTo>
                  <a:pt x="1406750" y="1745717"/>
                </a:lnTo>
                <a:lnTo>
                  <a:pt x="1406750" y="1783667"/>
                </a:lnTo>
                <a:lnTo>
                  <a:pt x="1481752" y="1783667"/>
                </a:lnTo>
                <a:lnTo>
                  <a:pt x="1481752" y="1821617"/>
                </a:lnTo>
                <a:lnTo>
                  <a:pt x="1670031" y="1821617"/>
                </a:lnTo>
                <a:lnTo>
                  <a:pt x="1670031" y="1859568"/>
                </a:lnTo>
                <a:lnTo>
                  <a:pt x="1681394" y="1859568"/>
                </a:lnTo>
                <a:lnTo>
                  <a:pt x="1681394" y="1897518"/>
                </a:lnTo>
                <a:lnTo>
                  <a:pt x="1720743" y="1897518"/>
                </a:lnTo>
                <a:lnTo>
                  <a:pt x="1720743" y="1935468"/>
                </a:lnTo>
                <a:lnTo>
                  <a:pt x="1731495" y="1935468"/>
                </a:lnTo>
                <a:lnTo>
                  <a:pt x="1731495" y="1973419"/>
                </a:lnTo>
                <a:lnTo>
                  <a:pt x="1840467" y="1973419"/>
                </a:lnTo>
                <a:lnTo>
                  <a:pt x="1840467" y="2011369"/>
                </a:lnTo>
                <a:lnTo>
                  <a:pt x="1875277" y="2011369"/>
                </a:lnTo>
                <a:lnTo>
                  <a:pt x="1875277" y="2049319"/>
                </a:lnTo>
                <a:lnTo>
                  <a:pt x="1984042" y="2049319"/>
                </a:lnTo>
                <a:lnTo>
                  <a:pt x="1984042" y="2087270"/>
                </a:lnTo>
                <a:lnTo>
                  <a:pt x="2076192" y="2087270"/>
                </a:lnTo>
                <a:lnTo>
                  <a:pt x="2076192" y="2125220"/>
                </a:lnTo>
                <a:lnTo>
                  <a:pt x="2093102" y="2125220"/>
                </a:lnTo>
                <a:lnTo>
                  <a:pt x="2093102" y="2163171"/>
                </a:lnTo>
                <a:lnTo>
                  <a:pt x="2120727" y="2163171"/>
                </a:lnTo>
                <a:lnTo>
                  <a:pt x="2120727" y="2201121"/>
                </a:lnTo>
                <a:lnTo>
                  <a:pt x="2161034" y="2201121"/>
                </a:lnTo>
                <a:lnTo>
                  <a:pt x="2161034" y="2239071"/>
                </a:lnTo>
                <a:lnTo>
                  <a:pt x="2166457" y="2239071"/>
                </a:lnTo>
                <a:lnTo>
                  <a:pt x="2166704" y="2314972"/>
                </a:lnTo>
                <a:lnTo>
                  <a:pt x="2221176" y="2314972"/>
                </a:lnTo>
                <a:lnTo>
                  <a:pt x="2221176" y="2352922"/>
                </a:lnTo>
                <a:lnTo>
                  <a:pt x="2258064" y="2352922"/>
                </a:lnTo>
                <a:lnTo>
                  <a:pt x="2258064" y="2390873"/>
                </a:lnTo>
                <a:lnTo>
                  <a:pt x="2272871" y="2390873"/>
                </a:lnTo>
                <a:lnTo>
                  <a:pt x="2272871" y="2428823"/>
                </a:lnTo>
                <a:lnTo>
                  <a:pt x="2275373" y="2428823"/>
                </a:lnTo>
                <a:lnTo>
                  <a:pt x="2275482" y="2504724"/>
                </a:lnTo>
                <a:lnTo>
                  <a:pt x="2369663" y="2504724"/>
                </a:lnTo>
                <a:lnTo>
                  <a:pt x="2369663" y="2542674"/>
                </a:lnTo>
                <a:lnTo>
                  <a:pt x="2500984" y="2542674"/>
                </a:lnTo>
                <a:lnTo>
                  <a:pt x="2500984" y="2580624"/>
                </a:lnTo>
                <a:lnTo>
                  <a:pt x="2512416" y="2580624"/>
                </a:lnTo>
                <a:lnTo>
                  <a:pt x="2512416" y="2618575"/>
                </a:lnTo>
                <a:lnTo>
                  <a:pt x="2535375" y="2618575"/>
                </a:lnTo>
                <a:lnTo>
                  <a:pt x="2535375" y="2656525"/>
                </a:lnTo>
                <a:lnTo>
                  <a:pt x="2546918" y="2656525"/>
                </a:lnTo>
                <a:lnTo>
                  <a:pt x="2546918" y="2694476"/>
                </a:lnTo>
                <a:lnTo>
                  <a:pt x="2722006" y="2694476"/>
                </a:lnTo>
                <a:lnTo>
                  <a:pt x="2722006" y="2732426"/>
                </a:lnTo>
                <a:lnTo>
                  <a:pt x="2854814" y="2732426"/>
                </a:lnTo>
                <a:lnTo>
                  <a:pt x="2854814" y="2770376"/>
                </a:lnTo>
                <a:lnTo>
                  <a:pt x="2888964" y="2770376"/>
                </a:lnTo>
                <a:lnTo>
                  <a:pt x="2888964" y="2808327"/>
                </a:lnTo>
                <a:lnTo>
                  <a:pt x="3066299" y="2808327"/>
                </a:lnTo>
                <a:lnTo>
                  <a:pt x="3066299" y="2846277"/>
                </a:lnTo>
                <a:lnTo>
                  <a:pt x="3221316" y="2846277"/>
                </a:lnTo>
                <a:lnTo>
                  <a:pt x="3221316" y="2884227"/>
                </a:lnTo>
                <a:lnTo>
                  <a:pt x="3229670" y="2884227"/>
                </a:lnTo>
                <a:lnTo>
                  <a:pt x="3229670" y="2922178"/>
                </a:lnTo>
                <a:lnTo>
                  <a:pt x="3401969" y="2922178"/>
                </a:lnTo>
                <a:lnTo>
                  <a:pt x="3401969" y="2960128"/>
                </a:lnTo>
                <a:lnTo>
                  <a:pt x="3431162" y="2960128"/>
                </a:lnTo>
                <a:lnTo>
                  <a:pt x="3431162" y="2998078"/>
                </a:lnTo>
                <a:lnTo>
                  <a:pt x="3482017" y="2998078"/>
                </a:lnTo>
                <a:lnTo>
                  <a:pt x="3482017" y="3036029"/>
                </a:lnTo>
                <a:lnTo>
                  <a:pt x="3575930" y="3036029"/>
                </a:lnTo>
                <a:lnTo>
                  <a:pt x="3575930" y="3073979"/>
                </a:lnTo>
                <a:lnTo>
                  <a:pt x="3757157" y="3073979"/>
                </a:lnTo>
                <a:lnTo>
                  <a:pt x="3757157" y="3118627"/>
                </a:lnTo>
                <a:lnTo>
                  <a:pt x="3866520" y="3118627"/>
                </a:lnTo>
                <a:lnTo>
                  <a:pt x="3866520" y="3166251"/>
                </a:lnTo>
                <a:lnTo>
                  <a:pt x="3876644" y="3166251"/>
                </a:lnTo>
                <a:lnTo>
                  <a:pt x="3876644" y="3217538"/>
                </a:lnTo>
                <a:lnTo>
                  <a:pt x="4228643" y="3217538"/>
                </a:lnTo>
                <a:lnTo>
                  <a:pt x="4228643" y="3268825"/>
                </a:lnTo>
                <a:lnTo>
                  <a:pt x="4305187" y="3268825"/>
                </a:lnTo>
                <a:lnTo>
                  <a:pt x="4305187" y="3320113"/>
                </a:lnTo>
                <a:lnTo>
                  <a:pt x="4387867" y="3320113"/>
                </a:lnTo>
                <a:lnTo>
                  <a:pt x="4387867" y="3371400"/>
                </a:lnTo>
                <a:lnTo>
                  <a:pt x="4508650" y="3371400"/>
                </a:lnTo>
                <a:lnTo>
                  <a:pt x="4508650" y="3422687"/>
                </a:lnTo>
                <a:lnTo>
                  <a:pt x="4882275" y="3422687"/>
                </a:lnTo>
                <a:lnTo>
                  <a:pt x="4882275" y="3481302"/>
                </a:lnTo>
                <a:lnTo>
                  <a:pt x="4917779" y="3481302"/>
                </a:lnTo>
                <a:lnTo>
                  <a:pt x="4917779" y="3539916"/>
                </a:lnTo>
                <a:lnTo>
                  <a:pt x="5507098" y="3539916"/>
                </a:lnTo>
                <a:lnTo>
                  <a:pt x="5507098" y="3598530"/>
                </a:lnTo>
                <a:lnTo>
                  <a:pt x="6107181" y="3598530"/>
                </a:lnTo>
                <a:lnTo>
                  <a:pt x="6107181" y="3676682"/>
                </a:lnTo>
                <a:lnTo>
                  <a:pt x="6437376" y="3676682"/>
                </a:lnTo>
              </a:path>
            </a:pathLst>
          </a:custGeom>
          <a:noFill xmlns:a="http://schemas.openxmlformats.org/drawingml/2006/main"/>
          <a:ln xmlns:a="http://schemas.openxmlformats.org/drawingml/2006/main" w="21590">
            <a:solidFill>
              <a:srgbClr val="B3B7BC"/>
            </a:solidFill>
            <a:prstDash val="dash"/>
          </a:ln>
        </p:spPr>
      </p:sp>
      <p:sp>
        <p:nvSpPr>
          <p:cNvPr id="30" name="m605d1e8b08 30">
            <a:extLst xmlns:a="http://schemas.openxmlformats.org/drawingml/2006/main">
              <a:ext uri="{FF2B5EF4-FFF2-40B4-BE49-F238E27FC236}">
                <a16:creationId xmlns:a16="http://schemas.microsoft.com/office/drawing/2014/main" id="{7B9AB3A8-CD54-484E-9B52-B8AC1C38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111" y="411267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31" name="m605d1e8b08 31">
            <a:extLst xmlns:a="http://schemas.openxmlformats.org/drawingml/2006/main">
              <a:ext uri="{FF2B5EF4-FFF2-40B4-BE49-F238E27FC236}">
                <a16:creationId xmlns:a16="http://schemas.microsoft.com/office/drawing/2014/main" id="{15EC9EBD-AFE4-48E3-ACBC-7587649A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3946" y="411267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32" name="m605d1e8b08 32">
            <a:extLst xmlns:a="http://schemas.openxmlformats.org/drawingml/2006/main">
              <a:ext uri="{FF2B5EF4-FFF2-40B4-BE49-F238E27FC236}">
                <a16:creationId xmlns:a16="http://schemas.microsoft.com/office/drawing/2014/main" id="{ABC5AFD4-45E4-4660-9ABB-05E9C12F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503" y="411267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33" name="m605d1e8b08 33">
            <a:extLst xmlns:a="http://schemas.openxmlformats.org/drawingml/2006/main">
              <a:ext uri="{FF2B5EF4-FFF2-40B4-BE49-F238E27FC236}">
                <a16:creationId xmlns:a16="http://schemas.microsoft.com/office/drawing/2014/main" id="{4A11B1DB-F27C-477D-9BF0-6E7D514E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649" y="415732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34" name="m605d1e8b08 34">
            <a:extLst xmlns:a="http://schemas.openxmlformats.org/drawingml/2006/main">
              <a:ext uri="{FF2B5EF4-FFF2-40B4-BE49-F238E27FC236}">
                <a16:creationId xmlns:a16="http://schemas.microsoft.com/office/drawing/2014/main" id="{743B6AB5-7B23-4C89-966C-2DD8C4E8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772" y="420494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35" name="m605d1e8b08 35">
            <a:extLst xmlns:a="http://schemas.openxmlformats.org/drawingml/2006/main">
              <a:ext uri="{FF2B5EF4-FFF2-40B4-BE49-F238E27FC236}">
                <a16:creationId xmlns:a16="http://schemas.microsoft.com/office/drawing/2014/main" id="{6046308C-D7F1-4DA6-B27B-E7A58161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289" y="446138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36" name="m605d1e8b08 36">
            <a:extLst xmlns:a="http://schemas.openxmlformats.org/drawingml/2006/main">
              <a:ext uri="{FF2B5EF4-FFF2-40B4-BE49-F238E27FC236}">
                <a16:creationId xmlns:a16="http://schemas.microsoft.com/office/drawing/2014/main" id="{BB807AEA-92B1-4E7F-981E-B9023D13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869" y="4637223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37" name="Vector 37">
            <a:extLst xmlns:a="http://schemas.openxmlformats.org/drawingml/2006/main">
              <a:ext uri="{FF2B5EF4-FFF2-40B4-BE49-F238E27FC236}">
                <a16:creationId xmlns:a16="http://schemas.microsoft.com/office/drawing/2014/main" id="{ADEFDF9A-E4A7-4668-8531-96EEE1B1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1076793"/>
            <a:ext cx="6437376" cy="2926991"/>
          </a:xfrm>
          <a:custGeom xmlns:a="http://schemas.openxmlformats.org/drawingml/2006/main">
            <a:pathLst>
              <a:path w="6437376" h="2926991">
                <a:moveTo>
                  <a:pt x="0" y="0"/>
                </a:moveTo>
                <a:lnTo>
                  <a:pt x="11286" y="0"/>
                </a:lnTo>
                <a:lnTo>
                  <a:pt x="11286" y="37213"/>
                </a:lnTo>
                <a:lnTo>
                  <a:pt x="12837" y="37213"/>
                </a:lnTo>
                <a:lnTo>
                  <a:pt x="12837" y="74427"/>
                </a:lnTo>
                <a:lnTo>
                  <a:pt x="25722" y="74427"/>
                </a:lnTo>
                <a:lnTo>
                  <a:pt x="25722" y="111640"/>
                </a:lnTo>
                <a:lnTo>
                  <a:pt x="77124" y="111640"/>
                </a:lnTo>
                <a:lnTo>
                  <a:pt x="77124" y="148854"/>
                </a:lnTo>
                <a:lnTo>
                  <a:pt x="110147" y="148854"/>
                </a:lnTo>
                <a:lnTo>
                  <a:pt x="110147" y="186067"/>
                </a:lnTo>
                <a:lnTo>
                  <a:pt x="149889" y="186067"/>
                </a:lnTo>
                <a:lnTo>
                  <a:pt x="149889" y="223281"/>
                </a:lnTo>
                <a:lnTo>
                  <a:pt x="165919" y="223281"/>
                </a:lnTo>
                <a:lnTo>
                  <a:pt x="165919" y="260494"/>
                </a:lnTo>
                <a:lnTo>
                  <a:pt x="179322" y="260494"/>
                </a:lnTo>
                <a:lnTo>
                  <a:pt x="179322" y="297708"/>
                </a:lnTo>
                <a:lnTo>
                  <a:pt x="259772" y="297708"/>
                </a:lnTo>
                <a:lnTo>
                  <a:pt x="259772" y="334921"/>
                </a:lnTo>
                <a:lnTo>
                  <a:pt x="286269" y="334921"/>
                </a:lnTo>
                <a:lnTo>
                  <a:pt x="286269" y="372135"/>
                </a:lnTo>
                <a:lnTo>
                  <a:pt x="359678" y="372135"/>
                </a:lnTo>
                <a:lnTo>
                  <a:pt x="359678" y="409348"/>
                </a:lnTo>
                <a:lnTo>
                  <a:pt x="367477" y="409348"/>
                </a:lnTo>
                <a:lnTo>
                  <a:pt x="367477" y="446562"/>
                </a:lnTo>
                <a:lnTo>
                  <a:pt x="378794" y="446562"/>
                </a:lnTo>
                <a:lnTo>
                  <a:pt x="378794" y="483775"/>
                </a:lnTo>
                <a:lnTo>
                  <a:pt x="389490" y="483775"/>
                </a:lnTo>
                <a:lnTo>
                  <a:pt x="389490" y="520988"/>
                </a:lnTo>
                <a:lnTo>
                  <a:pt x="426018" y="520988"/>
                </a:lnTo>
                <a:lnTo>
                  <a:pt x="426018" y="558202"/>
                </a:lnTo>
                <a:lnTo>
                  <a:pt x="519413" y="558202"/>
                </a:lnTo>
                <a:lnTo>
                  <a:pt x="519413" y="595415"/>
                </a:lnTo>
                <a:lnTo>
                  <a:pt x="537427" y="595415"/>
                </a:lnTo>
                <a:lnTo>
                  <a:pt x="537427" y="632629"/>
                </a:lnTo>
                <a:lnTo>
                  <a:pt x="543917" y="632629"/>
                </a:lnTo>
                <a:lnTo>
                  <a:pt x="543917" y="669842"/>
                </a:lnTo>
                <a:lnTo>
                  <a:pt x="547218" y="669842"/>
                </a:lnTo>
                <a:lnTo>
                  <a:pt x="547218" y="707056"/>
                </a:lnTo>
                <a:lnTo>
                  <a:pt x="577432" y="707056"/>
                </a:lnTo>
                <a:lnTo>
                  <a:pt x="577432" y="744269"/>
                </a:lnTo>
                <a:lnTo>
                  <a:pt x="636566" y="744269"/>
                </a:lnTo>
                <a:lnTo>
                  <a:pt x="636566" y="781483"/>
                </a:lnTo>
                <a:lnTo>
                  <a:pt x="694594" y="781483"/>
                </a:lnTo>
                <a:lnTo>
                  <a:pt x="694594" y="818696"/>
                </a:lnTo>
                <a:lnTo>
                  <a:pt x="696471" y="818696"/>
                </a:lnTo>
                <a:lnTo>
                  <a:pt x="696471" y="855910"/>
                </a:lnTo>
                <a:lnTo>
                  <a:pt x="782367" y="855910"/>
                </a:lnTo>
                <a:lnTo>
                  <a:pt x="782367" y="893123"/>
                </a:lnTo>
                <a:lnTo>
                  <a:pt x="811380" y="893123"/>
                </a:lnTo>
                <a:lnTo>
                  <a:pt x="811380" y="930336"/>
                </a:lnTo>
                <a:lnTo>
                  <a:pt x="920528" y="930336"/>
                </a:lnTo>
                <a:lnTo>
                  <a:pt x="920528" y="967550"/>
                </a:lnTo>
                <a:lnTo>
                  <a:pt x="1026799" y="967550"/>
                </a:lnTo>
                <a:lnTo>
                  <a:pt x="1026799" y="1004763"/>
                </a:lnTo>
                <a:lnTo>
                  <a:pt x="1057568" y="1004763"/>
                </a:lnTo>
                <a:lnTo>
                  <a:pt x="1057568" y="1041977"/>
                </a:lnTo>
                <a:lnTo>
                  <a:pt x="1073055" y="1041977"/>
                </a:lnTo>
                <a:lnTo>
                  <a:pt x="1073987" y="1116404"/>
                </a:lnTo>
                <a:lnTo>
                  <a:pt x="1124608" y="1116404"/>
                </a:lnTo>
                <a:lnTo>
                  <a:pt x="1124608" y="1153617"/>
                </a:lnTo>
                <a:lnTo>
                  <a:pt x="1190724" y="1153617"/>
                </a:lnTo>
                <a:lnTo>
                  <a:pt x="1190724" y="1190831"/>
                </a:lnTo>
                <a:lnTo>
                  <a:pt x="1204976" y="1190831"/>
                </a:lnTo>
                <a:lnTo>
                  <a:pt x="1204976" y="1228044"/>
                </a:lnTo>
                <a:lnTo>
                  <a:pt x="1214522" y="1228044"/>
                </a:lnTo>
                <a:lnTo>
                  <a:pt x="1214522" y="1265258"/>
                </a:lnTo>
                <a:lnTo>
                  <a:pt x="1227057" y="1265258"/>
                </a:lnTo>
                <a:lnTo>
                  <a:pt x="1227057" y="1302471"/>
                </a:lnTo>
                <a:lnTo>
                  <a:pt x="1236220" y="1302471"/>
                </a:lnTo>
                <a:lnTo>
                  <a:pt x="1236220" y="1339685"/>
                </a:lnTo>
                <a:lnTo>
                  <a:pt x="1243051" y="1339685"/>
                </a:lnTo>
                <a:lnTo>
                  <a:pt x="1243051" y="1376898"/>
                </a:lnTo>
                <a:lnTo>
                  <a:pt x="1317832" y="1376898"/>
                </a:lnTo>
                <a:lnTo>
                  <a:pt x="1317832" y="1414111"/>
                </a:lnTo>
                <a:lnTo>
                  <a:pt x="1386475" y="1414111"/>
                </a:lnTo>
                <a:lnTo>
                  <a:pt x="1386475" y="1451325"/>
                </a:lnTo>
                <a:lnTo>
                  <a:pt x="1580057" y="1451325"/>
                </a:lnTo>
                <a:lnTo>
                  <a:pt x="1580057" y="1488538"/>
                </a:lnTo>
                <a:lnTo>
                  <a:pt x="1733492" y="1488538"/>
                </a:lnTo>
                <a:lnTo>
                  <a:pt x="1733492" y="1525752"/>
                </a:lnTo>
                <a:lnTo>
                  <a:pt x="1785522" y="1525752"/>
                </a:lnTo>
                <a:lnTo>
                  <a:pt x="1785522" y="1562965"/>
                </a:lnTo>
                <a:lnTo>
                  <a:pt x="1850108" y="1562965"/>
                </a:lnTo>
                <a:lnTo>
                  <a:pt x="1850108" y="1600179"/>
                </a:lnTo>
                <a:lnTo>
                  <a:pt x="1875230" y="1600179"/>
                </a:lnTo>
                <a:lnTo>
                  <a:pt x="1875230" y="1637392"/>
                </a:lnTo>
                <a:lnTo>
                  <a:pt x="1930366" y="1637392"/>
                </a:lnTo>
                <a:lnTo>
                  <a:pt x="1930366" y="1674606"/>
                </a:lnTo>
                <a:lnTo>
                  <a:pt x="2038745" y="1674606"/>
                </a:lnTo>
                <a:lnTo>
                  <a:pt x="2038745" y="1711819"/>
                </a:lnTo>
                <a:lnTo>
                  <a:pt x="2181511" y="1711819"/>
                </a:lnTo>
                <a:lnTo>
                  <a:pt x="2181511" y="1749033"/>
                </a:lnTo>
                <a:lnTo>
                  <a:pt x="2285420" y="1749033"/>
                </a:lnTo>
                <a:lnTo>
                  <a:pt x="2285420" y="1786246"/>
                </a:lnTo>
                <a:lnTo>
                  <a:pt x="2384102" y="1786246"/>
                </a:lnTo>
                <a:lnTo>
                  <a:pt x="2384102" y="1823460"/>
                </a:lnTo>
                <a:lnTo>
                  <a:pt x="2455683" y="1823460"/>
                </a:lnTo>
                <a:lnTo>
                  <a:pt x="2455683" y="1860673"/>
                </a:lnTo>
                <a:lnTo>
                  <a:pt x="2461023" y="1860673"/>
                </a:lnTo>
                <a:lnTo>
                  <a:pt x="2461023" y="1897886"/>
                </a:lnTo>
                <a:lnTo>
                  <a:pt x="2698129" y="1897886"/>
                </a:lnTo>
                <a:lnTo>
                  <a:pt x="2698129" y="1935100"/>
                </a:lnTo>
                <a:lnTo>
                  <a:pt x="2740445" y="1935100"/>
                </a:lnTo>
                <a:lnTo>
                  <a:pt x="2740445" y="1972313"/>
                </a:lnTo>
                <a:lnTo>
                  <a:pt x="2797257" y="1972313"/>
                </a:lnTo>
                <a:lnTo>
                  <a:pt x="2797257" y="2009527"/>
                </a:lnTo>
                <a:lnTo>
                  <a:pt x="2799089" y="2009527"/>
                </a:lnTo>
                <a:lnTo>
                  <a:pt x="2799089" y="2046740"/>
                </a:lnTo>
                <a:lnTo>
                  <a:pt x="2802730" y="2046740"/>
                </a:lnTo>
                <a:lnTo>
                  <a:pt x="2802730" y="2083954"/>
                </a:lnTo>
                <a:lnTo>
                  <a:pt x="2818995" y="2083954"/>
                </a:lnTo>
                <a:lnTo>
                  <a:pt x="2818995" y="2121167"/>
                </a:lnTo>
                <a:lnTo>
                  <a:pt x="2840660" y="2121167"/>
                </a:lnTo>
                <a:lnTo>
                  <a:pt x="2840660" y="2158381"/>
                </a:lnTo>
                <a:lnTo>
                  <a:pt x="3256624" y="2158381"/>
                </a:lnTo>
                <a:lnTo>
                  <a:pt x="3256624" y="2195594"/>
                </a:lnTo>
                <a:lnTo>
                  <a:pt x="3456501" y="2195594"/>
                </a:lnTo>
                <a:lnTo>
                  <a:pt x="3456501" y="2232808"/>
                </a:lnTo>
                <a:lnTo>
                  <a:pt x="4154039" y="2232808"/>
                </a:lnTo>
                <a:lnTo>
                  <a:pt x="4154039" y="2273838"/>
                </a:lnTo>
                <a:lnTo>
                  <a:pt x="4184771" y="2273838"/>
                </a:lnTo>
                <a:lnTo>
                  <a:pt x="4184771" y="2314868"/>
                </a:lnTo>
                <a:lnTo>
                  <a:pt x="4238363" y="2314868"/>
                </a:lnTo>
                <a:lnTo>
                  <a:pt x="4238363" y="2357038"/>
                </a:lnTo>
                <a:lnTo>
                  <a:pt x="4412331" y="2357038"/>
                </a:lnTo>
                <a:lnTo>
                  <a:pt x="4412331" y="2403161"/>
                </a:lnTo>
                <a:lnTo>
                  <a:pt x="4562508" y="2403161"/>
                </a:lnTo>
                <a:lnTo>
                  <a:pt x="4562508" y="2449285"/>
                </a:lnTo>
                <a:lnTo>
                  <a:pt x="4807474" y="2449285"/>
                </a:lnTo>
                <a:lnTo>
                  <a:pt x="4807474" y="2502504"/>
                </a:lnTo>
                <a:lnTo>
                  <a:pt x="5665410" y="2502504"/>
                </a:lnTo>
                <a:lnTo>
                  <a:pt x="5665410" y="2597539"/>
                </a:lnTo>
                <a:lnTo>
                  <a:pt x="5946173" y="2597539"/>
                </a:lnTo>
                <a:lnTo>
                  <a:pt x="5946173" y="2700493"/>
                </a:lnTo>
                <a:lnTo>
                  <a:pt x="5978475" y="2700493"/>
                </a:lnTo>
                <a:lnTo>
                  <a:pt x="5978475" y="2813742"/>
                </a:lnTo>
                <a:lnTo>
                  <a:pt x="6145692" y="2813742"/>
                </a:lnTo>
                <a:lnTo>
                  <a:pt x="6145692" y="2926991"/>
                </a:lnTo>
                <a:lnTo>
                  <a:pt x="6437376" y="2926991"/>
                </a:lnTo>
              </a:path>
            </a:pathLst>
          </a:custGeom>
          <a:noFill xmlns:a="http://schemas.openxmlformats.org/drawingml/2006/main"/>
          <a:ln xmlns:a="http://schemas.openxmlformats.org/drawingml/2006/main" w="21590">
            <a:solidFill>
              <a:srgbClr val="697480"/>
            </a:solidFill>
            <a:prstDash val="solid"/>
          </a:ln>
        </p:spPr>
      </p:sp>
      <p:sp>
        <p:nvSpPr>
          <p:cNvPr id="38" name="mdb71f35a2a 38">
            <a:extLst xmlns:a="http://schemas.openxmlformats.org/drawingml/2006/main">
              <a:ext uri="{FF2B5EF4-FFF2-40B4-BE49-F238E27FC236}">
                <a16:creationId xmlns:a16="http://schemas.microsoft.com/office/drawing/2014/main" id="{2F5D73B3-A9B9-44D0-B0B7-D614976C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011" y="327150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39" name="mdb71f35a2a 39">
            <a:extLst xmlns:a="http://schemas.openxmlformats.org/drawingml/2006/main">
              <a:ext uri="{FF2B5EF4-FFF2-40B4-BE49-F238E27FC236}">
                <a16:creationId xmlns:a16="http://schemas.microsoft.com/office/drawing/2014/main" id="{AFA5C089-0FD5-433B-AF69-6A5E5D8C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61" y="327150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0" name="mdb71f35a2a 40">
            <a:extLst xmlns:a="http://schemas.openxmlformats.org/drawingml/2006/main">
              <a:ext uri="{FF2B5EF4-FFF2-40B4-BE49-F238E27FC236}">
                <a16:creationId xmlns:a16="http://schemas.microsoft.com/office/drawing/2014/main" id="{4874E771-D59D-414E-BE5A-85C2B303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77" y="327150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1" name="mdb71f35a2a 41">
            <a:extLst xmlns:a="http://schemas.openxmlformats.org/drawingml/2006/main">
              <a:ext uri="{FF2B5EF4-FFF2-40B4-BE49-F238E27FC236}">
                <a16:creationId xmlns:a16="http://schemas.microsoft.com/office/drawing/2014/main" id="{001CCC63-791F-4E94-B20F-51540058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755" y="327150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2" name="mdb71f35a2a 42">
            <a:extLst xmlns:a="http://schemas.openxmlformats.org/drawingml/2006/main">
              <a:ext uri="{FF2B5EF4-FFF2-40B4-BE49-F238E27FC236}">
                <a16:creationId xmlns:a16="http://schemas.microsoft.com/office/drawing/2014/main" id="{567477FD-C9A6-4B3A-88FF-9C3588C0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349" y="335356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3" name="mdb71f35a2a 43">
            <a:extLst xmlns:a="http://schemas.openxmlformats.org/drawingml/2006/main">
              <a:ext uri="{FF2B5EF4-FFF2-40B4-BE49-F238E27FC236}">
                <a16:creationId xmlns:a16="http://schemas.microsoft.com/office/drawing/2014/main" id="{2C190DC5-0A90-4E46-9254-2B770C89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950" y="339573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4" name="mdb71f35a2a 44">
            <a:extLst xmlns:a="http://schemas.openxmlformats.org/drawingml/2006/main">
              <a:ext uri="{FF2B5EF4-FFF2-40B4-BE49-F238E27FC236}">
                <a16:creationId xmlns:a16="http://schemas.microsoft.com/office/drawing/2014/main" id="{5713BDF5-58D9-47FC-A7B7-F182A61F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0307" y="339573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5" name="mdb71f35a2a 45">
            <a:extLst xmlns:a="http://schemas.openxmlformats.org/drawingml/2006/main">
              <a:ext uri="{FF2B5EF4-FFF2-40B4-BE49-F238E27FC236}">
                <a16:creationId xmlns:a16="http://schemas.microsoft.com/office/drawing/2014/main" id="{0242B288-93AE-4FF5-98DD-7D66B38D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7264" y="339573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6" name="mdb71f35a2a 46">
            <a:extLst xmlns:a="http://schemas.openxmlformats.org/drawingml/2006/main">
              <a:ext uri="{FF2B5EF4-FFF2-40B4-BE49-F238E27FC236}">
                <a16:creationId xmlns:a16="http://schemas.microsoft.com/office/drawing/2014/main" id="{DE2D5619-870F-4E59-A478-D52ED3F2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381" y="348797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7" name="mdb71f35a2a 47">
            <a:extLst xmlns:a="http://schemas.openxmlformats.org/drawingml/2006/main">
              <a:ext uri="{FF2B5EF4-FFF2-40B4-BE49-F238E27FC236}">
                <a16:creationId xmlns:a16="http://schemas.microsoft.com/office/drawing/2014/main" id="{78B58283-1D40-468B-8785-84709F35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583" y="348797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8" name="mdb71f35a2a 48">
            <a:extLst xmlns:a="http://schemas.openxmlformats.org/drawingml/2006/main">
              <a:ext uri="{FF2B5EF4-FFF2-40B4-BE49-F238E27FC236}">
                <a16:creationId xmlns:a16="http://schemas.microsoft.com/office/drawing/2014/main" id="{9BC7CB2F-CBB9-4D8B-8043-9FBB74FA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278" y="348797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49" name="mdb71f35a2a 49">
            <a:extLst xmlns:a="http://schemas.openxmlformats.org/drawingml/2006/main">
              <a:ext uri="{FF2B5EF4-FFF2-40B4-BE49-F238E27FC236}">
                <a16:creationId xmlns:a16="http://schemas.microsoft.com/office/drawing/2014/main" id="{0A790B24-54FB-4964-B1D7-29899F4C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297" y="348797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0" name="mdb71f35a2a 50">
            <a:extLst xmlns:a="http://schemas.openxmlformats.org/drawingml/2006/main">
              <a:ext uri="{FF2B5EF4-FFF2-40B4-BE49-F238E27FC236}">
                <a16:creationId xmlns:a16="http://schemas.microsoft.com/office/drawing/2014/main" id="{E0BF658F-2E95-44C0-8C25-293A3BE0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420" y="354119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1" name="mdb71f35a2a 51">
            <a:extLst xmlns:a="http://schemas.openxmlformats.org/drawingml/2006/main">
              <a:ext uri="{FF2B5EF4-FFF2-40B4-BE49-F238E27FC236}">
                <a16:creationId xmlns:a16="http://schemas.microsoft.com/office/drawing/2014/main" id="{9D20D061-3809-4AD4-B7A7-37392F79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376" y="354119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2" name="mdb71f35a2a 52">
            <a:extLst xmlns:a="http://schemas.openxmlformats.org/drawingml/2006/main">
              <a:ext uri="{FF2B5EF4-FFF2-40B4-BE49-F238E27FC236}">
                <a16:creationId xmlns:a16="http://schemas.microsoft.com/office/drawing/2014/main" id="{11489035-C309-4024-BF9D-FE3BA30E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008" y="354119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3" name="mdb71f35a2a 53">
            <a:extLst xmlns:a="http://schemas.openxmlformats.org/drawingml/2006/main">
              <a:ext uri="{FF2B5EF4-FFF2-40B4-BE49-F238E27FC236}">
                <a16:creationId xmlns:a16="http://schemas.microsoft.com/office/drawing/2014/main" id="{CD6F8DDE-A769-4F82-AFEA-6DDFFD03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16" y="354119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4" name="mdb71f35a2a 54">
            <a:extLst xmlns:a="http://schemas.openxmlformats.org/drawingml/2006/main">
              <a:ext uri="{FF2B5EF4-FFF2-40B4-BE49-F238E27FC236}">
                <a16:creationId xmlns:a16="http://schemas.microsoft.com/office/drawing/2014/main" id="{1F1D0AAF-B470-4527-B923-0F81F7B0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4835" y="354119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5" name="mdb71f35a2a 55">
            <a:extLst xmlns:a="http://schemas.openxmlformats.org/drawingml/2006/main">
              <a:ext uri="{FF2B5EF4-FFF2-40B4-BE49-F238E27FC236}">
                <a16:creationId xmlns:a16="http://schemas.microsoft.com/office/drawing/2014/main" id="{F9B38B38-C64E-4D75-8BA6-9A922477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266" y="354119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6" name="mdb71f35a2a 56">
            <a:extLst xmlns:a="http://schemas.openxmlformats.org/drawingml/2006/main">
              <a:ext uri="{FF2B5EF4-FFF2-40B4-BE49-F238E27FC236}">
                <a16:creationId xmlns:a16="http://schemas.microsoft.com/office/drawing/2014/main" id="{BAD1788E-21E3-488A-9DB7-1D7D9E13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9" y="354119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7" name="mdb71f35a2a 57">
            <a:extLst xmlns:a="http://schemas.openxmlformats.org/drawingml/2006/main">
              <a:ext uri="{FF2B5EF4-FFF2-40B4-BE49-F238E27FC236}">
                <a16:creationId xmlns:a16="http://schemas.microsoft.com/office/drawing/2014/main" id="{51AEDFEA-5564-421E-9EC1-8EAB4360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201" y="354119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8" name="mdb71f35a2a 58">
            <a:extLst xmlns:a="http://schemas.openxmlformats.org/drawingml/2006/main">
              <a:ext uri="{FF2B5EF4-FFF2-40B4-BE49-F238E27FC236}">
                <a16:creationId xmlns:a16="http://schemas.microsoft.com/office/drawing/2014/main" id="{E2329A44-3D6D-4093-AA0E-355F0E66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851" y="354119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59" name="mdb71f35a2a 59">
            <a:extLst xmlns:a="http://schemas.openxmlformats.org/drawingml/2006/main">
              <a:ext uri="{FF2B5EF4-FFF2-40B4-BE49-F238E27FC236}">
                <a16:creationId xmlns:a16="http://schemas.microsoft.com/office/drawing/2014/main" id="{CCF2C3DB-BFEB-4CD7-A75A-F4A8BF19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854" y="354119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60" name="mdb71f35a2a 60">
            <a:extLst xmlns:a="http://schemas.openxmlformats.org/drawingml/2006/main">
              <a:ext uri="{FF2B5EF4-FFF2-40B4-BE49-F238E27FC236}">
                <a16:creationId xmlns:a16="http://schemas.microsoft.com/office/drawing/2014/main" id="{0491D682-FE31-4FB7-9E01-0291616A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471" y="354119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61" name="mdb71f35a2a 61">
            <a:extLst xmlns:a="http://schemas.openxmlformats.org/drawingml/2006/main">
              <a:ext uri="{FF2B5EF4-FFF2-40B4-BE49-F238E27FC236}">
                <a16:creationId xmlns:a16="http://schemas.microsoft.com/office/drawing/2014/main" id="{62669A38-F0F2-42D6-93CD-A92A773D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386" y="363623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62" name="mdb71f35a2a 62">
            <a:extLst xmlns:a="http://schemas.openxmlformats.org/drawingml/2006/main">
              <a:ext uri="{FF2B5EF4-FFF2-40B4-BE49-F238E27FC236}">
                <a16:creationId xmlns:a16="http://schemas.microsoft.com/office/drawing/2014/main" id="{FC38726A-4987-4384-BD85-F1D18532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21" y="373918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63" name="mdb71f35a2a 63">
            <a:extLst xmlns:a="http://schemas.openxmlformats.org/drawingml/2006/main">
              <a:ext uri="{FF2B5EF4-FFF2-40B4-BE49-F238E27FC236}">
                <a16:creationId xmlns:a16="http://schemas.microsoft.com/office/drawing/2014/main" id="{75FBB24B-7E83-4D51-957E-D654189C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8965" y="396568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64" name="Vector 64">
            <a:extLst xmlns:a="http://schemas.openxmlformats.org/drawingml/2006/main">
              <a:ext uri="{FF2B5EF4-FFF2-40B4-BE49-F238E27FC236}">
                <a16:creationId xmlns:a16="http://schemas.microsoft.com/office/drawing/2014/main" id="{9C41E660-CA56-4155-9168-A2377C3C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1076793"/>
            <a:ext cx="5557962" cy="3832986"/>
          </a:xfrm>
          <a:custGeom xmlns:a="http://schemas.openxmlformats.org/drawingml/2006/main">
            <a:pathLst>
              <a:path w="5557962" h="3832986">
                <a:moveTo>
                  <a:pt x="0" y="0"/>
                </a:moveTo>
                <a:lnTo>
                  <a:pt x="14823" y="0"/>
                </a:lnTo>
                <a:lnTo>
                  <a:pt x="14823" y="48519"/>
                </a:lnTo>
                <a:lnTo>
                  <a:pt x="37391" y="48519"/>
                </a:lnTo>
                <a:lnTo>
                  <a:pt x="37391" y="97038"/>
                </a:lnTo>
                <a:lnTo>
                  <a:pt x="65097" y="97038"/>
                </a:lnTo>
                <a:lnTo>
                  <a:pt x="65097" y="145556"/>
                </a:lnTo>
                <a:lnTo>
                  <a:pt x="106787" y="145556"/>
                </a:lnTo>
                <a:lnTo>
                  <a:pt x="106787" y="194075"/>
                </a:lnTo>
                <a:lnTo>
                  <a:pt x="115708" y="194075"/>
                </a:lnTo>
                <a:lnTo>
                  <a:pt x="115708" y="242594"/>
                </a:lnTo>
                <a:lnTo>
                  <a:pt x="181069" y="242594"/>
                </a:lnTo>
                <a:lnTo>
                  <a:pt x="181069" y="291113"/>
                </a:lnTo>
                <a:lnTo>
                  <a:pt x="217659" y="291113"/>
                </a:lnTo>
                <a:lnTo>
                  <a:pt x="219050" y="388151"/>
                </a:lnTo>
                <a:lnTo>
                  <a:pt x="219823" y="388151"/>
                </a:lnTo>
                <a:lnTo>
                  <a:pt x="219823" y="436669"/>
                </a:lnTo>
                <a:lnTo>
                  <a:pt x="258235" y="436669"/>
                </a:lnTo>
                <a:lnTo>
                  <a:pt x="258235" y="485188"/>
                </a:lnTo>
                <a:lnTo>
                  <a:pt x="261756" y="485188"/>
                </a:lnTo>
                <a:lnTo>
                  <a:pt x="261756" y="533707"/>
                </a:lnTo>
                <a:lnTo>
                  <a:pt x="282713" y="533707"/>
                </a:lnTo>
                <a:lnTo>
                  <a:pt x="282713" y="582226"/>
                </a:lnTo>
                <a:lnTo>
                  <a:pt x="328162" y="582226"/>
                </a:lnTo>
                <a:lnTo>
                  <a:pt x="328162" y="630745"/>
                </a:lnTo>
                <a:lnTo>
                  <a:pt x="428228" y="630745"/>
                </a:lnTo>
                <a:lnTo>
                  <a:pt x="428228" y="679263"/>
                </a:lnTo>
                <a:lnTo>
                  <a:pt x="438993" y="679263"/>
                </a:lnTo>
                <a:lnTo>
                  <a:pt x="438993" y="727782"/>
                </a:lnTo>
                <a:lnTo>
                  <a:pt x="459749" y="727782"/>
                </a:lnTo>
                <a:lnTo>
                  <a:pt x="459749" y="776301"/>
                </a:lnTo>
                <a:lnTo>
                  <a:pt x="491894" y="776301"/>
                </a:lnTo>
                <a:lnTo>
                  <a:pt x="491894" y="824820"/>
                </a:lnTo>
                <a:lnTo>
                  <a:pt x="576765" y="824820"/>
                </a:lnTo>
                <a:lnTo>
                  <a:pt x="576765" y="873339"/>
                </a:lnTo>
                <a:lnTo>
                  <a:pt x="611084" y="873339"/>
                </a:lnTo>
                <a:lnTo>
                  <a:pt x="611084" y="921857"/>
                </a:lnTo>
                <a:lnTo>
                  <a:pt x="657277" y="921857"/>
                </a:lnTo>
                <a:lnTo>
                  <a:pt x="657277" y="970376"/>
                </a:lnTo>
                <a:lnTo>
                  <a:pt x="683889" y="970376"/>
                </a:lnTo>
                <a:lnTo>
                  <a:pt x="683889" y="1018895"/>
                </a:lnTo>
                <a:lnTo>
                  <a:pt x="713836" y="1018895"/>
                </a:lnTo>
                <a:lnTo>
                  <a:pt x="713836" y="1067414"/>
                </a:lnTo>
                <a:lnTo>
                  <a:pt x="768378" y="1067414"/>
                </a:lnTo>
                <a:lnTo>
                  <a:pt x="768378" y="1115933"/>
                </a:lnTo>
                <a:lnTo>
                  <a:pt x="784485" y="1115933"/>
                </a:lnTo>
                <a:lnTo>
                  <a:pt x="784485" y="1164452"/>
                </a:lnTo>
                <a:lnTo>
                  <a:pt x="819509" y="1164452"/>
                </a:lnTo>
                <a:lnTo>
                  <a:pt x="819509" y="1212970"/>
                </a:lnTo>
                <a:lnTo>
                  <a:pt x="870867" y="1212970"/>
                </a:lnTo>
                <a:lnTo>
                  <a:pt x="870867" y="1261489"/>
                </a:lnTo>
                <a:lnTo>
                  <a:pt x="908094" y="1261489"/>
                </a:lnTo>
                <a:lnTo>
                  <a:pt x="908094" y="1310008"/>
                </a:lnTo>
                <a:lnTo>
                  <a:pt x="928653" y="1310008"/>
                </a:lnTo>
                <a:lnTo>
                  <a:pt x="928653" y="1358527"/>
                </a:lnTo>
                <a:lnTo>
                  <a:pt x="952915" y="1358527"/>
                </a:lnTo>
                <a:lnTo>
                  <a:pt x="952915" y="1407046"/>
                </a:lnTo>
                <a:lnTo>
                  <a:pt x="970942" y="1407046"/>
                </a:lnTo>
                <a:lnTo>
                  <a:pt x="970942" y="1455564"/>
                </a:lnTo>
                <a:lnTo>
                  <a:pt x="1041127" y="1455564"/>
                </a:lnTo>
                <a:lnTo>
                  <a:pt x="1041127" y="1504083"/>
                </a:lnTo>
                <a:lnTo>
                  <a:pt x="1055043" y="1504083"/>
                </a:lnTo>
                <a:lnTo>
                  <a:pt x="1055043" y="1552602"/>
                </a:lnTo>
                <a:lnTo>
                  <a:pt x="1072954" y="1552602"/>
                </a:lnTo>
                <a:lnTo>
                  <a:pt x="1072954" y="1601121"/>
                </a:lnTo>
                <a:lnTo>
                  <a:pt x="1080064" y="1601121"/>
                </a:lnTo>
                <a:lnTo>
                  <a:pt x="1080064" y="1649640"/>
                </a:lnTo>
                <a:lnTo>
                  <a:pt x="1087130" y="1649640"/>
                </a:lnTo>
                <a:lnTo>
                  <a:pt x="1087130" y="1698159"/>
                </a:lnTo>
                <a:lnTo>
                  <a:pt x="1125644" y="1698159"/>
                </a:lnTo>
                <a:lnTo>
                  <a:pt x="1125644" y="1746677"/>
                </a:lnTo>
                <a:lnTo>
                  <a:pt x="1193732" y="1746677"/>
                </a:lnTo>
                <a:lnTo>
                  <a:pt x="1193732" y="1795196"/>
                </a:lnTo>
                <a:lnTo>
                  <a:pt x="1213250" y="1795196"/>
                </a:lnTo>
                <a:lnTo>
                  <a:pt x="1213250" y="1843715"/>
                </a:lnTo>
                <a:lnTo>
                  <a:pt x="1227896" y="1843715"/>
                </a:lnTo>
                <a:lnTo>
                  <a:pt x="1227896" y="1892234"/>
                </a:lnTo>
                <a:lnTo>
                  <a:pt x="1260852" y="1892234"/>
                </a:lnTo>
                <a:lnTo>
                  <a:pt x="1260852" y="1940753"/>
                </a:lnTo>
                <a:lnTo>
                  <a:pt x="1286189" y="1940753"/>
                </a:lnTo>
                <a:lnTo>
                  <a:pt x="1286189" y="1989271"/>
                </a:lnTo>
                <a:lnTo>
                  <a:pt x="1403808" y="1989271"/>
                </a:lnTo>
                <a:lnTo>
                  <a:pt x="1403808" y="2037790"/>
                </a:lnTo>
                <a:lnTo>
                  <a:pt x="1459366" y="2037790"/>
                </a:lnTo>
                <a:lnTo>
                  <a:pt x="1459366" y="2086309"/>
                </a:lnTo>
                <a:lnTo>
                  <a:pt x="1465101" y="2086309"/>
                </a:lnTo>
                <a:lnTo>
                  <a:pt x="1465101" y="2134828"/>
                </a:lnTo>
                <a:lnTo>
                  <a:pt x="1624156" y="2134828"/>
                </a:lnTo>
                <a:lnTo>
                  <a:pt x="1624156" y="2183347"/>
                </a:lnTo>
                <a:lnTo>
                  <a:pt x="1735509" y="2183347"/>
                </a:lnTo>
                <a:lnTo>
                  <a:pt x="1735509" y="2231865"/>
                </a:lnTo>
                <a:lnTo>
                  <a:pt x="1799238" y="2231865"/>
                </a:lnTo>
                <a:lnTo>
                  <a:pt x="1799238" y="2280384"/>
                </a:lnTo>
                <a:lnTo>
                  <a:pt x="1953799" y="2280384"/>
                </a:lnTo>
                <a:lnTo>
                  <a:pt x="1953799" y="2328903"/>
                </a:lnTo>
                <a:lnTo>
                  <a:pt x="1957831" y="2328903"/>
                </a:lnTo>
                <a:lnTo>
                  <a:pt x="1957831" y="2377422"/>
                </a:lnTo>
                <a:lnTo>
                  <a:pt x="2029570" y="2377422"/>
                </a:lnTo>
                <a:lnTo>
                  <a:pt x="2029570" y="2425941"/>
                </a:lnTo>
                <a:lnTo>
                  <a:pt x="2063236" y="2425941"/>
                </a:lnTo>
                <a:lnTo>
                  <a:pt x="2063236" y="2474460"/>
                </a:lnTo>
                <a:lnTo>
                  <a:pt x="2069585" y="2474460"/>
                </a:lnTo>
                <a:lnTo>
                  <a:pt x="2069585" y="2522978"/>
                </a:lnTo>
                <a:lnTo>
                  <a:pt x="2102314" y="2522978"/>
                </a:lnTo>
                <a:lnTo>
                  <a:pt x="2102314" y="2571497"/>
                </a:lnTo>
                <a:lnTo>
                  <a:pt x="2116507" y="2571497"/>
                </a:lnTo>
                <a:lnTo>
                  <a:pt x="2116507" y="2620016"/>
                </a:lnTo>
                <a:lnTo>
                  <a:pt x="2223012" y="2620016"/>
                </a:lnTo>
                <a:lnTo>
                  <a:pt x="2223012" y="2668535"/>
                </a:lnTo>
                <a:lnTo>
                  <a:pt x="2275229" y="2668535"/>
                </a:lnTo>
                <a:lnTo>
                  <a:pt x="2275229" y="2717054"/>
                </a:lnTo>
                <a:lnTo>
                  <a:pt x="2395428" y="2717054"/>
                </a:lnTo>
                <a:lnTo>
                  <a:pt x="2395428" y="2765572"/>
                </a:lnTo>
                <a:lnTo>
                  <a:pt x="2418121" y="2765572"/>
                </a:lnTo>
                <a:lnTo>
                  <a:pt x="2418121" y="2814091"/>
                </a:lnTo>
                <a:lnTo>
                  <a:pt x="2561277" y="2814091"/>
                </a:lnTo>
                <a:lnTo>
                  <a:pt x="2561277" y="2862610"/>
                </a:lnTo>
                <a:lnTo>
                  <a:pt x="2702515" y="2862610"/>
                </a:lnTo>
                <a:lnTo>
                  <a:pt x="2702515" y="2911129"/>
                </a:lnTo>
                <a:lnTo>
                  <a:pt x="2737846" y="2911129"/>
                </a:lnTo>
                <a:lnTo>
                  <a:pt x="2737846" y="2959648"/>
                </a:lnTo>
                <a:lnTo>
                  <a:pt x="2797675" y="2959648"/>
                </a:lnTo>
                <a:lnTo>
                  <a:pt x="2797675" y="3008167"/>
                </a:lnTo>
                <a:lnTo>
                  <a:pt x="2821188" y="3008167"/>
                </a:lnTo>
                <a:lnTo>
                  <a:pt x="2821188" y="3056685"/>
                </a:lnTo>
                <a:lnTo>
                  <a:pt x="3034294" y="3056685"/>
                </a:lnTo>
                <a:lnTo>
                  <a:pt x="3034294" y="3105204"/>
                </a:lnTo>
                <a:lnTo>
                  <a:pt x="3294902" y="3105204"/>
                </a:lnTo>
                <a:lnTo>
                  <a:pt x="3294902" y="3153723"/>
                </a:lnTo>
                <a:lnTo>
                  <a:pt x="3446087" y="3153723"/>
                </a:lnTo>
                <a:lnTo>
                  <a:pt x="3446087" y="3202242"/>
                </a:lnTo>
                <a:lnTo>
                  <a:pt x="3478799" y="3202242"/>
                </a:lnTo>
                <a:lnTo>
                  <a:pt x="3478799" y="3250761"/>
                </a:lnTo>
                <a:lnTo>
                  <a:pt x="3836200" y="3250761"/>
                </a:lnTo>
                <a:lnTo>
                  <a:pt x="3836200" y="3308983"/>
                </a:lnTo>
                <a:lnTo>
                  <a:pt x="3874405" y="3308983"/>
                </a:lnTo>
                <a:lnTo>
                  <a:pt x="3874405" y="3367206"/>
                </a:lnTo>
                <a:lnTo>
                  <a:pt x="3891926" y="3367206"/>
                </a:lnTo>
                <a:lnTo>
                  <a:pt x="3891926" y="3425428"/>
                </a:lnTo>
                <a:lnTo>
                  <a:pt x="4465886" y="3425428"/>
                </a:lnTo>
                <a:lnTo>
                  <a:pt x="4465886" y="3493355"/>
                </a:lnTo>
                <a:lnTo>
                  <a:pt x="5133120" y="3493355"/>
                </a:lnTo>
                <a:lnTo>
                  <a:pt x="5133120" y="3606565"/>
                </a:lnTo>
                <a:lnTo>
                  <a:pt x="5557962" y="3606565"/>
                </a:lnTo>
                <a:lnTo>
                  <a:pt x="5557962" y="3832986"/>
                </a:lnTo>
                <a:lnTo>
                  <a:pt x="5557962" y="3832986"/>
                </a:lnTo>
              </a:path>
            </a:pathLst>
          </a:custGeom>
          <a:noFill xmlns:a="http://schemas.openxmlformats.org/drawingml/2006/main"/>
          <a:ln xmlns:a="http://schemas.openxmlformats.org/drawingml/2006/main" w="29210">
            <a:solidFill>
              <a:srgbClr val="0072B2"/>
            </a:solidFill>
            <a:prstDash val="dash"/>
          </a:ln>
        </p:spPr>
      </p:sp>
      <p:sp>
        <p:nvSpPr>
          <p:cNvPr id="65" name="m0c8d026d45 65">
            <a:extLst xmlns:a="http://schemas.openxmlformats.org/drawingml/2006/main">
              <a:ext uri="{FF2B5EF4-FFF2-40B4-BE49-F238E27FC236}">
                <a16:creationId xmlns:a16="http://schemas.microsoft.com/office/drawing/2014/main" id="{125A4BBA-5A5F-4416-951C-1C406DEE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89" y="428945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66" name="m0c8d026d45 66">
            <a:extLst xmlns:a="http://schemas.openxmlformats.org/drawingml/2006/main">
              <a:ext uri="{FF2B5EF4-FFF2-40B4-BE49-F238E27FC236}">
                <a16:creationId xmlns:a16="http://schemas.microsoft.com/office/drawing/2014/main" id="{49F6F811-8573-480D-8DBC-9CA7991D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567" y="428945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67" name="m0c8d026d45 67">
            <a:extLst xmlns:a="http://schemas.openxmlformats.org/drawingml/2006/main">
              <a:ext uri="{FF2B5EF4-FFF2-40B4-BE49-F238E27FC236}">
                <a16:creationId xmlns:a16="http://schemas.microsoft.com/office/drawing/2014/main" id="{652E4D3C-0EB6-4E63-9C49-E2F86AAC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2079" y="446412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68" name="m0c8d026d45 68">
            <a:extLst xmlns:a="http://schemas.openxmlformats.org/drawingml/2006/main">
              <a:ext uri="{FF2B5EF4-FFF2-40B4-BE49-F238E27FC236}">
                <a16:creationId xmlns:a16="http://schemas.microsoft.com/office/drawing/2014/main" id="{2B758607-ACA6-4A12-BD1B-83E6DCDC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058" y="453204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69" name="m0c8d026d45 69">
            <a:extLst xmlns:a="http://schemas.openxmlformats.org/drawingml/2006/main">
              <a:ext uri="{FF2B5EF4-FFF2-40B4-BE49-F238E27FC236}">
                <a16:creationId xmlns:a16="http://schemas.microsoft.com/office/drawing/2014/main" id="{EC904107-6401-4787-A0B2-80EE42EB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468" y="453204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70" name="m0c8d026d45 70">
            <a:extLst xmlns:a="http://schemas.openxmlformats.org/drawingml/2006/main">
              <a:ext uri="{FF2B5EF4-FFF2-40B4-BE49-F238E27FC236}">
                <a16:creationId xmlns:a16="http://schemas.microsoft.com/office/drawing/2014/main" id="{7D1D1E32-2468-4329-B76B-E1ADAD00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569" y="464525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71" name="Vector 71">
            <a:extLst xmlns:a="http://schemas.openxmlformats.org/drawingml/2006/main">
              <a:ext uri="{FF2B5EF4-FFF2-40B4-BE49-F238E27FC236}">
                <a16:creationId xmlns:a16="http://schemas.microsoft.com/office/drawing/2014/main" id="{4453BE83-FAB2-4F3B-A00F-4BE4D8D3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1076793"/>
            <a:ext cx="6437376" cy="3483540"/>
          </a:xfrm>
          <a:custGeom xmlns:a="http://schemas.openxmlformats.org/drawingml/2006/main">
            <a:pathLst>
              <a:path w="6437376" h="3483540">
                <a:moveTo>
                  <a:pt x="0" y="0"/>
                </a:moveTo>
                <a:lnTo>
                  <a:pt x="7445" y="0"/>
                </a:lnTo>
                <a:lnTo>
                  <a:pt x="7445" y="49779"/>
                </a:lnTo>
                <a:lnTo>
                  <a:pt x="17459" y="49779"/>
                </a:lnTo>
                <a:lnTo>
                  <a:pt x="17953" y="149337"/>
                </a:lnTo>
                <a:lnTo>
                  <a:pt x="26201" y="149337"/>
                </a:lnTo>
                <a:lnTo>
                  <a:pt x="26201" y="199116"/>
                </a:lnTo>
                <a:lnTo>
                  <a:pt x="32951" y="199116"/>
                </a:lnTo>
                <a:lnTo>
                  <a:pt x="33733" y="298674"/>
                </a:lnTo>
                <a:lnTo>
                  <a:pt x="59562" y="298674"/>
                </a:lnTo>
                <a:lnTo>
                  <a:pt x="59562" y="348453"/>
                </a:lnTo>
                <a:lnTo>
                  <a:pt x="71917" y="348453"/>
                </a:lnTo>
                <a:lnTo>
                  <a:pt x="71917" y="398232"/>
                </a:lnTo>
                <a:lnTo>
                  <a:pt x="81858" y="398232"/>
                </a:lnTo>
                <a:lnTo>
                  <a:pt x="81858" y="448011"/>
                </a:lnTo>
                <a:lnTo>
                  <a:pt x="96487" y="448011"/>
                </a:lnTo>
                <a:lnTo>
                  <a:pt x="96703" y="547569"/>
                </a:lnTo>
                <a:lnTo>
                  <a:pt x="115752" y="547569"/>
                </a:lnTo>
                <a:lnTo>
                  <a:pt x="115752" y="597349"/>
                </a:lnTo>
                <a:lnTo>
                  <a:pt x="118536" y="597349"/>
                </a:lnTo>
                <a:lnTo>
                  <a:pt x="118536" y="647128"/>
                </a:lnTo>
                <a:lnTo>
                  <a:pt x="154390" y="647128"/>
                </a:lnTo>
                <a:lnTo>
                  <a:pt x="154390" y="696907"/>
                </a:lnTo>
                <a:lnTo>
                  <a:pt x="207529" y="696907"/>
                </a:lnTo>
                <a:lnTo>
                  <a:pt x="207529" y="746686"/>
                </a:lnTo>
                <a:lnTo>
                  <a:pt x="290699" y="746686"/>
                </a:lnTo>
                <a:lnTo>
                  <a:pt x="290699" y="796465"/>
                </a:lnTo>
                <a:lnTo>
                  <a:pt x="304859" y="796465"/>
                </a:lnTo>
                <a:lnTo>
                  <a:pt x="304859" y="846244"/>
                </a:lnTo>
                <a:lnTo>
                  <a:pt x="307022" y="846244"/>
                </a:lnTo>
                <a:lnTo>
                  <a:pt x="307022" y="896023"/>
                </a:lnTo>
                <a:lnTo>
                  <a:pt x="330044" y="896023"/>
                </a:lnTo>
                <a:lnTo>
                  <a:pt x="330044" y="945802"/>
                </a:lnTo>
                <a:lnTo>
                  <a:pt x="349338" y="945802"/>
                </a:lnTo>
                <a:lnTo>
                  <a:pt x="349338" y="995581"/>
                </a:lnTo>
                <a:lnTo>
                  <a:pt x="390121" y="995581"/>
                </a:lnTo>
                <a:lnTo>
                  <a:pt x="390121" y="1045360"/>
                </a:lnTo>
                <a:lnTo>
                  <a:pt x="392337" y="1045360"/>
                </a:lnTo>
                <a:lnTo>
                  <a:pt x="392337" y="1095139"/>
                </a:lnTo>
                <a:lnTo>
                  <a:pt x="438983" y="1095139"/>
                </a:lnTo>
                <a:lnTo>
                  <a:pt x="438983" y="1144918"/>
                </a:lnTo>
                <a:lnTo>
                  <a:pt x="492254" y="1144918"/>
                </a:lnTo>
                <a:lnTo>
                  <a:pt x="492254" y="1194697"/>
                </a:lnTo>
                <a:lnTo>
                  <a:pt x="531346" y="1194697"/>
                </a:lnTo>
                <a:lnTo>
                  <a:pt x="531346" y="1244476"/>
                </a:lnTo>
                <a:lnTo>
                  <a:pt x="594847" y="1244476"/>
                </a:lnTo>
                <a:lnTo>
                  <a:pt x="594847" y="1294255"/>
                </a:lnTo>
                <a:lnTo>
                  <a:pt x="608681" y="1294255"/>
                </a:lnTo>
                <a:lnTo>
                  <a:pt x="608681" y="1344034"/>
                </a:lnTo>
                <a:lnTo>
                  <a:pt x="652282" y="1344034"/>
                </a:lnTo>
                <a:lnTo>
                  <a:pt x="652282" y="1393813"/>
                </a:lnTo>
                <a:lnTo>
                  <a:pt x="661311" y="1393813"/>
                </a:lnTo>
                <a:lnTo>
                  <a:pt x="661311" y="1443592"/>
                </a:lnTo>
                <a:lnTo>
                  <a:pt x="781028" y="1443592"/>
                </a:lnTo>
                <a:lnTo>
                  <a:pt x="781028" y="1493371"/>
                </a:lnTo>
                <a:lnTo>
                  <a:pt x="790570" y="1493371"/>
                </a:lnTo>
                <a:lnTo>
                  <a:pt x="790570" y="1543150"/>
                </a:lnTo>
                <a:lnTo>
                  <a:pt x="818935" y="1543150"/>
                </a:lnTo>
                <a:lnTo>
                  <a:pt x="818935" y="1592929"/>
                </a:lnTo>
                <a:lnTo>
                  <a:pt x="835325" y="1592929"/>
                </a:lnTo>
                <a:lnTo>
                  <a:pt x="835325" y="1642708"/>
                </a:lnTo>
                <a:lnTo>
                  <a:pt x="852575" y="1642708"/>
                </a:lnTo>
                <a:lnTo>
                  <a:pt x="852575" y="1692487"/>
                </a:lnTo>
                <a:lnTo>
                  <a:pt x="904979" y="1692487"/>
                </a:lnTo>
                <a:lnTo>
                  <a:pt x="904979" y="1742267"/>
                </a:lnTo>
                <a:lnTo>
                  <a:pt x="907083" y="1742267"/>
                </a:lnTo>
                <a:lnTo>
                  <a:pt x="907083" y="1792046"/>
                </a:lnTo>
                <a:lnTo>
                  <a:pt x="932371" y="1792046"/>
                </a:lnTo>
                <a:lnTo>
                  <a:pt x="932371" y="1841825"/>
                </a:lnTo>
                <a:lnTo>
                  <a:pt x="1034044" y="1841825"/>
                </a:lnTo>
                <a:lnTo>
                  <a:pt x="1034044" y="1891604"/>
                </a:lnTo>
                <a:lnTo>
                  <a:pt x="1043240" y="1891604"/>
                </a:lnTo>
                <a:lnTo>
                  <a:pt x="1043240" y="1941383"/>
                </a:lnTo>
                <a:lnTo>
                  <a:pt x="1138768" y="1941383"/>
                </a:lnTo>
                <a:lnTo>
                  <a:pt x="1138768" y="1991162"/>
                </a:lnTo>
                <a:lnTo>
                  <a:pt x="1196357" y="1991162"/>
                </a:lnTo>
                <a:lnTo>
                  <a:pt x="1196357" y="2040941"/>
                </a:lnTo>
                <a:lnTo>
                  <a:pt x="1261083" y="2040941"/>
                </a:lnTo>
                <a:lnTo>
                  <a:pt x="1261083" y="2090720"/>
                </a:lnTo>
                <a:lnTo>
                  <a:pt x="1347858" y="2090720"/>
                </a:lnTo>
                <a:lnTo>
                  <a:pt x="1348283" y="2190278"/>
                </a:lnTo>
                <a:lnTo>
                  <a:pt x="1377644" y="2190278"/>
                </a:lnTo>
                <a:lnTo>
                  <a:pt x="1377644" y="2240057"/>
                </a:lnTo>
                <a:lnTo>
                  <a:pt x="1512878" y="2240057"/>
                </a:lnTo>
                <a:lnTo>
                  <a:pt x="1512878" y="2289836"/>
                </a:lnTo>
                <a:lnTo>
                  <a:pt x="1550494" y="2289836"/>
                </a:lnTo>
                <a:lnTo>
                  <a:pt x="1550494" y="2339615"/>
                </a:lnTo>
                <a:lnTo>
                  <a:pt x="1611232" y="2339615"/>
                </a:lnTo>
                <a:lnTo>
                  <a:pt x="1611232" y="2389394"/>
                </a:lnTo>
                <a:lnTo>
                  <a:pt x="1669586" y="2389394"/>
                </a:lnTo>
                <a:lnTo>
                  <a:pt x="1669586" y="2439173"/>
                </a:lnTo>
                <a:lnTo>
                  <a:pt x="1702126" y="2439173"/>
                </a:lnTo>
                <a:lnTo>
                  <a:pt x="1702126" y="2488952"/>
                </a:lnTo>
                <a:lnTo>
                  <a:pt x="1815442" y="2488952"/>
                </a:lnTo>
                <a:lnTo>
                  <a:pt x="1815442" y="2538731"/>
                </a:lnTo>
                <a:lnTo>
                  <a:pt x="1853104" y="2538731"/>
                </a:lnTo>
                <a:lnTo>
                  <a:pt x="1853104" y="2588510"/>
                </a:lnTo>
                <a:lnTo>
                  <a:pt x="1922178" y="2588510"/>
                </a:lnTo>
                <a:lnTo>
                  <a:pt x="1922178" y="2638289"/>
                </a:lnTo>
                <a:lnTo>
                  <a:pt x="1972947" y="2638289"/>
                </a:lnTo>
                <a:lnTo>
                  <a:pt x="1972947" y="2688068"/>
                </a:lnTo>
                <a:lnTo>
                  <a:pt x="2100773" y="2688068"/>
                </a:lnTo>
                <a:lnTo>
                  <a:pt x="2100773" y="2737847"/>
                </a:lnTo>
                <a:lnTo>
                  <a:pt x="2228839" y="2737847"/>
                </a:lnTo>
                <a:lnTo>
                  <a:pt x="2228839" y="2787626"/>
                </a:lnTo>
                <a:lnTo>
                  <a:pt x="2352580" y="2787626"/>
                </a:lnTo>
                <a:lnTo>
                  <a:pt x="2352580" y="2837406"/>
                </a:lnTo>
                <a:lnTo>
                  <a:pt x="2393529" y="2837406"/>
                </a:lnTo>
                <a:lnTo>
                  <a:pt x="2393529" y="2887185"/>
                </a:lnTo>
                <a:lnTo>
                  <a:pt x="2395671" y="2887185"/>
                </a:lnTo>
                <a:lnTo>
                  <a:pt x="2395671" y="2936964"/>
                </a:lnTo>
                <a:lnTo>
                  <a:pt x="2679484" y="2936964"/>
                </a:lnTo>
                <a:lnTo>
                  <a:pt x="2679484" y="2986743"/>
                </a:lnTo>
                <a:lnTo>
                  <a:pt x="2792354" y="2986743"/>
                </a:lnTo>
                <a:lnTo>
                  <a:pt x="2792354" y="3036522"/>
                </a:lnTo>
                <a:lnTo>
                  <a:pt x="3221235" y="3036522"/>
                </a:lnTo>
                <a:lnTo>
                  <a:pt x="3221235" y="3086301"/>
                </a:lnTo>
                <a:lnTo>
                  <a:pt x="3277713" y="3086301"/>
                </a:lnTo>
                <a:lnTo>
                  <a:pt x="3277713" y="3136080"/>
                </a:lnTo>
                <a:lnTo>
                  <a:pt x="3764381" y="3136080"/>
                </a:lnTo>
                <a:lnTo>
                  <a:pt x="3764381" y="3189688"/>
                </a:lnTo>
                <a:lnTo>
                  <a:pt x="3823010" y="3189688"/>
                </a:lnTo>
                <a:lnTo>
                  <a:pt x="3823010" y="3243296"/>
                </a:lnTo>
                <a:lnTo>
                  <a:pt x="4421267" y="3243296"/>
                </a:lnTo>
                <a:lnTo>
                  <a:pt x="4421267" y="3308817"/>
                </a:lnTo>
                <a:lnTo>
                  <a:pt x="5118980" y="3308817"/>
                </a:lnTo>
                <a:lnTo>
                  <a:pt x="5118980" y="3396179"/>
                </a:lnTo>
                <a:lnTo>
                  <a:pt x="5359945" y="3396179"/>
                </a:lnTo>
                <a:lnTo>
                  <a:pt x="5359945" y="3483540"/>
                </a:lnTo>
                <a:lnTo>
                  <a:pt x="6437376" y="3483540"/>
                </a:lnTo>
              </a:path>
            </a:pathLst>
          </a:custGeom>
          <a:noFill xmlns:a="http://schemas.openxmlformats.org/drawingml/2006/main"/>
          <a:ln xmlns:a="http://schemas.openxmlformats.org/drawingml/2006/main" w="29210">
            <a:solidFill>
              <a:srgbClr val="D55E00"/>
            </a:solidFill>
            <a:prstDash val="solid"/>
          </a:ln>
        </p:spPr>
      </p:sp>
      <p:sp>
        <p:nvSpPr>
          <p:cNvPr id="72" name="mf6d9d23fb8 72">
            <a:extLst xmlns:a="http://schemas.openxmlformats.org/drawingml/2006/main">
              <a:ext uri="{FF2B5EF4-FFF2-40B4-BE49-F238E27FC236}">
                <a16:creationId xmlns:a16="http://schemas.microsoft.com/office/drawing/2014/main" id="{42E15279-2F95-4559-8E63-C3067E64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2700" y="4174773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73" name="mf6d9d23fb8 73">
            <a:extLst xmlns:a="http://schemas.openxmlformats.org/drawingml/2006/main">
              <a:ext uri="{FF2B5EF4-FFF2-40B4-BE49-F238E27FC236}">
                <a16:creationId xmlns:a16="http://schemas.microsoft.com/office/drawing/2014/main" id="{AB0FF8A3-CAD0-4225-8BE8-5B4B2A28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155" y="428198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74" name="mf6d9d23fb8 74">
            <a:extLst xmlns:a="http://schemas.openxmlformats.org/drawingml/2006/main">
              <a:ext uri="{FF2B5EF4-FFF2-40B4-BE49-F238E27FC236}">
                <a16:creationId xmlns:a16="http://schemas.microsoft.com/office/drawing/2014/main" id="{D406E261-8732-4A79-A4FD-7F959E50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470" y="428198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75" name="mf6d9d23fb8 75">
            <a:extLst xmlns:a="http://schemas.openxmlformats.org/drawingml/2006/main">
              <a:ext uri="{FF2B5EF4-FFF2-40B4-BE49-F238E27FC236}">
                <a16:creationId xmlns:a16="http://schemas.microsoft.com/office/drawing/2014/main" id="{0BD912D8-EE1D-4BB5-9B1A-2C4641F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089" y="434751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76" name="mf6d9d23fb8 76">
            <a:extLst xmlns:a="http://schemas.openxmlformats.org/drawingml/2006/main">
              <a:ext uri="{FF2B5EF4-FFF2-40B4-BE49-F238E27FC236}">
                <a16:creationId xmlns:a16="http://schemas.microsoft.com/office/drawing/2014/main" id="{5D6281BF-0043-4EE8-AD34-63C0DC92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84" y="434751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77" name="mf6d9d23fb8 77">
            <a:extLst xmlns:a="http://schemas.openxmlformats.org/drawingml/2006/main">
              <a:ext uri="{FF2B5EF4-FFF2-40B4-BE49-F238E27FC236}">
                <a16:creationId xmlns:a16="http://schemas.microsoft.com/office/drawing/2014/main" id="{2E8E3C80-B516-40DE-8595-56F6EF87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078" y="4522233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78" name="mf6d9d23fb8 78">
            <a:extLst xmlns:a="http://schemas.openxmlformats.org/drawingml/2006/main">
              <a:ext uri="{FF2B5EF4-FFF2-40B4-BE49-F238E27FC236}">
                <a16:creationId xmlns:a16="http://schemas.microsoft.com/office/drawing/2014/main" id="{07CB9C25-6AE8-4E65-8143-454878B6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699" y="4522233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79" name="mf6d9d23fb8 79">
            <a:extLst xmlns:a="http://schemas.openxmlformats.org/drawingml/2006/main">
              <a:ext uri="{FF2B5EF4-FFF2-40B4-BE49-F238E27FC236}">
                <a16:creationId xmlns:a16="http://schemas.microsoft.com/office/drawing/2014/main" id="{CFE94B80-07CD-4F3F-9BE5-85D3758F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4528" y="4522233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80" name="Vector 80">
            <a:extLst xmlns:a="http://schemas.openxmlformats.org/drawingml/2006/main">
              <a:ext uri="{FF2B5EF4-FFF2-40B4-BE49-F238E27FC236}">
                <a16:creationId xmlns:a16="http://schemas.microsoft.com/office/drawing/2014/main" id="{C840A1D1-316A-4D62-84E6-E535C1FF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980968"/>
            <a:ext cx="10" cy="3928811"/>
          </a:xfrm>
          <a:custGeom xmlns:a="http://schemas.openxmlformats.org/drawingml/2006/main">
            <a:pathLst>
              <a:path w="10" h="3928811">
                <a:moveTo>
                  <a:pt x="0" y="392881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555555"/>
            </a:solidFill>
            <a:prstDash val="solid"/>
          </a:ln>
        </p:spPr>
      </p:sp>
      <p:sp>
        <p:nvSpPr>
          <p:cNvPr id="81" name="Vector 81">
            <a:extLst xmlns:a="http://schemas.openxmlformats.org/drawingml/2006/main">
              <a:ext uri="{FF2B5EF4-FFF2-40B4-BE49-F238E27FC236}">
                <a16:creationId xmlns:a16="http://schemas.microsoft.com/office/drawing/2014/main" id="{CEB03855-F789-42A8-BB80-CCBEA2D8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64" y="4909779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555555"/>
            </a:solidFill>
            <a:prstDash val="solid"/>
          </a:ln>
        </p:spPr>
      </p:sp>
      <p:sp>
        <p:nvSpPr>
          <p:cNvPr id="82" name="Text 82: 101 (0)">
            <a:extLst xmlns:a="http://schemas.openxmlformats.org/drawingml/2006/main">
              <a:ext uri="{FF2B5EF4-FFF2-40B4-BE49-F238E27FC236}">
                <a16:creationId xmlns:a16="http://schemas.microsoft.com/office/drawing/2014/main" id="{49E9161E-26C5-4A48-BDB3-A91212CA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6996" y="5954333"/>
            <a:ext cx="4277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101 (0)</a:t>
            </a:r>
          </a:p>
        </p:txBody>
      </p:sp>
      <p:sp>
        <p:nvSpPr>
          <p:cNvPr id="83" name="Text 83: 53 (0)">
            <a:extLst xmlns:a="http://schemas.openxmlformats.org/drawingml/2006/main">
              <a:ext uri="{FF2B5EF4-FFF2-40B4-BE49-F238E27FC236}">
                <a16:creationId xmlns:a16="http://schemas.microsoft.com/office/drawing/2014/main" id="{BE5A86C0-621F-49C2-A0BA-EB9AF3D0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1646" y="5954333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53 (0)</a:t>
            </a:r>
          </a:p>
        </p:txBody>
      </p:sp>
      <p:sp>
        <p:nvSpPr>
          <p:cNvPr id="84" name="Text 84: 26 (0)">
            <a:extLst xmlns:a="http://schemas.openxmlformats.org/drawingml/2006/main">
              <a:ext uri="{FF2B5EF4-FFF2-40B4-BE49-F238E27FC236}">
                <a16:creationId xmlns:a16="http://schemas.microsoft.com/office/drawing/2014/main" id="{1C41D617-0FCD-4C3F-9CC4-60752838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990" y="5954333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 (0)</a:t>
            </a:r>
          </a:p>
        </p:txBody>
      </p:sp>
      <p:sp>
        <p:nvSpPr>
          <p:cNvPr id="85" name="Text 85: 7 (6)">
            <a:extLst xmlns:a="http://schemas.openxmlformats.org/drawingml/2006/main">
              <a:ext uri="{FF2B5EF4-FFF2-40B4-BE49-F238E27FC236}">
                <a16:creationId xmlns:a16="http://schemas.microsoft.com/office/drawing/2014/main" id="{10C41D86-4B72-4386-A5C3-E82ED6E7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5640" y="5954333"/>
            <a:ext cx="2865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 (6)</a:t>
            </a:r>
          </a:p>
        </p:txBody>
      </p:sp>
      <p:sp>
        <p:nvSpPr>
          <p:cNvPr id="86" name="Text 86: 2 (7)">
            <a:extLst xmlns:a="http://schemas.openxmlformats.org/drawingml/2006/main">
              <a:ext uri="{FF2B5EF4-FFF2-40B4-BE49-F238E27FC236}">
                <a16:creationId xmlns:a16="http://schemas.microsoft.com/office/drawing/2014/main" id="{4D613DD4-7B86-4730-AFC5-FCBFBCD7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4984" y="5954333"/>
            <a:ext cx="2865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(7)</a:t>
            </a:r>
          </a:p>
        </p:txBody>
      </p:sp>
      <p:sp>
        <p:nvSpPr>
          <p:cNvPr id="87" name="Text 87: 103 (0)">
            <a:extLst xmlns:a="http://schemas.openxmlformats.org/drawingml/2006/main">
              <a:ext uri="{FF2B5EF4-FFF2-40B4-BE49-F238E27FC236}">
                <a16:creationId xmlns:a16="http://schemas.microsoft.com/office/drawing/2014/main" id="{E75CD71C-0BBA-4D96-85A5-27DFD7FB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6996" y="6250270"/>
            <a:ext cx="4277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103 (0)</a:t>
            </a:r>
          </a:p>
        </p:txBody>
      </p:sp>
      <p:sp>
        <p:nvSpPr>
          <p:cNvPr id="88" name="Text 88: 63 (0)">
            <a:extLst xmlns:a="http://schemas.openxmlformats.org/drawingml/2006/main">
              <a:ext uri="{FF2B5EF4-FFF2-40B4-BE49-F238E27FC236}">
                <a16:creationId xmlns:a16="http://schemas.microsoft.com/office/drawing/2014/main" id="{5DBB4456-2FCE-490D-94D7-11CF1D93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1646" y="6250270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 (0)</a:t>
            </a:r>
          </a:p>
        </p:txBody>
      </p:sp>
      <p:sp>
        <p:nvSpPr>
          <p:cNvPr id="89" name="Text 89: 45 (0)">
            <a:extLst xmlns:a="http://schemas.openxmlformats.org/drawingml/2006/main">
              <a:ext uri="{FF2B5EF4-FFF2-40B4-BE49-F238E27FC236}">
                <a16:creationId xmlns:a16="http://schemas.microsoft.com/office/drawing/2014/main" id="{538F2485-B15A-45A6-81E3-0C579040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990" y="6250270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45 (0)</a:t>
            </a:r>
          </a:p>
        </p:txBody>
      </p:sp>
      <p:sp>
        <p:nvSpPr>
          <p:cNvPr id="90" name="Text 90: 25 (12)">
            <a:extLst xmlns:a="http://schemas.openxmlformats.org/drawingml/2006/main">
              <a:ext uri="{FF2B5EF4-FFF2-40B4-BE49-F238E27FC236}">
                <a16:creationId xmlns:a16="http://schemas.microsoft.com/office/drawing/2014/main" id="{E9611CA8-4150-4EDB-9C65-B9D59579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5028" y="6250270"/>
            <a:ext cx="4277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 (12)</a:t>
            </a:r>
          </a:p>
        </p:txBody>
      </p:sp>
      <p:sp>
        <p:nvSpPr>
          <p:cNvPr id="91" name="Text 91: 7 (26)">
            <a:extLst xmlns:a="http://schemas.openxmlformats.org/drawingml/2006/main">
              <a:ext uri="{FF2B5EF4-FFF2-40B4-BE49-F238E27FC236}">
                <a16:creationId xmlns:a16="http://schemas.microsoft.com/office/drawing/2014/main" id="{CD6BFC27-A2FF-4AA5-BE00-05285AA8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9678" y="6250270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 (26)</a:t>
            </a:r>
          </a:p>
        </p:txBody>
      </p:sp>
      <p:sp>
        <p:nvSpPr>
          <p:cNvPr id="92" name="Text 92: 79 (0)">
            <a:extLst xmlns:a="http://schemas.openxmlformats.org/drawingml/2006/main">
              <a:ext uri="{FF2B5EF4-FFF2-40B4-BE49-F238E27FC236}">
                <a16:creationId xmlns:a16="http://schemas.microsoft.com/office/drawing/2014/main" id="{86DEA5DB-0078-4CAE-9759-6F602E94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2302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 (0)</a:t>
            </a:r>
          </a:p>
        </p:txBody>
      </p:sp>
      <p:sp>
        <p:nvSpPr>
          <p:cNvPr id="93" name="Text 93: 35 (0)">
            <a:extLst xmlns:a="http://schemas.openxmlformats.org/drawingml/2006/main">
              <a:ext uri="{FF2B5EF4-FFF2-40B4-BE49-F238E27FC236}">
                <a16:creationId xmlns:a16="http://schemas.microsoft.com/office/drawing/2014/main" id="{E2FBB4C8-A863-43CE-8C6E-281FF5B9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1646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 (0)</a:t>
            </a:r>
          </a:p>
        </p:txBody>
      </p:sp>
      <p:sp>
        <p:nvSpPr>
          <p:cNvPr id="94" name="Text 94: 15 (0)">
            <a:extLst xmlns:a="http://schemas.openxmlformats.org/drawingml/2006/main">
              <a:ext uri="{FF2B5EF4-FFF2-40B4-BE49-F238E27FC236}">
                <a16:creationId xmlns:a16="http://schemas.microsoft.com/office/drawing/2014/main" id="{D3305EE5-D35F-41AF-84D3-FE07E02E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990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 (0)</a:t>
            </a:r>
          </a:p>
        </p:txBody>
      </p:sp>
      <p:sp>
        <p:nvSpPr>
          <p:cNvPr id="95" name="Text 95: 4 (4)">
            <a:extLst xmlns:a="http://schemas.openxmlformats.org/drawingml/2006/main">
              <a:ext uri="{FF2B5EF4-FFF2-40B4-BE49-F238E27FC236}">
                <a16:creationId xmlns:a16="http://schemas.microsoft.com/office/drawing/2014/main" id="{12E3501A-7F2F-497E-BC01-6C72E0AE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5640" y="6546206"/>
            <a:ext cx="2865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 (4)</a:t>
            </a:r>
          </a:p>
        </p:txBody>
      </p:sp>
      <p:sp>
        <p:nvSpPr>
          <p:cNvPr id="96" name="Text 96: 0 (6)">
            <a:extLst xmlns:a="http://schemas.openxmlformats.org/drawingml/2006/main">
              <a:ext uri="{FF2B5EF4-FFF2-40B4-BE49-F238E27FC236}">
                <a16:creationId xmlns:a16="http://schemas.microsoft.com/office/drawing/2014/main" id="{B36E19E6-1B5A-4471-A26B-AB835D80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4984" y="6546206"/>
            <a:ext cx="2865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 (6)</a:t>
            </a:r>
          </a:p>
        </p:txBody>
      </p:sp>
      <p:sp>
        <p:nvSpPr>
          <p:cNvPr id="97" name="Text 97: 77 (0)">
            <a:extLst xmlns:a="http://schemas.openxmlformats.org/drawingml/2006/main">
              <a:ext uri="{FF2B5EF4-FFF2-40B4-BE49-F238E27FC236}">
                <a16:creationId xmlns:a16="http://schemas.microsoft.com/office/drawing/2014/main" id="{81F39DB0-71AF-436D-9304-F87DA9F2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2302" y="6842142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77 (0)</a:t>
            </a:r>
          </a:p>
        </p:txBody>
      </p:sp>
      <p:sp>
        <p:nvSpPr>
          <p:cNvPr id="98" name="Text 98: 30 (0)">
            <a:extLst xmlns:a="http://schemas.openxmlformats.org/drawingml/2006/main">
              <a:ext uri="{FF2B5EF4-FFF2-40B4-BE49-F238E27FC236}">
                <a16:creationId xmlns:a16="http://schemas.microsoft.com/office/drawing/2014/main" id="{B2DB8DF4-9746-4513-A024-096119D1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1646" y="6842142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 (0)</a:t>
            </a:r>
          </a:p>
        </p:txBody>
      </p:sp>
      <p:sp>
        <p:nvSpPr>
          <p:cNvPr id="99" name="Text 99: 16 (0)">
            <a:extLst xmlns:a="http://schemas.openxmlformats.org/drawingml/2006/main">
              <a:ext uri="{FF2B5EF4-FFF2-40B4-BE49-F238E27FC236}">
                <a16:creationId xmlns:a16="http://schemas.microsoft.com/office/drawing/2014/main" id="{F3358A64-07C4-4D84-AAF9-669DC3F3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990" y="6842142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 (0)</a:t>
            </a:r>
          </a:p>
        </p:txBody>
      </p:sp>
      <p:sp>
        <p:nvSpPr>
          <p:cNvPr id="100" name="Text 100: 7 (4)">
            <a:extLst xmlns:a="http://schemas.openxmlformats.org/drawingml/2006/main">
              <a:ext uri="{FF2B5EF4-FFF2-40B4-BE49-F238E27FC236}">
                <a16:creationId xmlns:a16="http://schemas.microsoft.com/office/drawing/2014/main" id="{08D3FB59-CA46-493A-85EE-FEB8086F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5640" y="6842142"/>
            <a:ext cx="2865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 (4)</a:t>
            </a:r>
          </a:p>
        </p:txBody>
      </p:sp>
      <p:sp>
        <p:nvSpPr>
          <p:cNvPr id="101" name="Text 101: 1 (8)">
            <a:extLst xmlns:a="http://schemas.openxmlformats.org/drawingml/2006/main">
              <a:ext uri="{FF2B5EF4-FFF2-40B4-BE49-F238E27FC236}">
                <a16:creationId xmlns:a16="http://schemas.microsoft.com/office/drawing/2014/main" id="{18D5A93C-5409-4992-AC46-69ECD7F1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4984" y="6842142"/>
            <a:ext cx="2865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(8)</a:t>
            </a:r>
          </a:p>
        </p:txBody>
      </p:sp>
      <p:sp>
        <p:nvSpPr>
          <p:cNvPr id="102" name="Vector 102">
            <a:extLst xmlns:a="http://schemas.openxmlformats.org/drawingml/2006/main">
              <a:ext uri="{FF2B5EF4-FFF2-40B4-BE49-F238E27FC236}">
                <a16:creationId xmlns:a16="http://schemas.microsoft.com/office/drawing/2014/main" id="{FAFD620E-929B-4989-9D8D-0E60F568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8277332"/>
            <a:ext cx="1207008" cy="1347021"/>
          </a:xfrm>
          <a:custGeom xmlns:a="http://schemas.openxmlformats.org/drawingml/2006/main">
            <a:pathLst>
              <a:path w="1207008" h="1347021">
                <a:moveTo>
                  <a:pt x="0" y="1347021"/>
                </a:moveTo>
                <a:lnTo>
                  <a:pt x="1207008" y="1347021"/>
                </a:lnTo>
                <a:lnTo>
                  <a:pt x="12070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03" name="mc8b85e3950 103">
            <a:extLst xmlns:a="http://schemas.openxmlformats.org/drawingml/2006/main">
              <a:ext uri="{FF2B5EF4-FFF2-40B4-BE49-F238E27FC236}">
                <a16:creationId xmlns:a16="http://schemas.microsoft.com/office/drawing/2014/main" id="{A80D1D86-3DE8-4875-8B3F-28B5AA00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251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4" name="Text 104: 0.25">
            <a:extLst xmlns:a="http://schemas.openxmlformats.org/drawingml/2006/main">
              <a:ext uri="{FF2B5EF4-FFF2-40B4-BE49-F238E27FC236}">
                <a16:creationId xmlns:a16="http://schemas.microsoft.com/office/drawing/2014/main" id="{5A0228A9-5821-466A-BCCA-787E5901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6144651" y="9763725"/>
            <a:ext cx="247828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105" name="mc8b85e3950 105">
            <a:extLst xmlns:a="http://schemas.openxmlformats.org/drawingml/2006/main">
              <a:ext uri="{FF2B5EF4-FFF2-40B4-BE49-F238E27FC236}">
                <a16:creationId xmlns:a16="http://schemas.microsoft.com/office/drawing/2014/main" id="{D7152D19-E542-4BAB-87EA-9A0095A4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0526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6" name="Text 106: 0.5">
            <a:extLst xmlns:a="http://schemas.openxmlformats.org/drawingml/2006/main">
              <a:ext uri="{FF2B5EF4-FFF2-40B4-BE49-F238E27FC236}">
                <a16:creationId xmlns:a16="http://schemas.microsoft.com/office/drawing/2014/main" id="{31734EB7-C7AA-4A00-8CC5-272BB192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6458944" y="9734771"/>
            <a:ext cx="184277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07" name="mc8b85e3950 107">
            <a:extLst xmlns:a="http://schemas.openxmlformats.org/drawingml/2006/main">
              <a:ext uri="{FF2B5EF4-FFF2-40B4-BE49-F238E27FC236}">
                <a16:creationId xmlns:a16="http://schemas.microsoft.com/office/drawing/2014/main" id="{5229F6BC-83A4-4960-951D-2AD562A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801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08" name="Text 108: 1">
            <a:extLst xmlns:a="http://schemas.openxmlformats.org/drawingml/2006/main">
              <a:ext uri="{FF2B5EF4-FFF2-40B4-BE49-F238E27FC236}">
                <a16:creationId xmlns:a16="http://schemas.microsoft.com/office/drawing/2014/main" id="{572794CF-33EC-48E6-B5FD-F8B9DE2C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6790735" y="9691364"/>
            <a:ext cx="8895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9" name="mc8b85e3950 109">
            <a:extLst xmlns:a="http://schemas.openxmlformats.org/drawingml/2006/main">
              <a:ext uri="{FF2B5EF4-FFF2-40B4-BE49-F238E27FC236}">
                <a16:creationId xmlns:a16="http://schemas.microsoft.com/office/drawing/2014/main" id="{6C9009AB-C92F-4444-B1E0-E38DB114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077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10" name="Text 110: 2">
            <a:extLst xmlns:a="http://schemas.openxmlformats.org/drawingml/2006/main">
              <a:ext uri="{FF2B5EF4-FFF2-40B4-BE49-F238E27FC236}">
                <a16:creationId xmlns:a16="http://schemas.microsoft.com/office/drawing/2014/main" id="{2E0EB472-6476-4B90-98F5-78A8B805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7070010" y="9691364"/>
            <a:ext cx="8895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1" name="mc8b85e3950 111">
            <a:extLst xmlns:a="http://schemas.openxmlformats.org/drawingml/2006/main">
              <a:ext uri="{FF2B5EF4-FFF2-40B4-BE49-F238E27FC236}">
                <a16:creationId xmlns:a16="http://schemas.microsoft.com/office/drawing/2014/main" id="{104F94D2-D453-449E-947D-4E435B4C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12" name="Text 112: 4">
            <a:extLst xmlns:a="http://schemas.openxmlformats.org/drawingml/2006/main">
              <a:ext uri="{FF2B5EF4-FFF2-40B4-BE49-F238E27FC236}">
                <a16:creationId xmlns:a16="http://schemas.microsoft.com/office/drawing/2014/main" id="{7441C4F3-A60C-46FD-8853-31EEF4EC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7349286" y="9691364"/>
            <a:ext cx="8895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3" name="Vector 113">
            <a:extLst xmlns:a="http://schemas.openxmlformats.org/drawingml/2006/main">
              <a:ext uri="{FF2B5EF4-FFF2-40B4-BE49-F238E27FC236}">
                <a16:creationId xmlns:a16="http://schemas.microsoft.com/office/drawing/2014/main" id="{714DB473-2D19-4350-ADE5-87D51318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801" y="8277332"/>
            <a:ext cx="10" cy="1347021"/>
          </a:xfrm>
          <a:custGeom xmlns:a="http://schemas.openxmlformats.org/drawingml/2006/main">
            <a:pathLst>
              <a:path w="10" h="1347021">
                <a:moveTo>
                  <a:pt x="0" y="13470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AEB3B8"/>
            </a:solidFill>
            <a:prstDash val="dash"/>
          </a:ln>
        </p:spPr>
      </p:sp>
      <p:sp>
        <p:nvSpPr>
          <p:cNvPr id="114" name="Vector 114">
            <a:extLst xmlns:a="http://schemas.openxmlformats.org/drawingml/2006/main">
              <a:ext uri="{FF2B5EF4-FFF2-40B4-BE49-F238E27FC236}">
                <a16:creationId xmlns:a16="http://schemas.microsoft.com/office/drawing/2014/main" id="{4D7951AB-F519-4716-AAAB-912694C2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416" y="8501835"/>
            <a:ext cx="181750" cy="10"/>
          </a:xfrm>
          <a:custGeom xmlns:a="http://schemas.openxmlformats.org/drawingml/2006/main">
            <a:pathLst>
              <a:path w="181750" h="10">
                <a:moveTo>
                  <a:pt x="0" y="0"/>
                </a:moveTo>
                <a:lnTo>
                  <a:pt x="18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697480"/>
            </a:solidFill>
            <a:prstDash val="solid"/>
          </a:ln>
        </p:spPr>
      </p:sp>
      <p:sp>
        <p:nvSpPr>
          <p:cNvPr id="115" name="m3ddef8884b 115">
            <a:extLst xmlns:a="http://schemas.openxmlformats.org/drawingml/2006/main">
              <a:ext uri="{FF2B5EF4-FFF2-40B4-BE49-F238E27FC236}">
                <a16:creationId xmlns:a16="http://schemas.microsoft.com/office/drawing/2014/main" id="{CB7EADE9-3A64-4DE6-8ED4-7A2D188B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416" y="8476435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116" name="m3ddef8884b 116">
            <a:extLst xmlns:a="http://schemas.openxmlformats.org/drawingml/2006/main">
              <a:ext uri="{FF2B5EF4-FFF2-40B4-BE49-F238E27FC236}">
                <a16:creationId xmlns:a16="http://schemas.microsoft.com/office/drawing/2014/main" id="{833495EF-7E2A-44A9-AA3D-6FC41C80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166" y="8476435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117" name="Vector 117">
            <a:extLst xmlns:a="http://schemas.openxmlformats.org/drawingml/2006/main">
              <a:ext uri="{FF2B5EF4-FFF2-40B4-BE49-F238E27FC236}">
                <a16:creationId xmlns:a16="http://schemas.microsoft.com/office/drawing/2014/main" id="{EF5C53A0-4CC1-4586-8155-C5A74321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249" y="8950842"/>
            <a:ext cx="247694" cy="10"/>
          </a:xfrm>
          <a:custGeom xmlns:a="http://schemas.openxmlformats.org/drawingml/2006/main">
            <a:pathLst>
              <a:path w="247694" h="10">
                <a:moveTo>
                  <a:pt x="0" y="0"/>
                </a:moveTo>
                <a:lnTo>
                  <a:pt x="2476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697480"/>
            </a:solidFill>
            <a:prstDash val="solid"/>
          </a:ln>
        </p:spPr>
      </p:sp>
      <p:sp>
        <p:nvSpPr>
          <p:cNvPr id="118" name="m3ddef8884b 118">
            <a:extLst xmlns:a="http://schemas.openxmlformats.org/drawingml/2006/main">
              <a:ext uri="{FF2B5EF4-FFF2-40B4-BE49-F238E27FC236}">
                <a16:creationId xmlns:a16="http://schemas.microsoft.com/office/drawing/2014/main" id="{B7B0BCB8-068D-449C-A2C3-E07AD021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249" y="8925442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119" name="m3ddef8884b 119">
            <a:extLst xmlns:a="http://schemas.openxmlformats.org/drawingml/2006/main">
              <a:ext uri="{FF2B5EF4-FFF2-40B4-BE49-F238E27FC236}">
                <a16:creationId xmlns:a16="http://schemas.microsoft.com/office/drawing/2014/main" id="{2983775E-135E-4E5E-9F58-99EDAAC7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942" y="8925442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120" name="Vector 120">
            <a:extLst xmlns:a="http://schemas.openxmlformats.org/drawingml/2006/main">
              <a:ext uri="{FF2B5EF4-FFF2-40B4-BE49-F238E27FC236}">
                <a16:creationId xmlns:a16="http://schemas.microsoft.com/office/drawing/2014/main" id="{6AA3A95B-F6CF-4772-8C14-1F1ECB00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88" y="9399849"/>
            <a:ext cx="268633" cy="10"/>
          </a:xfrm>
          <a:custGeom xmlns:a="http://schemas.openxmlformats.org/drawingml/2006/main">
            <a:pathLst>
              <a:path w="268633" h="10">
                <a:moveTo>
                  <a:pt x="0" y="0"/>
                </a:moveTo>
                <a:lnTo>
                  <a:pt x="268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55E00"/>
            </a:solidFill>
            <a:prstDash val="solid"/>
          </a:ln>
        </p:spPr>
      </p:sp>
      <p:sp>
        <p:nvSpPr>
          <p:cNvPr id="121" name="mef96349017 121">
            <a:extLst xmlns:a="http://schemas.openxmlformats.org/drawingml/2006/main">
              <a:ext uri="{FF2B5EF4-FFF2-40B4-BE49-F238E27FC236}">
                <a16:creationId xmlns:a16="http://schemas.microsoft.com/office/drawing/2014/main" id="{DABA8072-6672-4C62-A188-C32602E8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88" y="9374449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2700">
            <a:solidFill>
              <a:srgbClr val="D55E00"/>
            </a:solidFill>
            <a:prstDash val="solid"/>
          </a:ln>
        </p:spPr>
      </p:sp>
      <p:sp>
        <p:nvSpPr>
          <p:cNvPr id="122" name="mef96349017 122">
            <a:extLst xmlns:a="http://schemas.openxmlformats.org/drawingml/2006/main">
              <a:ext uri="{FF2B5EF4-FFF2-40B4-BE49-F238E27FC236}">
                <a16:creationId xmlns:a16="http://schemas.microsoft.com/office/drawing/2014/main" id="{1FC925D9-5947-4CDC-8784-82D7B466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221" y="9374449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2700">
            <a:solidFill>
              <a:srgbClr val="D55E00"/>
            </a:solidFill>
            <a:prstDash val="solid"/>
          </a:ln>
        </p:spPr>
      </p:sp>
      <p:sp>
        <p:nvSpPr>
          <p:cNvPr id="123" name="m7e20ca9531 123">
            <a:extLst xmlns:a="http://schemas.openxmlformats.org/drawingml/2006/main">
              <a:ext uri="{FF2B5EF4-FFF2-40B4-BE49-F238E27FC236}">
                <a16:creationId xmlns:a16="http://schemas.microsoft.com/office/drawing/2014/main" id="{B474072C-9406-4888-AFDC-E2588AE0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191" y="846373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76200" y="76200"/>
                </a:lnTo>
                <a:lnTo>
                  <a:pt x="762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124" name="m7e20ca9531 124">
            <a:extLst xmlns:a="http://schemas.openxmlformats.org/drawingml/2006/main">
              <a:ext uri="{FF2B5EF4-FFF2-40B4-BE49-F238E27FC236}">
                <a16:creationId xmlns:a16="http://schemas.microsoft.com/office/drawing/2014/main" id="{6026D3E4-E83A-4EA7-B85B-696C80E8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995" y="8912742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76200" y="76200"/>
                </a:lnTo>
                <a:lnTo>
                  <a:pt x="762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125" name="mae84b4533e 125">
            <a:extLst xmlns:a="http://schemas.openxmlformats.org/drawingml/2006/main">
              <a:ext uri="{FF2B5EF4-FFF2-40B4-BE49-F238E27FC236}">
                <a16:creationId xmlns:a16="http://schemas.microsoft.com/office/drawing/2014/main" id="{DCB5E7D3-A85D-432D-832F-743EC4EE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279" y="9352224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95250"/>
                </a:moveTo>
                <a:lnTo>
                  <a:pt x="95250" y="95250"/>
                </a:ln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2700">
            <a:solidFill>
              <a:srgbClr val="D55E00"/>
            </a:solidFill>
            <a:prstDash val="solid"/>
          </a:ln>
        </p:spPr>
      </p:sp>
      <p:sp>
        <p:nvSpPr>
          <p:cNvPr id="126" name="Vector 126">
            <a:extLst xmlns:a="http://schemas.openxmlformats.org/drawingml/2006/main">
              <a:ext uri="{FF2B5EF4-FFF2-40B4-BE49-F238E27FC236}">
                <a16:creationId xmlns:a16="http://schemas.microsoft.com/office/drawing/2014/main" id="{C3AF9837-0411-4E92-A17C-94E44781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9624353"/>
            <a:ext cx="1207008" cy="10"/>
          </a:xfrm>
          <a:custGeom xmlns:a="http://schemas.openxmlformats.org/drawingml/2006/main">
            <a:pathLst>
              <a:path w="1207008" h="10">
                <a:moveTo>
                  <a:pt x="0" y="0"/>
                </a:moveTo>
                <a:lnTo>
                  <a:pt x="12070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B0B0B0"/>
            </a:solidFill>
            <a:prstDash val="solid"/>
          </a:ln>
        </p:spPr>
      </p:sp>
      <p:sp>
        <p:nvSpPr>
          <p:cNvPr id="127" name="Vector 127">
            <a:extLst xmlns:a="http://schemas.openxmlformats.org/drawingml/2006/main">
              <a:ext uri="{FF2B5EF4-FFF2-40B4-BE49-F238E27FC236}">
                <a16:creationId xmlns:a16="http://schemas.microsoft.com/office/drawing/2014/main" id="{9049091B-B3BF-4A10-A7A1-C708FB8F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980968"/>
            <a:ext cx="6437376" cy="3928811"/>
          </a:xfrm>
          <a:custGeom xmlns:a="http://schemas.openxmlformats.org/drawingml/2006/main">
            <a:pathLst>
              <a:path w="6437376" h="3928811">
                <a:moveTo>
                  <a:pt x="0" y="3928811"/>
                </a:moveTo>
                <a:lnTo>
                  <a:pt x="6437376" y="3928811"/>
                </a:lnTo>
                <a:lnTo>
                  <a:pt x="64373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28" name="Vector 128">
            <a:extLst xmlns:a="http://schemas.openxmlformats.org/drawingml/2006/main">
              <a:ext uri="{FF2B5EF4-FFF2-40B4-BE49-F238E27FC236}">
                <a16:creationId xmlns:a16="http://schemas.microsoft.com/office/drawing/2014/main" id="{3BF34991-F59B-4CFC-98E3-6C1B1CE4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3951533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129" name="Vector 129">
            <a:extLst xmlns:a="http://schemas.openxmlformats.org/drawingml/2006/main">
              <a:ext uri="{FF2B5EF4-FFF2-40B4-BE49-F238E27FC236}">
                <a16:creationId xmlns:a16="http://schemas.microsoft.com/office/drawing/2014/main" id="{82C5ABC7-B01C-4510-95A4-AE0287C6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2993286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130" name="Vector 130">
            <a:extLst xmlns:a="http://schemas.openxmlformats.org/drawingml/2006/main">
              <a:ext uri="{FF2B5EF4-FFF2-40B4-BE49-F238E27FC236}">
                <a16:creationId xmlns:a16="http://schemas.microsoft.com/office/drawing/2014/main" id="{CA849012-60DE-4123-9BE6-1639B71E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2035040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131" name="Vector 131">
            <a:extLst xmlns:a="http://schemas.openxmlformats.org/drawingml/2006/main">
              <a:ext uri="{FF2B5EF4-FFF2-40B4-BE49-F238E27FC236}">
                <a16:creationId xmlns:a16="http://schemas.microsoft.com/office/drawing/2014/main" id="{401FC456-F62B-455D-920C-85B69CB0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1076793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ECEEF0"/>
            </a:solidFill>
            <a:prstDash val="solid"/>
          </a:ln>
        </p:spPr>
      </p:sp>
      <p:sp>
        <p:nvSpPr>
          <p:cNvPr id="132" name="m7d19b1f22e 132">
            <a:extLst xmlns:a="http://schemas.openxmlformats.org/drawingml/2006/main">
              <a:ext uri="{FF2B5EF4-FFF2-40B4-BE49-F238E27FC236}">
                <a16:creationId xmlns:a16="http://schemas.microsoft.com/office/drawing/2014/main" id="{CFC6F4F5-D735-4065-A5F5-3C52E42C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3" name="Text 133: 0">
            <a:extLst xmlns:a="http://schemas.openxmlformats.org/drawingml/2006/main">
              <a:ext uri="{FF2B5EF4-FFF2-40B4-BE49-F238E27FC236}">
                <a16:creationId xmlns:a16="http://schemas.microsoft.com/office/drawing/2014/main" id="{DAF27F76-2F5D-4945-8597-7088E17F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3327" y="4981259"/>
            <a:ext cx="103073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4" name="m7d19b1f22e 134">
            <a:extLst xmlns:a="http://schemas.openxmlformats.org/drawingml/2006/main">
              <a:ext uri="{FF2B5EF4-FFF2-40B4-BE49-F238E27FC236}">
                <a16:creationId xmlns:a16="http://schemas.microsoft.com/office/drawing/2014/main" id="{CD60AEB9-507E-423E-B0F8-61B9FA36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208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5" name="Text 135: 12">
            <a:extLst xmlns:a="http://schemas.openxmlformats.org/drawingml/2006/main">
              <a:ext uri="{FF2B5EF4-FFF2-40B4-BE49-F238E27FC236}">
                <a16:creationId xmlns:a16="http://schemas.microsoft.com/office/drawing/2014/main" id="{30C02051-BC9F-4A81-9B37-8151839C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03835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36" name="m7d19b1f22e 136">
            <a:extLst xmlns:a="http://schemas.openxmlformats.org/drawingml/2006/main">
              <a:ext uri="{FF2B5EF4-FFF2-40B4-BE49-F238E27FC236}">
                <a16:creationId xmlns:a16="http://schemas.microsoft.com/office/drawing/2014/main" id="{9D27BB2C-BB0A-48B3-8EA1-8A6978EA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3552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7" name="Text 137: 24">
            <a:extLst xmlns:a="http://schemas.openxmlformats.org/drawingml/2006/main">
              <a:ext uri="{FF2B5EF4-FFF2-40B4-BE49-F238E27FC236}">
                <a16:creationId xmlns:a16="http://schemas.microsoft.com/office/drawing/2014/main" id="{56C7D994-7E26-4715-A86C-273E94BD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3179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38" name="m7d19b1f22e 138">
            <a:extLst xmlns:a="http://schemas.openxmlformats.org/drawingml/2006/main">
              <a:ext uri="{FF2B5EF4-FFF2-40B4-BE49-F238E27FC236}">
                <a16:creationId xmlns:a16="http://schemas.microsoft.com/office/drawing/2014/main" id="{7971E206-A2F8-4540-957F-555DD069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2896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9" name="Text 139: 36">
            <a:extLst xmlns:a="http://schemas.openxmlformats.org/drawingml/2006/main">
              <a:ext uri="{FF2B5EF4-FFF2-40B4-BE49-F238E27FC236}">
                <a16:creationId xmlns:a16="http://schemas.microsoft.com/office/drawing/2014/main" id="{B02A6931-CB2F-4375-A59B-FEFD6E69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22523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140" name="m7d19b1f22e 140">
            <a:extLst xmlns:a="http://schemas.openxmlformats.org/drawingml/2006/main">
              <a:ext uri="{FF2B5EF4-FFF2-40B4-BE49-F238E27FC236}">
                <a16:creationId xmlns:a16="http://schemas.microsoft.com/office/drawing/2014/main" id="{F8B591EB-2A71-4502-BD0F-13BB2697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240" y="4909779"/>
            <a:ext cx="10" cy="50800"/>
          </a:xfrm>
          <a:custGeom xmlns:a="http://schemas.openxmlformats.org/drawingml/2006/main">
            <a:pathLst>
              <a:path w="10" h="50800">
                <a:moveTo>
                  <a:pt x="0" y="0"/>
                </a:moveTo>
                <a:lnTo>
                  <a:pt x="0" y="50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1" name="Text 141: 48">
            <a:extLst xmlns:a="http://schemas.openxmlformats.org/drawingml/2006/main">
              <a:ext uri="{FF2B5EF4-FFF2-40B4-BE49-F238E27FC236}">
                <a16:creationId xmlns:a16="http://schemas.microsoft.com/office/drawing/2014/main" id="{566C89F8-795A-49E3-B873-AD0D7ADE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31867" y="4981259"/>
            <a:ext cx="18074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142" name="Text 142: Time (months)">
            <a:extLst xmlns:a="http://schemas.openxmlformats.org/drawingml/2006/main">
              <a:ext uri="{FF2B5EF4-FFF2-40B4-BE49-F238E27FC236}">
                <a16:creationId xmlns:a16="http://schemas.microsoft.com/office/drawing/2014/main" id="{46B4C21E-4433-4361-B2C3-C0DED8A6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58865" y="5251840"/>
            <a:ext cx="1089374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(months)</a:t>
            </a:r>
          </a:p>
        </p:txBody>
      </p:sp>
      <p:sp>
        <p:nvSpPr>
          <p:cNvPr id="143" name="mc4b6c1b827 143">
            <a:extLst xmlns:a="http://schemas.openxmlformats.org/drawingml/2006/main">
              <a:ext uri="{FF2B5EF4-FFF2-40B4-BE49-F238E27FC236}">
                <a16:creationId xmlns:a16="http://schemas.microsoft.com/office/drawing/2014/main" id="{3B31EBCC-EE89-4BC6-A7EE-2AAE841E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064" y="4909779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4" name="Text 144: 0.00">
            <a:extLst xmlns:a="http://schemas.openxmlformats.org/drawingml/2006/main">
              <a:ext uri="{FF2B5EF4-FFF2-40B4-BE49-F238E27FC236}">
                <a16:creationId xmlns:a16="http://schemas.microsoft.com/office/drawing/2014/main" id="{690517B3-13AB-4FC6-A9E7-8BD0313D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2358" y="4832933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145" name="mc4b6c1b827 145">
            <a:extLst xmlns:a="http://schemas.openxmlformats.org/drawingml/2006/main">
              <a:ext uri="{FF2B5EF4-FFF2-40B4-BE49-F238E27FC236}">
                <a16:creationId xmlns:a16="http://schemas.microsoft.com/office/drawing/2014/main" id="{F2DA0F30-7F90-469F-87EA-36879F01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064" y="3951533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6" name="Text 146: 0.25">
            <a:extLst xmlns:a="http://schemas.openxmlformats.org/drawingml/2006/main">
              <a:ext uri="{FF2B5EF4-FFF2-40B4-BE49-F238E27FC236}">
                <a16:creationId xmlns:a16="http://schemas.microsoft.com/office/drawing/2014/main" id="{DC6EF672-40CB-4A0B-800D-D76CEFCC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2358" y="3874687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147" name="mc4b6c1b827 147">
            <a:extLst xmlns:a="http://schemas.openxmlformats.org/drawingml/2006/main">
              <a:ext uri="{FF2B5EF4-FFF2-40B4-BE49-F238E27FC236}">
                <a16:creationId xmlns:a16="http://schemas.microsoft.com/office/drawing/2014/main" id="{C00613A8-ACF1-4D93-BE7A-36D0A70E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064" y="2993286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48" name="Text 148: 0.50">
            <a:extLst xmlns:a="http://schemas.openxmlformats.org/drawingml/2006/main">
              <a:ext uri="{FF2B5EF4-FFF2-40B4-BE49-F238E27FC236}">
                <a16:creationId xmlns:a16="http://schemas.microsoft.com/office/drawing/2014/main" id="{0C732C65-36B2-49BD-9DD7-308425E6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2358" y="2916440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0.50</a:t>
            </a:r>
          </a:p>
        </p:txBody>
      </p:sp>
      <p:sp>
        <p:nvSpPr>
          <p:cNvPr id="149" name="mc4b6c1b827 149">
            <a:extLst xmlns:a="http://schemas.openxmlformats.org/drawingml/2006/main">
              <a:ext uri="{FF2B5EF4-FFF2-40B4-BE49-F238E27FC236}">
                <a16:creationId xmlns:a16="http://schemas.microsoft.com/office/drawing/2014/main" id="{F6D3CF41-3BE1-4792-8EE2-C69B0F67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064" y="2035040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50" name="Text 150: 0.75">
            <a:extLst xmlns:a="http://schemas.openxmlformats.org/drawingml/2006/main">
              <a:ext uri="{FF2B5EF4-FFF2-40B4-BE49-F238E27FC236}">
                <a16:creationId xmlns:a16="http://schemas.microsoft.com/office/drawing/2014/main" id="{BBAD7A10-2C91-4A18-B65B-65B3A8F6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2358" y="1958194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0.75</a:t>
            </a:r>
          </a:p>
        </p:txBody>
      </p:sp>
      <p:sp>
        <p:nvSpPr>
          <p:cNvPr id="151" name="mc4b6c1b827 151">
            <a:extLst xmlns:a="http://schemas.openxmlformats.org/drawingml/2006/main">
              <a:ext uri="{FF2B5EF4-FFF2-40B4-BE49-F238E27FC236}">
                <a16:creationId xmlns:a16="http://schemas.microsoft.com/office/drawing/2014/main" id="{71A38604-1459-4C19-914D-0C8F2D6E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064" y="1076793"/>
            <a:ext cx="50800" cy="10"/>
          </a:xfrm>
          <a:custGeom xmlns:a="http://schemas.openxmlformats.org/drawingml/2006/main">
            <a:pathLst>
              <a:path w="50800" h="10">
                <a:moveTo>
                  <a:pt x="5080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52" name="Text 152: 1.00">
            <a:extLst xmlns:a="http://schemas.openxmlformats.org/drawingml/2006/main">
              <a:ext uri="{FF2B5EF4-FFF2-40B4-BE49-F238E27FC236}">
                <a16:creationId xmlns:a16="http://schemas.microsoft.com/office/drawing/2014/main" id="{F97DE4F9-5BF2-4EB7-933C-5FEA1847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2358" y="999947"/>
            <a:ext cx="297256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153" name="Text 153: OS probability">
            <a:extLst xmlns:a="http://schemas.openxmlformats.org/drawingml/2006/main">
              <a:ext uri="{FF2B5EF4-FFF2-40B4-BE49-F238E27FC236}">
                <a16:creationId xmlns:a16="http://schemas.microsoft.com/office/drawing/2014/main" id="{EB6C8FB5-F708-4A25-9AB2-2F8FE844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339886" y="2838059"/>
            <a:ext cx="1062228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OS probability</a:t>
            </a:r>
          </a:p>
        </p:txBody>
      </p:sp>
      <p:sp>
        <p:nvSpPr>
          <p:cNvPr id="154" name="Vector 154">
            <a:extLst xmlns:a="http://schemas.openxmlformats.org/drawingml/2006/main">
              <a:ext uri="{FF2B5EF4-FFF2-40B4-BE49-F238E27FC236}">
                <a16:creationId xmlns:a16="http://schemas.microsoft.com/office/drawing/2014/main" id="{532DFB38-7B43-4BB1-9F5E-3069A1E7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1076793"/>
            <a:ext cx="6437376" cy="3022017"/>
          </a:xfrm>
          <a:custGeom xmlns:a="http://schemas.openxmlformats.org/drawingml/2006/main">
            <a:pathLst>
              <a:path w="6437376" h="3022017">
                <a:moveTo>
                  <a:pt x="0" y="0"/>
                </a:moveTo>
                <a:lnTo>
                  <a:pt x="310692" y="0"/>
                </a:lnTo>
                <a:lnTo>
                  <a:pt x="310692" y="37950"/>
                </a:lnTo>
                <a:lnTo>
                  <a:pt x="315221" y="37950"/>
                </a:lnTo>
                <a:lnTo>
                  <a:pt x="315221" y="75901"/>
                </a:lnTo>
                <a:lnTo>
                  <a:pt x="417628" y="75901"/>
                </a:lnTo>
                <a:lnTo>
                  <a:pt x="417628" y="113851"/>
                </a:lnTo>
                <a:lnTo>
                  <a:pt x="442826" y="113851"/>
                </a:lnTo>
                <a:lnTo>
                  <a:pt x="442826" y="151801"/>
                </a:lnTo>
                <a:lnTo>
                  <a:pt x="546350" y="151801"/>
                </a:lnTo>
                <a:lnTo>
                  <a:pt x="546350" y="189752"/>
                </a:lnTo>
                <a:lnTo>
                  <a:pt x="551770" y="189752"/>
                </a:lnTo>
                <a:lnTo>
                  <a:pt x="551770" y="227702"/>
                </a:lnTo>
                <a:lnTo>
                  <a:pt x="656678" y="227702"/>
                </a:lnTo>
                <a:lnTo>
                  <a:pt x="656678" y="265653"/>
                </a:lnTo>
                <a:lnTo>
                  <a:pt x="807586" y="265653"/>
                </a:lnTo>
                <a:lnTo>
                  <a:pt x="807586" y="303603"/>
                </a:lnTo>
                <a:lnTo>
                  <a:pt x="849426" y="303603"/>
                </a:lnTo>
                <a:lnTo>
                  <a:pt x="849426" y="341553"/>
                </a:lnTo>
                <a:lnTo>
                  <a:pt x="931811" y="341553"/>
                </a:lnTo>
                <a:lnTo>
                  <a:pt x="931811" y="379504"/>
                </a:lnTo>
                <a:lnTo>
                  <a:pt x="961907" y="379504"/>
                </a:lnTo>
                <a:lnTo>
                  <a:pt x="961907" y="417454"/>
                </a:lnTo>
                <a:lnTo>
                  <a:pt x="976451" y="417454"/>
                </a:lnTo>
                <a:lnTo>
                  <a:pt x="976451" y="455404"/>
                </a:lnTo>
                <a:lnTo>
                  <a:pt x="1002402" y="455404"/>
                </a:lnTo>
                <a:lnTo>
                  <a:pt x="1002402" y="493355"/>
                </a:lnTo>
                <a:lnTo>
                  <a:pt x="1053361" y="493355"/>
                </a:lnTo>
                <a:lnTo>
                  <a:pt x="1053361" y="531305"/>
                </a:lnTo>
                <a:lnTo>
                  <a:pt x="1061938" y="531305"/>
                </a:lnTo>
                <a:lnTo>
                  <a:pt x="1061938" y="569255"/>
                </a:lnTo>
                <a:lnTo>
                  <a:pt x="1069823" y="569255"/>
                </a:lnTo>
                <a:lnTo>
                  <a:pt x="1069823" y="607206"/>
                </a:lnTo>
                <a:lnTo>
                  <a:pt x="1205977" y="607206"/>
                </a:lnTo>
                <a:lnTo>
                  <a:pt x="1205977" y="645156"/>
                </a:lnTo>
                <a:lnTo>
                  <a:pt x="1216411" y="645156"/>
                </a:lnTo>
                <a:lnTo>
                  <a:pt x="1216411" y="683106"/>
                </a:lnTo>
                <a:lnTo>
                  <a:pt x="1365139" y="683106"/>
                </a:lnTo>
                <a:lnTo>
                  <a:pt x="1365139" y="721057"/>
                </a:lnTo>
                <a:lnTo>
                  <a:pt x="1507778" y="721057"/>
                </a:lnTo>
                <a:lnTo>
                  <a:pt x="1507778" y="759007"/>
                </a:lnTo>
                <a:lnTo>
                  <a:pt x="1530108" y="759007"/>
                </a:lnTo>
                <a:lnTo>
                  <a:pt x="1530108" y="796958"/>
                </a:lnTo>
                <a:lnTo>
                  <a:pt x="1645139" y="796958"/>
                </a:lnTo>
                <a:lnTo>
                  <a:pt x="1645139" y="834908"/>
                </a:lnTo>
                <a:lnTo>
                  <a:pt x="1686325" y="834908"/>
                </a:lnTo>
                <a:lnTo>
                  <a:pt x="1686325" y="872858"/>
                </a:lnTo>
                <a:lnTo>
                  <a:pt x="1693574" y="872858"/>
                </a:lnTo>
                <a:lnTo>
                  <a:pt x="1693574" y="910809"/>
                </a:lnTo>
                <a:lnTo>
                  <a:pt x="1780069" y="910809"/>
                </a:lnTo>
                <a:lnTo>
                  <a:pt x="1780069" y="948759"/>
                </a:lnTo>
                <a:lnTo>
                  <a:pt x="1829668" y="948759"/>
                </a:lnTo>
                <a:lnTo>
                  <a:pt x="1829668" y="986709"/>
                </a:lnTo>
                <a:lnTo>
                  <a:pt x="2092876" y="986709"/>
                </a:lnTo>
                <a:lnTo>
                  <a:pt x="2092876" y="1024660"/>
                </a:lnTo>
                <a:lnTo>
                  <a:pt x="2242224" y="1024660"/>
                </a:lnTo>
                <a:lnTo>
                  <a:pt x="2242224" y="1062610"/>
                </a:lnTo>
                <a:lnTo>
                  <a:pt x="2249245" y="1062610"/>
                </a:lnTo>
                <a:lnTo>
                  <a:pt x="2249245" y="1100560"/>
                </a:lnTo>
                <a:lnTo>
                  <a:pt x="2301039" y="1100560"/>
                </a:lnTo>
                <a:lnTo>
                  <a:pt x="2301039" y="1138511"/>
                </a:lnTo>
                <a:lnTo>
                  <a:pt x="2373228" y="1138511"/>
                </a:lnTo>
                <a:lnTo>
                  <a:pt x="2373228" y="1176461"/>
                </a:lnTo>
                <a:lnTo>
                  <a:pt x="2451835" y="1176461"/>
                </a:lnTo>
                <a:lnTo>
                  <a:pt x="2451835" y="1214412"/>
                </a:lnTo>
                <a:lnTo>
                  <a:pt x="2484530" y="1214412"/>
                </a:lnTo>
                <a:lnTo>
                  <a:pt x="2484530" y="1252362"/>
                </a:lnTo>
                <a:lnTo>
                  <a:pt x="2523526" y="1252362"/>
                </a:lnTo>
                <a:lnTo>
                  <a:pt x="2523526" y="1290312"/>
                </a:lnTo>
                <a:lnTo>
                  <a:pt x="2548770" y="1290312"/>
                </a:lnTo>
                <a:lnTo>
                  <a:pt x="2548770" y="1328263"/>
                </a:lnTo>
                <a:lnTo>
                  <a:pt x="2672707" y="1328263"/>
                </a:lnTo>
                <a:lnTo>
                  <a:pt x="2672707" y="1366213"/>
                </a:lnTo>
                <a:lnTo>
                  <a:pt x="2696133" y="1366213"/>
                </a:lnTo>
                <a:lnTo>
                  <a:pt x="2696133" y="1404163"/>
                </a:lnTo>
                <a:lnTo>
                  <a:pt x="2701407" y="1404163"/>
                </a:lnTo>
                <a:lnTo>
                  <a:pt x="2701407" y="1442114"/>
                </a:lnTo>
                <a:lnTo>
                  <a:pt x="2855703" y="1442114"/>
                </a:lnTo>
                <a:lnTo>
                  <a:pt x="2855703" y="1480064"/>
                </a:lnTo>
                <a:lnTo>
                  <a:pt x="2877121" y="1480064"/>
                </a:lnTo>
                <a:lnTo>
                  <a:pt x="2877121" y="1518014"/>
                </a:lnTo>
                <a:lnTo>
                  <a:pt x="2913390" y="1518014"/>
                </a:lnTo>
                <a:lnTo>
                  <a:pt x="2913390" y="1555965"/>
                </a:lnTo>
                <a:lnTo>
                  <a:pt x="2967240" y="1555965"/>
                </a:lnTo>
                <a:lnTo>
                  <a:pt x="2967240" y="1593915"/>
                </a:lnTo>
                <a:lnTo>
                  <a:pt x="2972446" y="1593915"/>
                </a:lnTo>
                <a:lnTo>
                  <a:pt x="2972446" y="1631865"/>
                </a:lnTo>
                <a:lnTo>
                  <a:pt x="2985869" y="1631865"/>
                </a:lnTo>
                <a:lnTo>
                  <a:pt x="2985869" y="1669816"/>
                </a:lnTo>
                <a:lnTo>
                  <a:pt x="2995649" y="1669816"/>
                </a:lnTo>
                <a:lnTo>
                  <a:pt x="2995649" y="1707766"/>
                </a:lnTo>
                <a:lnTo>
                  <a:pt x="3019405" y="1707766"/>
                </a:lnTo>
                <a:lnTo>
                  <a:pt x="3019405" y="1745717"/>
                </a:lnTo>
                <a:lnTo>
                  <a:pt x="3037776" y="1745717"/>
                </a:lnTo>
                <a:lnTo>
                  <a:pt x="3037776" y="1783667"/>
                </a:lnTo>
                <a:lnTo>
                  <a:pt x="3167590" y="1783667"/>
                </a:lnTo>
                <a:lnTo>
                  <a:pt x="3167590" y="1821617"/>
                </a:lnTo>
                <a:lnTo>
                  <a:pt x="3272646" y="1821617"/>
                </a:lnTo>
                <a:lnTo>
                  <a:pt x="3272646" y="1859568"/>
                </a:lnTo>
                <a:lnTo>
                  <a:pt x="3340048" y="1859568"/>
                </a:lnTo>
                <a:lnTo>
                  <a:pt x="3340048" y="1897518"/>
                </a:lnTo>
                <a:lnTo>
                  <a:pt x="3409243" y="1897518"/>
                </a:lnTo>
                <a:lnTo>
                  <a:pt x="3409243" y="1935468"/>
                </a:lnTo>
                <a:lnTo>
                  <a:pt x="3583045" y="1935468"/>
                </a:lnTo>
                <a:lnTo>
                  <a:pt x="3583045" y="1973419"/>
                </a:lnTo>
                <a:lnTo>
                  <a:pt x="3622445" y="1973419"/>
                </a:lnTo>
                <a:lnTo>
                  <a:pt x="3622445" y="2011369"/>
                </a:lnTo>
                <a:lnTo>
                  <a:pt x="3628486" y="2011369"/>
                </a:lnTo>
                <a:lnTo>
                  <a:pt x="3628486" y="2050127"/>
                </a:lnTo>
                <a:lnTo>
                  <a:pt x="3689053" y="2050127"/>
                </a:lnTo>
                <a:lnTo>
                  <a:pt x="3689053" y="2088885"/>
                </a:lnTo>
                <a:lnTo>
                  <a:pt x="3752680" y="2088885"/>
                </a:lnTo>
                <a:lnTo>
                  <a:pt x="3752680" y="2130411"/>
                </a:lnTo>
                <a:lnTo>
                  <a:pt x="3754359" y="2130411"/>
                </a:lnTo>
                <a:lnTo>
                  <a:pt x="3754359" y="2171937"/>
                </a:lnTo>
                <a:lnTo>
                  <a:pt x="3822916" y="2171937"/>
                </a:lnTo>
                <a:lnTo>
                  <a:pt x="3822916" y="2214528"/>
                </a:lnTo>
                <a:lnTo>
                  <a:pt x="3877987" y="2214528"/>
                </a:lnTo>
                <a:lnTo>
                  <a:pt x="3877987" y="2258270"/>
                </a:lnTo>
                <a:lnTo>
                  <a:pt x="3925393" y="2258270"/>
                </a:lnTo>
                <a:lnTo>
                  <a:pt x="3925393" y="2303262"/>
                </a:lnTo>
                <a:lnTo>
                  <a:pt x="3936801" y="2303262"/>
                </a:lnTo>
                <a:lnTo>
                  <a:pt x="3936801" y="2348254"/>
                </a:lnTo>
                <a:lnTo>
                  <a:pt x="4332301" y="2348254"/>
                </a:lnTo>
                <a:lnTo>
                  <a:pt x="4332301" y="2401280"/>
                </a:lnTo>
                <a:lnTo>
                  <a:pt x="4419808" y="2401280"/>
                </a:lnTo>
                <a:lnTo>
                  <a:pt x="4419808" y="2456346"/>
                </a:lnTo>
                <a:lnTo>
                  <a:pt x="4584676" y="2456346"/>
                </a:lnTo>
                <a:lnTo>
                  <a:pt x="4584676" y="2513706"/>
                </a:lnTo>
                <a:lnTo>
                  <a:pt x="4643260" y="2513706"/>
                </a:lnTo>
                <a:lnTo>
                  <a:pt x="4643260" y="2576529"/>
                </a:lnTo>
                <a:lnTo>
                  <a:pt x="4732266" y="2576529"/>
                </a:lnTo>
                <a:lnTo>
                  <a:pt x="4732266" y="2639352"/>
                </a:lnTo>
                <a:lnTo>
                  <a:pt x="4887114" y="2639352"/>
                </a:lnTo>
                <a:lnTo>
                  <a:pt x="4887114" y="2709565"/>
                </a:lnTo>
                <a:lnTo>
                  <a:pt x="5332993" y="2709565"/>
                </a:lnTo>
                <a:lnTo>
                  <a:pt x="5332993" y="2803184"/>
                </a:lnTo>
                <a:lnTo>
                  <a:pt x="5828361" y="2803184"/>
                </a:lnTo>
                <a:lnTo>
                  <a:pt x="5828361" y="2906164"/>
                </a:lnTo>
                <a:lnTo>
                  <a:pt x="5890314" y="2906164"/>
                </a:lnTo>
                <a:lnTo>
                  <a:pt x="5890314" y="3022017"/>
                </a:lnTo>
                <a:lnTo>
                  <a:pt x="6437376" y="3022017"/>
                </a:lnTo>
              </a:path>
            </a:pathLst>
          </a:custGeom>
          <a:noFill xmlns:a="http://schemas.openxmlformats.org/drawingml/2006/main"/>
          <a:ln xmlns:a="http://schemas.openxmlformats.org/drawingml/2006/main" w="21590">
            <a:solidFill>
              <a:srgbClr val="B3B7BC"/>
            </a:solidFill>
            <a:prstDash val="dash"/>
          </a:ln>
        </p:spPr>
      </p:sp>
      <p:sp>
        <p:nvSpPr>
          <p:cNvPr id="155" name="m605d1e8b08 155">
            <a:extLst xmlns:a="http://schemas.openxmlformats.org/drawingml/2006/main">
              <a:ext uri="{FF2B5EF4-FFF2-40B4-BE49-F238E27FC236}">
                <a16:creationId xmlns:a16="http://schemas.microsoft.com/office/drawing/2014/main" id="{615F5371-E2DE-414D-A49D-91A84D95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0111" y="305006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56" name="m605d1e8b08 156">
            <a:extLst xmlns:a="http://schemas.openxmlformats.org/drawingml/2006/main">
              <a:ext uri="{FF2B5EF4-FFF2-40B4-BE49-F238E27FC236}">
                <a16:creationId xmlns:a16="http://schemas.microsoft.com/office/drawing/2014/main" id="{D2853DE4-0576-43C6-8719-0F12ABF9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7946" y="312757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57" name="m605d1e8b08 157">
            <a:extLst xmlns:a="http://schemas.openxmlformats.org/drawingml/2006/main">
              <a:ext uri="{FF2B5EF4-FFF2-40B4-BE49-F238E27FC236}">
                <a16:creationId xmlns:a16="http://schemas.microsoft.com/office/drawing/2014/main" id="{3BD18BD9-2029-4846-8B30-1346F802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8503" y="312757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58" name="m605d1e8b08 158">
            <a:extLst xmlns:a="http://schemas.openxmlformats.org/drawingml/2006/main">
              <a:ext uri="{FF2B5EF4-FFF2-40B4-BE49-F238E27FC236}">
                <a16:creationId xmlns:a16="http://schemas.microsoft.com/office/drawing/2014/main" id="{FE1AAB47-D8A9-42DD-894D-26258581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3137" y="312757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59" name="m605d1e8b08 159">
            <a:extLst xmlns:a="http://schemas.openxmlformats.org/drawingml/2006/main">
              <a:ext uri="{FF2B5EF4-FFF2-40B4-BE49-F238E27FC236}">
                <a16:creationId xmlns:a16="http://schemas.microsoft.com/office/drawing/2014/main" id="{08D1F177-45C4-4148-B80C-2444FFFF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2649" y="321063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0" name="m605d1e8b08 160">
            <a:extLst xmlns:a="http://schemas.openxmlformats.org/drawingml/2006/main">
              <a:ext uri="{FF2B5EF4-FFF2-40B4-BE49-F238E27FC236}">
                <a16:creationId xmlns:a16="http://schemas.microsoft.com/office/drawing/2014/main" id="{44A52952-5E4B-4147-8B72-C90ADDCA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0772" y="325322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1" name="m605d1e8b08 161">
            <a:extLst xmlns:a="http://schemas.openxmlformats.org/drawingml/2006/main">
              <a:ext uri="{FF2B5EF4-FFF2-40B4-BE49-F238E27FC236}">
                <a16:creationId xmlns:a16="http://schemas.microsoft.com/office/drawing/2014/main" id="{42922CED-FBAA-45D7-B591-29F37BBC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6166" y="3296963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2" name="m605d1e8b08 162">
            <a:extLst xmlns:a="http://schemas.openxmlformats.org/drawingml/2006/main">
              <a:ext uri="{FF2B5EF4-FFF2-40B4-BE49-F238E27FC236}">
                <a16:creationId xmlns:a16="http://schemas.microsoft.com/office/drawing/2014/main" id="{1F865627-B0A0-43A5-8200-24E1733D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0146" y="338694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3" name="m605d1e8b08 163">
            <a:extLst xmlns:a="http://schemas.openxmlformats.org/drawingml/2006/main">
              <a:ext uri="{FF2B5EF4-FFF2-40B4-BE49-F238E27FC236}">
                <a16:creationId xmlns:a16="http://schemas.microsoft.com/office/drawing/2014/main" id="{5AD17C9B-960F-4011-AC9E-F7ACFC80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3086" y="338694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4" name="m605d1e8b08 164">
            <a:extLst xmlns:a="http://schemas.openxmlformats.org/drawingml/2006/main">
              <a:ext uri="{FF2B5EF4-FFF2-40B4-BE49-F238E27FC236}">
                <a16:creationId xmlns:a16="http://schemas.microsoft.com/office/drawing/2014/main" id="{399FEC0E-AE91-49A2-891F-308A9404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492" y="338694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5" name="m605d1e8b08 165">
            <a:extLst xmlns:a="http://schemas.openxmlformats.org/drawingml/2006/main">
              <a:ext uri="{FF2B5EF4-FFF2-40B4-BE49-F238E27FC236}">
                <a16:creationId xmlns:a16="http://schemas.microsoft.com/office/drawing/2014/main" id="{2EF3544E-DACD-4375-B865-C24C2B17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9164" y="338694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6" name="m605d1e8b08 166">
            <a:extLst xmlns:a="http://schemas.openxmlformats.org/drawingml/2006/main">
              <a:ext uri="{FF2B5EF4-FFF2-40B4-BE49-F238E27FC236}">
                <a16:creationId xmlns:a16="http://schemas.microsoft.com/office/drawing/2014/main" id="{3BCB9757-7DFE-4B76-8E15-5FF1CFFF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2534" y="338694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7" name="m605d1e8b08 167">
            <a:extLst xmlns:a="http://schemas.openxmlformats.org/drawingml/2006/main">
              <a:ext uri="{FF2B5EF4-FFF2-40B4-BE49-F238E27FC236}">
                <a16:creationId xmlns:a16="http://schemas.microsoft.com/office/drawing/2014/main" id="{1B96FC18-2549-408B-B94E-57949797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5935" y="3439973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8" name="m605d1e8b08 168">
            <a:extLst xmlns:a="http://schemas.openxmlformats.org/drawingml/2006/main">
              <a:ext uri="{FF2B5EF4-FFF2-40B4-BE49-F238E27FC236}">
                <a16:creationId xmlns:a16="http://schemas.microsoft.com/office/drawing/2014/main" id="{7E113342-285A-4A25-A8D7-D0CE4E72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4078" y="349503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69" name="m605d1e8b08 169">
            <a:extLst xmlns:a="http://schemas.openxmlformats.org/drawingml/2006/main">
              <a:ext uri="{FF2B5EF4-FFF2-40B4-BE49-F238E27FC236}">
                <a16:creationId xmlns:a16="http://schemas.microsoft.com/office/drawing/2014/main" id="{3531E208-41AE-4FA9-A2CB-A6B23C2D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2526" y="355239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70" name="m605d1e8b08 170">
            <a:extLst xmlns:a="http://schemas.openxmlformats.org/drawingml/2006/main">
              <a:ext uri="{FF2B5EF4-FFF2-40B4-BE49-F238E27FC236}">
                <a16:creationId xmlns:a16="http://schemas.microsoft.com/office/drawing/2014/main" id="{7F01E3F9-4C1E-4DE4-A6D2-69D2F38B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0289" y="355239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71" name="m605d1e8b08 171">
            <a:extLst xmlns:a="http://schemas.openxmlformats.org/drawingml/2006/main">
              <a:ext uri="{FF2B5EF4-FFF2-40B4-BE49-F238E27FC236}">
                <a16:creationId xmlns:a16="http://schemas.microsoft.com/office/drawing/2014/main" id="{4A979195-BC38-441F-8D8D-372C76CF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2910" y="367804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72" name="m605d1e8b08 172">
            <a:extLst xmlns:a="http://schemas.openxmlformats.org/drawingml/2006/main">
              <a:ext uri="{FF2B5EF4-FFF2-40B4-BE49-F238E27FC236}">
                <a16:creationId xmlns:a16="http://schemas.microsoft.com/office/drawing/2014/main" id="{237C55E2-7A75-4247-9400-2E26A8C9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4892" y="367804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73" name="m605d1e8b08 173">
            <a:extLst xmlns:a="http://schemas.openxmlformats.org/drawingml/2006/main">
              <a:ext uri="{FF2B5EF4-FFF2-40B4-BE49-F238E27FC236}">
                <a16:creationId xmlns:a16="http://schemas.microsoft.com/office/drawing/2014/main" id="{B633E081-0B8D-4F71-B22B-02C4B7B8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3144" y="374825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74" name="m605d1e8b08 174">
            <a:extLst xmlns:a="http://schemas.openxmlformats.org/drawingml/2006/main">
              <a:ext uri="{FF2B5EF4-FFF2-40B4-BE49-F238E27FC236}">
                <a16:creationId xmlns:a16="http://schemas.microsoft.com/office/drawing/2014/main" id="{060AC119-9A7F-40B6-B366-72A1E449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4569" y="374825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75" name="m605d1e8b08 175">
            <a:extLst xmlns:a="http://schemas.openxmlformats.org/drawingml/2006/main">
              <a:ext uri="{FF2B5EF4-FFF2-40B4-BE49-F238E27FC236}">
                <a16:creationId xmlns:a16="http://schemas.microsoft.com/office/drawing/2014/main" id="{05CAA5A4-B053-44B9-81AA-C3623F22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9543" y="374825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76" name="m605d1e8b08 176">
            <a:extLst xmlns:a="http://schemas.openxmlformats.org/drawingml/2006/main">
              <a:ext uri="{FF2B5EF4-FFF2-40B4-BE49-F238E27FC236}">
                <a16:creationId xmlns:a16="http://schemas.microsoft.com/office/drawing/2014/main" id="{FD264D72-BEF1-4BCE-B36C-F2581D29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7437" y="374825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77" name="m605d1e8b08 177">
            <a:extLst xmlns:a="http://schemas.openxmlformats.org/drawingml/2006/main">
              <a:ext uri="{FF2B5EF4-FFF2-40B4-BE49-F238E27FC236}">
                <a16:creationId xmlns:a16="http://schemas.microsoft.com/office/drawing/2014/main" id="{FA51142A-A60F-481C-8E27-AF9F2942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2869" y="384187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78" name="m605d1e8b08 178">
            <a:extLst xmlns:a="http://schemas.openxmlformats.org/drawingml/2006/main">
              <a:ext uri="{FF2B5EF4-FFF2-40B4-BE49-F238E27FC236}">
                <a16:creationId xmlns:a16="http://schemas.microsoft.com/office/drawing/2014/main" id="{AC345123-EBD1-4549-A884-7551EB8D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9647" y="394485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79" name="m605d1e8b08 179">
            <a:extLst xmlns:a="http://schemas.openxmlformats.org/drawingml/2006/main">
              <a:ext uri="{FF2B5EF4-FFF2-40B4-BE49-F238E27FC236}">
                <a16:creationId xmlns:a16="http://schemas.microsoft.com/office/drawing/2014/main" id="{117A6C86-60A9-4327-ABC2-D755757A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9621" y="406071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3B7BC"/>
          </a:solidFill>
          <a:ln xmlns:a="http://schemas.openxmlformats.org/drawingml/2006/main" w="10795">
            <a:solidFill>
              <a:srgbClr val="B3B7BC"/>
            </a:solidFill>
            <a:prstDash val="solid"/>
          </a:ln>
        </p:spPr>
      </p:sp>
      <p:sp>
        <p:nvSpPr>
          <p:cNvPr id="180" name="Vector 180">
            <a:extLst xmlns:a="http://schemas.openxmlformats.org/drawingml/2006/main">
              <a:ext uri="{FF2B5EF4-FFF2-40B4-BE49-F238E27FC236}">
                <a16:creationId xmlns:a16="http://schemas.microsoft.com/office/drawing/2014/main" id="{70BD4FEC-9E8A-4C42-A844-52E48B31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1076793"/>
            <a:ext cx="6437376" cy="2543140"/>
          </a:xfrm>
          <a:custGeom xmlns:a="http://schemas.openxmlformats.org/drawingml/2006/main">
            <a:pathLst>
              <a:path w="6437376" h="2543140">
                <a:moveTo>
                  <a:pt x="0" y="0"/>
                </a:moveTo>
                <a:lnTo>
                  <a:pt x="483193" y="0"/>
                </a:lnTo>
                <a:lnTo>
                  <a:pt x="483193" y="37213"/>
                </a:lnTo>
                <a:lnTo>
                  <a:pt x="532015" y="37213"/>
                </a:lnTo>
                <a:lnTo>
                  <a:pt x="532015" y="74427"/>
                </a:lnTo>
                <a:lnTo>
                  <a:pt x="606138" y="74427"/>
                </a:lnTo>
                <a:lnTo>
                  <a:pt x="606138" y="111640"/>
                </a:lnTo>
                <a:lnTo>
                  <a:pt x="612664" y="111640"/>
                </a:lnTo>
                <a:lnTo>
                  <a:pt x="612664" y="148854"/>
                </a:lnTo>
                <a:lnTo>
                  <a:pt x="700979" y="148854"/>
                </a:lnTo>
                <a:lnTo>
                  <a:pt x="700979" y="186067"/>
                </a:lnTo>
                <a:lnTo>
                  <a:pt x="946564" y="186067"/>
                </a:lnTo>
                <a:lnTo>
                  <a:pt x="946564" y="223281"/>
                </a:lnTo>
                <a:lnTo>
                  <a:pt x="1055721" y="223281"/>
                </a:lnTo>
                <a:lnTo>
                  <a:pt x="1055721" y="260494"/>
                </a:lnTo>
                <a:lnTo>
                  <a:pt x="1129226" y="260494"/>
                </a:lnTo>
                <a:lnTo>
                  <a:pt x="1129226" y="297708"/>
                </a:lnTo>
                <a:lnTo>
                  <a:pt x="1187591" y="297708"/>
                </a:lnTo>
                <a:lnTo>
                  <a:pt x="1187591" y="334921"/>
                </a:lnTo>
                <a:lnTo>
                  <a:pt x="1260604" y="334921"/>
                </a:lnTo>
                <a:lnTo>
                  <a:pt x="1260604" y="372135"/>
                </a:lnTo>
                <a:lnTo>
                  <a:pt x="1270220" y="372135"/>
                </a:lnTo>
                <a:lnTo>
                  <a:pt x="1270220" y="409348"/>
                </a:lnTo>
                <a:lnTo>
                  <a:pt x="1276239" y="409348"/>
                </a:lnTo>
                <a:lnTo>
                  <a:pt x="1276239" y="446562"/>
                </a:lnTo>
                <a:lnTo>
                  <a:pt x="1375694" y="446562"/>
                </a:lnTo>
                <a:lnTo>
                  <a:pt x="1375694" y="483775"/>
                </a:lnTo>
                <a:lnTo>
                  <a:pt x="1425913" y="483775"/>
                </a:lnTo>
                <a:lnTo>
                  <a:pt x="1425913" y="520988"/>
                </a:lnTo>
                <a:lnTo>
                  <a:pt x="1446523" y="520988"/>
                </a:lnTo>
                <a:lnTo>
                  <a:pt x="1446523" y="558202"/>
                </a:lnTo>
                <a:lnTo>
                  <a:pt x="1475669" y="558202"/>
                </a:lnTo>
                <a:lnTo>
                  <a:pt x="1475669" y="595415"/>
                </a:lnTo>
                <a:lnTo>
                  <a:pt x="1607695" y="595415"/>
                </a:lnTo>
                <a:lnTo>
                  <a:pt x="1607695" y="632629"/>
                </a:lnTo>
                <a:lnTo>
                  <a:pt x="1650072" y="632629"/>
                </a:lnTo>
                <a:lnTo>
                  <a:pt x="1650072" y="669842"/>
                </a:lnTo>
                <a:lnTo>
                  <a:pt x="1684446" y="669842"/>
                </a:lnTo>
                <a:lnTo>
                  <a:pt x="1684446" y="707056"/>
                </a:lnTo>
                <a:lnTo>
                  <a:pt x="1703943" y="707056"/>
                </a:lnTo>
                <a:lnTo>
                  <a:pt x="1703943" y="744269"/>
                </a:lnTo>
                <a:lnTo>
                  <a:pt x="1801069" y="744269"/>
                </a:lnTo>
                <a:lnTo>
                  <a:pt x="1801069" y="781483"/>
                </a:lnTo>
                <a:lnTo>
                  <a:pt x="1871752" y="781483"/>
                </a:lnTo>
                <a:lnTo>
                  <a:pt x="1871752" y="818696"/>
                </a:lnTo>
                <a:lnTo>
                  <a:pt x="1971715" y="818696"/>
                </a:lnTo>
                <a:lnTo>
                  <a:pt x="1971715" y="855910"/>
                </a:lnTo>
                <a:lnTo>
                  <a:pt x="1990715" y="855910"/>
                </a:lnTo>
                <a:lnTo>
                  <a:pt x="1990715" y="893123"/>
                </a:lnTo>
                <a:lnTo>
                  <a:pt x="2081386" y="893123"/>
                </a:lnTo>
                <a:lnTo>
                  <a:pt x="2081386" y="930336"/>
                </a:lnTo>
                <a:lnTo>
                  <a:pt x="2085642" y="930336"/>
                </a:lnTo>
                <a:lnTo>
                  <a:pt x="2085642" y="967550"/>
                </a:lnTo>
                <a:lnTo>
                  <a:pt x="2149201" y="967550"/>
                </a:lnTo>
                <a:lnTo>
                  <a:pt x="2149201" y="1004763"/>
                </a:lnTo>
                <a:lnTo>
                  <a:pt x="2247912" y="1004763"/>
                </a:lnTo>
                <a:lnTo>
                  <a:pt x="2247912" y="1041977"/>
                </a:lnTo>
                <a:lnTo>
                  <a:pt x="2326988" y="1041977"/>
                </a:lnTo>
                <a:lnTo>
                  <a:pt x="2326988" y="1079190"/>
                </a:lnTo>
                <a:lnTo>
                  <a:pt x="2337724" y="1079190"/>
                </a:lnTo>
                <a:lnTo>
                  <a:pt x="2337724" y="1116404"/>
                </a:lnTo>
                <a:lnTo>
                  <a:pt x="2386370" y="1116404"/>
                </a:lnTo>
                <a:lnTo>
                  <a:pt x="2386370" y="1153617"/>
                </a:lnTo>
                <a:lnTo>
                  <a:pt x="2640091" y="1153617"/>
                </a:lnTo>
                <a:lnTo>
                  <a:pt x="2640091" y="1190831"/>
                </a:lnTo>
                <a:lnTo>
                  <a:pt x="2647145" y="1190831"/>
                </a:lnTo>
                <a:lnTo>
                  <a:pt x="2647145" y="1228044"/>
                </a:lnTo>
                <a:lnTo>
                  <a:pt x="2785249" y="1228044"/>
                </a:lnTo>
                <a:lnTo>
                  <a:pt x="2785249" y="1265258"/>
                </a:lnTo>
                <a:lnTo>
                  <a:pt x="2944009" y="1265258"/>
                </a:lnTo>
                <a:lnTo>
                  <a:pt x="2944009" y="1302471"/>
                </a:lnTo>
                <a:lnTo>
                  <a:pt x="3131009" y="1302471"/>
                </a:lnTo>
                <a:lnTo>
                  <a:pt x="3131009" y="1339685"/>
                </a:lnTo>
                <a:lnTo>
                  <a:pt x="3159600" y="1339685"/>
                </a:lnTo>
                <a:lnTo>
                  <a:pt x="3159600" y="1376898"/>
                </a:lnTo>
                <a:lnTo>
                  <a:pt x="3425132" y="1376898"/>
                </a:lnTo>
                <a:lnTo>
                  <a:pt x="3425132" y="1414111"/>
                </a:lnTo>
                <a:lnTo>
                  <a:pt x="3504067" y="1414111"/>
                </a:lnTo>
                <a:lnTo>
                  <a:pt x="3504067" y="1451325"/>
                </a:lnTo>
                <a:lnTo>
                  <a:pt x="3525411" y="1451325"/>
                </a:lnTo>
                <a:lnTo>
                  <a:pt x="3525411" y="1488538"/>
                </a:lnTo>
                <a:lnTo>
                  <a:pt x="3550429" y="1488538"/>
                </a:lnTo>
                <a:lnTo>
                  <a:pt x="3550429" y="1525752"/>
                </a:lnTo>
                <a:lnTo>
                  <a:pt x="3560320" y="1525752"/>
                </a:lnTo>
                <a:lnTo>
                  <a:pt x="3560320" y="1562965"/>
                </a:lnTo>
                <a:lnTo>
                  <a:pt x="3580755" y="1562965"/>
                </a:lnTo>
                <a:lnTo>
                  <a:pt x="3580755" y="1600179"/>
                </a:lnTo>
                <a:lnTo>
                  <a:pt x="3626978" y="1600179"/>
                </a:lnTo>
                <a:lnTo>
                  <a:pt x="3626978" y="1637392"/>
                </a:lnTo>
                <a:lnTo>
                  <a:pt x="3682468" y="1637392"/>
                </a:lnTo>
                <a:lnTo>
                  <a:pt x="3682468" y="1674606"/>
                </a:lnTo>
                <a:lnTo>
                  <a:pt x="3699038" y="1674606"/>
                </a:lnTo>
                <a:lnTo>
                  <a:pt x="3699038" y="1711819"/>
                </a:lnTo>
                <a:lnTo>
                  <a:pt x="3706481" y="1711819"/>
                </a:lnTo>
                <a:lnTo>
                  <a:pt x="3706481" y="1749033"/>
                </a:lnTo>
                <a:lnTo>
                  <a:pt x="3833727" y="1749033"/>
                </a:lnTo>
                <a:lnTo>
                  <a:pt x="3833727" y="1786923"/>
                </a:lnTo>
                <a:lnTo>
                  <a:pt x="4236429" y="1786923"/>
                </a:lnTo>
                <a:lnTo>
                  <a:pt x="4236429" y="1828679"/>
                </a:lnTo>
                <a:lnTo>
                  <a:pt x="4261436" y="1828679"/>
                </a:lnTo>
                <a:lnTo>
                  <a:pt x="4261436" y="1870435"/>
                </a:lnTo>
                <a:lnTo>
                  <a:pt x="4318217" y="1870435"/>
                </a:lnTo>
                <a:lnTo>
                  <a:pt x="4318217" y="1914048"/>
                </a:lnTo>
                <a:lnTo>
                  <a:pt x="4319163" y="1914048"/>
                </a:lnTo>
                <a:lnTo>
                  <a:pt x="4379723" y="1914048"/>
                </a:lnTo>
                <a:lnTo>
                  <a:pt x="4379723" y="1959737"/>
                </a:lnTo>
                <a:lnTo>
                  <a:pt x="4414184" y="1959737"/>
                </a:lnTo>
                <a:lnTo>
                  <a:pt x="4414184" y="2005426"/>
                </a:lnTo>
                <a:lnTo>
                  <a:pt x="4642661" y="2005426"/>
                </a:lnTo>
                <a:lnTo>
                  <a:pt x="4642661" y="2054819"/>
                </a:lnTo>
                <a:lnTo>
                  <a:pt x="4707007" y="2054819"/>
                </a:lnTo>
                <a:lnTo>
                  <a:pt x="4707007" y="2105624"/>
                </a:lnTo>
                <a:lnTo>
                  <a:pt x="4900148" y="2105624"/>
                </a:lnTo>
                <a:lnTo>
                  <a:pt x="4900148" y="2161345"/>
                </a:lnTo>
                <a:lnTo>
                  <a:pt x="5080102" y="2161345"/>
                </a:lnTo>
                <a:lnTo>
                  <a:pt x="5080102" y="2223258"/>
                </a:lnTo>
                <a:lnTo>
                  <a:pt x="5121119" y="2223258"/>
                </a:lnTo>
                <a:lnTo>
                  <a:pt x="5121119" y="2285171"/>
                </a:lnTo>
                <a:lnTo>
                  <a:pt x="5278313" y="2285171"/>
                </a:lnTo>
                <a:lnTo>
                  <a:pt x="5278313" y="2358876"/>
                </a:lnTo>
                <a:lnTo>
                  <a:pt x="6346547" y="2358876"/>
                </a:lnTo>
                <a:lnTo>
                  <a:pt x="6346547" y="2543140"/>
                </a:lnTo>
                <a:lnTo>
                  <a:pt x="6437376" y="2543140"/>
                </a:lnTo>
              </a:path>
            </a:pathLst>
          </a:custGeom>
          <a:noFill xmlns:a="http://schemas.openxmlformats.org/drawingml/2006/main"/>
          <a:ln xmlns:a="http://schemas.openxmlformats.org/drawingml/2006/main" w="21590">
            <a:solidFill>
              <a:srgbClr val="697480"/>
            </a:solidFill>
            <a:prstDash val="solid"/>
          </a:ln>
        </p:spPr>
      </p:sp>
      <p:sp>
        <p:nvSpPr>
          <p:cNvPr id="181" name="mdb71f35a2a 181">
            <a:extLst xmlns:a="http://schemas.openxmlformats.org/drawingml/2006/main">
              <a:ext uri="{FF2B5EF4-FFF2-40B4-BE49-F238E27FC236}">
                <a16:creationId xmlns:a16="http://schemas.microsoft.com/office/drawing/2014/main" id="{F59E8AC6-E88D-4F5A-B49B-94D9C6EB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3011" y="2787726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2" name="mdb71f35a2a 182">
            <a:extLst xmlns:a="http://schemas.openxmlformats.org/drawingml/2006/main">
              <a:ext uri="{FF2B5EF4-FFF2-40B4-BE49-F238E27FC236}">
                <a16:creationId xmlns:a16="http://schemas.microsoft.com/office/drawing/2014/main" id="{6857E3AF-4610-43E2-8019-FC8C6185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461" y="2825616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3" name="mdb71f35a2a 183">
            <a:extLst xmlns:a="http://schemas.openxmlformats.org/drawingml/2006/main">
              <a:ext uri="{FF2B5EF4-FFF2-40B4-BE49-F238E27FC236}">
                <a16:creationId xmlns:a16="http://schemas.microsoft.com/office/drawing/2014/main" id="{4AAA88C7-B128-4CE5-947D-C30C48D4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0277" y="2825616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4" name="mdb71f35a2a 184">
            <a:extLst xmlns:a="http://schemas.openxmlformats.org/drawingml/2006/main">
              <a:ext uri="{FF2B5EF4-FFF2-40B4-BE49-F238E27FC236}">
                <a16:creationId xmlns:a16="http://schemas.microsoft.com/office/drawing/2014/main" id="{93817CAD-A8FE-4D25-BFDF-C714E4B3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755" y="2825616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5" name="mdb71f35a2a 185">
            <a:extLst xmlns:a="http://schemas.openxmlformats.org/drawingml/2006/main">
              <a:ext uri="{FF2B5EF4-FFF2-40B4-BE49-F238E27FC236}">
                <a16:creationId xmlns:a16="http://schemas.microsoft.com/office/drawing/2014/main" id="{9C8D6DA2-569C-4D74-A8D1-8459BBFB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5841" y="2825616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6" name="mdb71f35a2a 186">
            <a:extLst xmlns:a="http://schemas.openxmlformats.org/drawingml/2006/main">
              <a:ext uri="{FF2B5EF4-FFF2-40B4-BE49-F238E27FC236}">
                <a16:creationId xmlns:a16="http://schemas.microsoft.com/office/drawing/2014/main" id="{0331F166-7283-4E6B-8ED2-A73B71C2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2349" y="2825616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7" name="mdb71f35a2a 187">
            <a:extLst xmlns:a="http://schemas.openxmlformats.org/drawingml/2006/main">
              <a:ext uri="{FF2B5EF4-FFF2-40B4-BE49-F238E27FC236}">
                <a16:creationId xmlns:a16="http://schemas.microsoft.com/office/drawing/2014/main" id="{96F43305-8B4A-46AE-9DC1-EAD2D298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6950" y="290912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8" name="mdb71f35a2a 188">
            <a:extLst xmlns:a="http://schemas.openxmlformats.org/drawingml/2006/main">
              <a:ext uri="{FF2B5EF4-FFF2-40B4-BE49-F238E27FC236}">
                <a16:creationId xmlns:a16="http://schemas.microsoft.com/office/drawing/2014/main" id="{314559FC-D903-4225-AD4F-110445FA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4307" y="290912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89" name="mdb71f35a2a 189">
            <a:extLst xmlns:a="http://schemas.openxmlformats.org/drawingml/2006/main">
              <a:ext uri="{FF2B5EF4-FFF2-40B4-BE49-F238E27FC236}">
                <a16:creationId xmlns:a16="http://schemas.microsoft.com/office/drawing/2014/main" id="{421E1E4D-0BA7-461D-B477-D7614F36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4027" y="295274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0" name="mdb71f35a2a 190">
            <a:extLst xmlns:a="http://schemas.openxmlformats.org/drawingml/2006/main">
              <a:ext uri="{FF2B5EF4-FFF2-40B4-BE49-F238E27FC236}">
                <a16:creationId xmlns:a16="http://schemas.microsoft.com/office/drawing/2014/main" id="{229D8EA1-D9D5-4A78-818D-090B9EA1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1264" y="295274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1" name="mdb71f35a2a 191">
            <a:extLst xmlns:a="http://schemas.openxmlformats.org/drawingml/2006/main">
              <a:ext uri="{FF2B5EF4-FFF2-40B4-BE49-F238E27FC236}">
                <a16:creationId xmlns:a16="http://schemas.microsoft.com/office/drawing/2014/main" id="{FF65A961-BB08-4826-8CE7-6291C0D7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893" y="304411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2" name="mdb71f35a2a 192">
            <a:extLst xmlns:a="http://schemas.openxmlformats.org/drawingml/2006/main">
              <a:ext uri="{FF2B5EF4-FFF2-40B4-BE49-F238E27FC236}">
                <a16:creationId xmlns:a16="http://schemas.microsoft.com/office/drawing/2014/main" id="{5C77AB59-0791-4961-A757-3D4B8453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381" y="304411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3" name="mdb71f35a2a 193">
            <a:extLst xmlns:a="http://schemas.openxmlformats.org/drawingml/2006/main">
              <a:ext uri="{FF2B5EF4-FFF2-40B4-BE49-F238E27FC236}">
                <a16:creationId xmlns:a16="http://schemas.microsoft.com/office/drawing/2014/main" id="{EAE2D062-21F2-479A-885E-604CE4F2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9583" y="304411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4" name="mdb71f35a2a 194">
            <a:extLst xmlns:a="http://schemas.openxmlformats.org/drawingml/2006/main">
              <a:ext uri="{FF2B5EF4-FFF2-40B4-BE49-F238E27FC236}">
                <a16:creationId xmlns:a16="http://schemas.microsoft.com/office/drawing/2014/main" id="{17349FAD-7195-4B3E-BB78-BEDBED6B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3278" y="309351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5" name="mdb71f35a2a 195">
            <a:extLst xmlns:a="http://schemas.openxmlformats.org/drawingml/2006/main">
              <a:ext uri="{FF2B5EF4-FFF2-40B4-BE49-F238E27FC236}">
                <a16:creationId xmlns:a16="http://schemas.microsoft.com/office/drawing/2014/main" id="{C1E08954-BE21-4E5C-ACFC-7E13F6DB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8336" y="314431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6" name="mdb71f35a2a 196">
            <a:extLst xmlns:a="http://schemas.openxmlformats.org/drawingml/2006/main">
              <a:ext uri="{FF2B5EF4-FFF2-40B4-BE49-F238E27FC236}">
                <a16:creationId xmlns:a16="http://schemas.microsoft.com/office/drawing/2014/main" id="{FF56DC30-EFC7-42C6-8188-4FF16A97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6297" y="314431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7" name="mdb71f35a2a 197">
            <a:extLst xmlns:a="http://schemas.openxmlformats.org/drawingml/2006/main">
              <a:ext uri="{FF2B5EF4-FFF2-40B4-BE49-F238E27FC236}">
                <a16:creationId xmlns:a16="http://schemas.microsoft.com/office/drawing/2014/main" id="{CEA413F4-7433-4991-A6D9-15CCB6DE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4661" y="314431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8" name="mdb71f35a2a 198">
            <a:extLst xmlns:a="http://schemas.openxmlformats.org/drawingml/2006/main">
              <a:ext uri="{FF2B5EF4-FFF2-40B4-BE49-F238E27FC236}">
                <a16:creationId xmlns:a16="http://schemas.microsoft.com/office/drawing/2014/main" id="{BF16AE19-4D0D-4D93-861B-C86EB5DF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3420" y="320003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199" name="mdb71f35a2a 199">
            <a:extLst xmlns:a="http://schemas.openxmlformats.org/drawingml/2006/main">
              <a:ext uri="{FF2B5EF4-FFF2-40B4-BE49-F238E27FC236}">
                <a16:creationId xmlns:a16="http://schemas.microsoft.com/office/drawing/2014/main" id="{00AC3B44-EC95-421E-A42A-A157154E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3376" y="320003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0" name="mdb71f35a2a 200">
            <a:extLst xmlns:a="http://schemas.openxmlformats.org/drawingml/2006/main">
              <a:ext uri="{FF2B5EF4-FFF2-40B4-BE49-F238E27FC236}">
                <a16:creationId xmlns:a16="http://schemas.microsoft.com/office/drawing/2014/main" id="{D46946D2-6FF4-4D28-8871-351E4465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9008" y="320003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1" name="mdb71f35a2a 201">
            <a:extLst xmlns:a="http://schemas.openxmlformats.org/drawingml/2006/main">
              <a:ext uri="{FF2B5EF4-FFF2-40B4-BE49-F238E27FC236}">
                <a16:creationId xmlns:a16="http://schemas.microsoft.com/office/drawing/2014/main" id="{CC2EB5C7-53F6-4C15-90F2-4649ACE1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16" y="332386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2" name="mdb71f35a2a 202">
            <a:extLst xmlns:a="http://schemas.openxmlformats.org/drawingml/2006/main">
              <a:ext uri="{FF2B5EF4-FFF2-40B4-BE49-F238E27FC236}">
                <a16:creationId xmlns:a16="http://schemas.microsoft.com/office/drawing/2014/main" id="{7A346EA7-DAD0-4619-825D-409F3D69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8835" y="332386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3" name="mdb71f35a2a 203">
            <a:extLst xmlns:a="http://schemas.openxmlformats.org/drawingml/2006/main">
              <a:ext uri="{FF2B5EF4-FFF2-40B4-BE49-F238E27FC236}">
                <a16:creationId xmlns:a16="http://schemas.microsoft.com/office/drawing/2014/main" id="{09A9E184-1252-4C5F-8563-18696FC0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266" y="332386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4" name="mdb71f35a2a 204">
            <a:extLst xmlns:a="http://schemas.openxmlformats.org/drawingml/2006/main">
              <a:ext uri="{FF2B5EF4-FFF2-40B4-BE49-F238E27FC236}">
                <a16:creationId xmlns:a16="http://schemas.microsoft.com/office/drawing/2014/main" id="{262B223F-AD87-4016-8B6A-1ADB0092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9" y="3323864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5" name="mdb71f35a2a 205">
            <a:extLst xmlns:a="http://schemas.openxmlformats.org/drawingml/2006/main">
              <a:ext uri="{FF2B5EF4-FFF2-40B4-BE49-F238E27FC236}">
                <a16:creationId xmlns:a16="http://schemas.microsoft.com/office/drawing/2014/main" id="{F8EEE578-F559-449A-9361-C3D44A70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1201" y="339756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6" name="mdb71f35a2a 206">
            <a:extLst xmlns:a="http://schemas.openxmlformats.org/drawingml/2006/main">
              <a:ext uri="{FF2B5EF4-FFF2-40B4-BE49-F238E27FC236}">
                <a16:creationId xmlns:a16="http://schemas.microsoft.com/office/drawing/2014/main" id="{1C50166E-FB4F-4F11-AE68-78DD2CA3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851" y="339756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7" name="mdb71f35a2a 207">
            <a:extLst xmlns:a="http://schemas.openxmlformats.org/drawingml/2006/main">
              <a:ext uri="{FF2B5EF4-FFF2-40B4-BE49-F238E27FC236}">
                <a16:creationId xmlns:a16="http://schemas.microsoft.com/office/drawing/2014/main" id="{AC423DA2-18A1-419A-AD1A-9DAF5C7D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854" y="339756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8" name="mdb71f35a2a 208">
            <a:extLst xmlns:a="http://schemas.openxmlformats.org/drawingml/2006/main">
              <a:ext uri="{FF2B5EF4-FFF2-40B4-BE49-F238E27FC236}">
                <a16:creationId xmlns:a16="http://schemas.microsoft.com/office/drawing/2014/main" id="{B18EA3B2-5C87-443D-A363-670548B7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8471" y="339756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09" name="mdb71f35a2a 209">
            <a:extLst xmlns:a="http://schemas.openxmlformats.org/drawingml/2006/main">
              <a:ext uri="{FF2B5EF4-FFF2-40B4-BE49-F238E27FC236}">
                <a16:creationId xmlns:a16="http://schemas.microsoft.com/office/drawing/2014/main" id="{694DDEC4-DFC5-4600-89E1-93A0EFE3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4721" y="339756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10" name="mdb71f35a2a 210">
            <a:extLst xmlns:a="http://schemas.openxmlformats.org/drawingml/2006/main">
              <a:ext uri="{FF2B5EF4-FFF2-40B4-BE49-F238E27FC236}">
                <a16:creationId xmlns:a16="http://schemas.microsoft.com/office/drawing/2014/main" id="{7DEC84FD-8395-455E-902A-D1DAE5AA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2386" y="339756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11" name="mdb71f35a2a 211">
            <a:extLst xmlns:a="http://schemas.openxmlformats.org/drawingml/2006/main">
              <a:ext uri="{FF2B5EF4-FFF2-40B4-BE49-F238E27FC236}">
                <a16:creationId xmlns:a16="http://schemas.microsoft.com/office/drawing/2014/main" id="{894FF597-AC93-41B4-A660-FA2442AA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020" y="339756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12" name="mdb71f35a2a 212">
            <a:extLst xmlns:a="http://schemas.openxmlformats.org/drawingml/2006/main">
              <a:ext uri="{FF2B5EF4-FFF2-40B4-BE49-F238E27FC236}">
                <a16:creationId xmlns:a16="http://schemas.microsoft.com/office/drawing/2014/main" id="{03C130A0-D73D-47EC-BDF4-6A0F8A45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5821" y="339756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13" name="mdb71f35a2a 213">
            <a:extLst xmlns:a="http://schemas.openxmlformats.org/drawingml/2006/main">
              <a:ext uri="{FF2B5EF4-FFF2-40B4-BE49-F238E27FC236}">
                <a16:creationId xmlns:a16="http://schemas.microsoft.com/office/drawing/2014/main" id="{FED3A383-3C41-49CB-8BDF-BA8362E3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5578" y="339756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14" name="mdb71f35a2a 214">
            <a:extLst xmlns:a="http://schemas.openxmlformats.org/drawingml/2006/main">
              <a:ext uri="{FF2B5EF4-FFF2-40B4-BE49-F238E27FC236}">
                <a16:creationId xmlns:a16="http://schemas.microsoft.com/office/drawing/2014/main" id="{02A2A780-7B77-45DE-9E17-E06224B5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2965" y="339756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15" name="mdb71f35a2a 215">
            <a:extLst xmlns:a="http://schemas.openxmlformats.org/drawingml/2006/main">
              <a:ext uri="{FF2B5EF4-FFF2-40B4-BE49-F238E27FC236}">
                <a16:creationId xmlns:a16="http://schemas.microsoft.com/office/drawing/2014/main" id="{C633A66C-FE54-4519-A22F-81E19377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7571" y="339756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16" name="mdb71f35a2a 216">
            <a:extLst xmlns:a="http://schemas.openxmlformats.org/drawingml/2006/main">
              <a:ext uri="{FF2B5EF4-FFF2-40B4-BE49-F238E27FC236}">
                <a16:creationId xmlns:a16="http://schemas.microsoft.com/office/drawing/2014/main" id="{ECDDF899-809B-441C-8919-3EC3D6FA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8132" y="3397569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0795">
            <a:solidFill>
              <a:srgbClr val="697480"/>
            </a:solidFill>
            <a:prstDash val="solid"/>
          </a:ln>
        </p:spPr>
      </p:sp>
      <p:sp>
        <p:nvSpPr>
          <p:cNvPr id="217" name="Vector 217">
            <a:extLst xmlns:a="http://schemas.openxmlformats.org/drawingml/2006/main">
              <a:ext uri="{FF2B5EF4-FFF2-40B4-BE49-F238E27FC236}">
                <a16:creationId xmlns:a16="http://schemas.microsoft.com/office/drawing/2014/main" id="{1982EF2B-8682-4BC8-AC01-3BB93529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1076793"/>
            <a:ext cx="6437376" cy="3188678"/>
          </a:xfrm>
          <a:custGeom xmlns:a="http://schemas.openxmlformats.org/drawingml/2006/main">
            <a:pathLst>
              <a:path w="6437376" h="3188678">
                <a:moveTo>
                  <a:pt x="0" y="0"/>
                </a:moveTo>
                <a:lnTo>
                  <a:pt x="67155" y="0"/>
                </a:lnTo>
                <a:lnTo>
                  <a:pt x="67155" y="48519"/>
                </a:lnTo>
                <a:lnTo>
                  <a:pt x="139478" y="48519"/>
                </a:lnTo>
                <a:lnTo>
                  <a:pt x="139478" y="97038"/>
                </a:lnTo>
                <a:lnTo>
                  <a:pt x="272568" y="97038"/>
                </a:lnTo>
                <a:lnTo>
                  <a:pt x="272568" y="145556"/>
                </a:lnTo>
                <a:lnTo>
                  <a:pt x="441848" y="145556"/>
                </a:lnTo>
                <a:lnTo>
                  <a:pt x="441848" y="194075"/>
                </a:lnTo>
                <a:lnTo>
                  <a:pt x="489922" y="194075"/>
                </a:lnTo>
                <a:lnTo>
                  <a:pt x="489922" y="242594"/>
                </a:lnTo>
                <a:lnTo>
                  <a:pt x="585869" y="242594"/>
                </a:lnTo>
                <a:lnTo>
                  <a:pt x="585869" y="291113"/>
                </a:lnTo>
                <a:lnTo>
                  <a:pt x="689481" y="291113"/>
                </a:lnTo>
                <a:lnTo>
                  <a:pt x="689481" y="339632"/>
                </a:lnTo>
                <a:lnTo>
                  <a:pt x="715940" y="339632"/>
                </a:lnTo>
                <a:lnTo>
                  <a:pt x="715940" y="388151"/>
                </a:lnTo>
                <a:lnTo>
                  <a:pt x="1123186" y="388151"/>
                </a:lnTo>
                <a:lnTo>
                  <a:pt x="1123186" y="436669"/>
                </a:lnTo>
                <a:lnTo>
                  <a:pt x="1182884" y="436669"/>
                </a:lnTo>
                <a:lnTo>
                  <a:pt x="1182884" y="485188"/>
                </a:lnTo>
                <a:lnTo>
                  <a:pt x="1290447" y="485188"/>
                </a:lnTo>
                <a:lnTo>
                  <a:pt x="1290447" y="533707"/>
                </a:lnTo>
                <a:lnTo>
                  <a:pt x="1310672" y="533707"/>
                </a:lnTo>
                <a:lnTo>
                  <a:pt x="1310672" y="582226"/>
                </a:lnTo>
                <a:lnTo>
                  <a:pt x="1333835" y="582226"/>
                </a:lnTo>
                <a:lnTo>
                  <a:pt x="1333835" y="630745"/>
                </a:lnTo>
                <a:lnTo>
                  <a:pt x="1355869" y="630745"/>
                </a:lnTo>
                <a:lnTo>
                  <a:pt x="1355869" y="679263"/>
                </a:lnTo>
                <a:lnTo>
                  <a:pt x="1370455" y="679263"/>
                </a:lnTo>
                <a:lnTo>
                  <a:pt x="1370455" y="727782"/>
                </a:lnTo>
                <a:lnTo>
                  <a:pt x="1418059" y="727782"/>
                </a:lnTo>
                <a:lnTo>
                  <a:pt x="1418059" y="776301"/>
                </a:lnTo>
                <a:lnTo>
                  <a:pt x="1483266" y="776301"/>
                </a:lnTo>
                <a:lnTo>
                  <a:pt x="1483266" y="824820"/>
                </a:lnTo>
                <a:lnTo>
                  <a:pt x="1576989" y="824820"/>
                </a:lnTo>
                <a:lnTo>
                  <a:pt x="1576989" y="873339"/>
                </a:lnTo>
                <a:lnTo>
                  <a:pt x="1641558" y="873339"/>
                </a:lnTo>
                <a:lnTo>
                  <a:pt x="1641558" y="921857"/>
                </a:lnTo>
                <a:lnTo>
                  <a:pt x="1646429" y="921857"/>
                </a:lnTo>
                <a:lnTo>
                  <a:pt x="1646429" y="970376"/>
                </a:lnTo>
                <a:lnTo>
                  <a:pt x="1723990" y="970376"/>
                </a:lnTo>
                <a:lnTo>
                  <a:pt x="1723990" y="1018895"/>
                </a:lnTo>
                <a:lnTo>
                  <a:pt x="1747316" y="1018895"/>
                </a:lnTo>
                <a:lnTo>
                  <a:pt x="1747316" y="1067414"/>
                </a:lnTo>
                <a:lnTo>
                  <a:pt x="1832554" y="1067414"/>
                </a:lnTo>
                <a:lnTo>
                  <a:pt x="1832554" y="1115933"/>
                </a:lnTo>
                <a:lnTo>
                  <a:pt x="1943717" y="1115933"/>
                </a:lnTo>
                <a:lnTo>
                  <a:pt x="1943717" y="1164452"/>
                </a:lnTo>
                <a:lnTo>
                  <a:pt x="2017402" y="1164452"/>
                </a:lnTo>
                <a:lnTo>
                  <a:pt x="2017402" y="1212970"/>
                </a:lnTo>
                <a:lnTo>
                  <a:pt x="2031162" y="1212970"/>
                </a:lnTo>
                <a:lnTo>
                  <a:pt x="2031162" y="1261489"/>
                </a:lnTo>
                <a:lnTo>
                  <a:pt x="2167290" y="1261489"/>
                </a:lnTo>
                <a:lnTo>
                  <a:pt x="2167290" y="1310008"/>
                </a:lnTo>
                <a:lnTo>
                  <a:pt x="2335017" y="1310008"/>
                </a:lnTo>
                <a:lnTo>
                  <a:pt x="2335017" y="1358527"/>
                </a:lnTo>
                <a:lnTo>
                  <a:pt x="2346216" y="1358527"/>
                </a:lnTo>
                <a:lnTo>
                  <a:pt x="2346216" y="1407046"/>
                </a:lnTo>
                <a:lnTo>
                  <a:pt x="2442833" y="1407046"/>
                </a:lnTo>
                <a:lnTo>
                  <a:pt x="2442833" y="1455564"/>
                </a:lnTo>
                <a:lnTo>
                  <a:pt x="2482867" y="1455564"/>
                </a:lnTo>
                <a:lnTo>
                  <a:pt x="2482867" y="1504083"/>
                </a:lnTo>
                <a:lnTo>
                  <a:pt x="2650831" y="1504083"/>
                </a:lnTo>
                <a:lnTo>
                  <a:pt x="2650831" y="1552602"/>
                </a:lnTo>
                <a:lnTo>
                  <a:pt x="2686524" y="1552602"/>
                </a:lnTo>
                <a:lnTo>
                  <a:pt x="2686524" y="1601121"/>
                </a:lnTo>
                <a:lnTo>
                  <a:pt x="2692719" y="1601121"/>
                </a:lnTo>
                <a:lnTo>
                  <a:pt x="2694072" y="1698159"/>
                </a:lnTo>
                <a:lnTo>
                  <a:pt x="2771783" y="1698159"/>
                </a:lnTo>
                <a:lnTo>
                  <a:pt x="2771783" y="1746677"/>
                </a:lnTo>
                <a:lnTo>
                  <a:pt x="2869458" y="1746677"/>
                </a:lnTo>
                <a:lnTo>
                  <a:pt x="2869458" y="1795196"/>
                </a:lnTo>
                <a:lnTo>
                  <a:pt x="2945064" y="1795196"/>
                </a:lnTo>
                <a:lnTo>
                  <a:pt x="2945064" y="1843715"/>
                </a:lnTo>
                <a:lnTo>
                  <a:pt x="2950395" y="1843715"/>
                </a:lnTo>
                <a:lnTo>
                  <a:pt x="2950395" y="1892234"/>
                </a:lnTo>
                <a:lnTo>
                  <a:pt x="2991332" y="1892234"/>
                </a:lnTo>
                <a:lnTo>
                  <a:pt x="2991332" y="1940753"/>
                </a:lnTo>
                <a:lnTo>
                  <a:pt x="3030357" y="1940753"/>
                </a:lnTo>
                <a:lnTo>
                  <a:pt x="3030357" y="1989271"/>
                </a:lnTo>
                <a:lnTo>
                  <a:pt x="3069042" y="1989271"/>
                </a:lnTo>
                <a:lnTo>
                  <a:pt x="3069042" y="2037790"/>
                </a:lnTo>
                <a:lnTo>
                  <a:pt x="3266364" y="2037790"/>
                </a:lnTo>
                <a:lnTo>
                  <a:pt x="3266364" y="2086309"/>
                </a:lnTo>
                <a:lnTo>
                  <a:pt x="3291053" y="2086309"/>
                </a:lnTo>
                <a:lnTo>
                  <a:pt x="3291053" y="2134828"/>
                </a:lnTo>
                <a:lnTo>
                  <a:pt x="3353575" y="2134828"/>
                </a:lnTo>
                <a:lnTo>
                  <a:pt x="3353575" y="2183347"/>
                </a:lnTo>
                <a:lnTo>
                  <a:pt x="3573683" y="2183347"/>
                </a:lnTo>
                <a:lnTo>
                  <a:pt x="3573683" y="2231865"/>
                </a:lnTo>
                <a:lnTo>
                  <a:pt x="3596943" y="2231865"/>
                </a:lnTo>
                <a:lnTo>
                  <a:pt x="3596943" y="2280384"/>
                </a:lnTo>
                <a:lnTo>
                  <a:pt x="3692949" y="2280384"/>
                </a:lnTo>
                <a:lnTo>
                  <a:pt x="3692949" y="2328903"/>
                </a:lnTo>
                <a:lnTo>
                  <a:pt x="3721085" y="2328903"/>
                </a:lnTo>
                <a:lnTo>
                  <a:pt x="3721085" y="2377422"/>
                </a:lnTo>
                <a:lnTo>
                  <a:pt x="3958428" y="2377422"/>
                </a:lnTo>
                <a:lnTo>
                  <a:pt x="3958428" y="2433405"/>
                </a:lnTo>
                <a:lnTo>
                  <a:pt x="4143615" y="2433405"/>
                </a:lnTo>
                <a:lnTo>
                  <a:pt x="4143615" y="2494257"/>
                </a:lnTo>
                <a:lnTo>
                  <a:pt x="4185617" y="2494257"/>
                </a:lnTo>
                <a:lnTo>
                  <a:pt x="4185617" y="2555108"/>
                </a:lnTo>
                <a:lnTo>
                  <a:pt x="4248884" y="2555108"/>
                </a:lnTo>
                <a:lnTo>
                  <a:pt x="4248884" y="2615959"/>
                </a:lnTo>
                <a:lnTo>
                  <a:pt x="4452246" y="2615959"/>
                </a:lnTo>
                <a:lnTo>
                  <a:pt x="4452246" y="2687549"/>
                </a:lnTo>
                <a:lnTo>
                  <a:pt x="4504733" y="2687549"/>
                </a:lnTo>
                <a:lnTo>
                  <a:pt x="4504733" y="2759139"/>
                </a:lnTo>
                <a:lnTo>
                  <a:pt x="4547404" y="2759139"/>
                </a:lnTo>
                <a:lnTo>
                  <a:pt x="4547404" y="2830729"/>
                </a:lnTo>
                <a:lnTo>
                  <a:pt x="4548132" y="2830729"/>
                </a:lnTo>
                <a:lnTo>
                  <a:pt x="4639985" y="2830729"/>
                </a:lnTo>
                <a:lnTo>
                  <a:pt x="4639985" y="2914250"/>
                </a:lnTo>
                <a:lnTo>
                  <a:pt x="4857941" y="2914250"/>
                </a:lnTo>
                <a:lnTo>
                  <a:pt x="4857941" y="2997772"/>
                </a:lnTo>
                <a:lnTo>
                  <a:pt x="4932078" y="2997772"/>
                </a:lnTo>
                <a:lnTo>
                  <a:pt x="4932078" y="3081293"/>
                </a:lnTo>
                <a:lnTo>
                  <a:pt x="5344658" y="3081293"/>
                </a:lnTo>
                <a:lnTo>
                  <a:pt x="5344658" y="3188678"/>
                </a:lnTo>
                <a:lnTo>
                  <a:pt x="6437376" y="3188678"/>
                </a:lnTo>
              </a:path>
            </a:pathLst>
          </a:custGeom>
          <a:noFill xmlns:a="http://schemas.openxmlformats.org/drawingml/2006/main"/>
          <a:ln xmlns:a="http://schemas.openxmlformats.org/drawingml/2006/main" w="29210">
            <a:solidFill>
              <a:srgbClr val="0072B2"/>
            </a:solidFill>
            <a:prstDash val="dash"/>
          </a:ln>
        </p:spPr>
      </p:sp>
      <p:sp>
        <p:nvSpPr>
          <p:cNvPr id="218" name="m0c8d026d45 218">
            <a:extLst xmlns:a="http://schemas.openxmlformats.org/drawingml/2006/main">
              <a:ext uri="{FF2B5EF4-FFF2-40B4-BE49-F238E27FC236}">
                <a16:creationId xmlns:a16="http://schemas.microsoft.com/office/drawing/2014/main" id="{B6F823A7-AEDE-48AA-B503-E0175A62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8489" y="341611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19" name="m0c8d026d45 219">
            <a:extLst xmlns:a="http://schemas.openxmlformats.org/drawingml/2006/main">
              <a:ext uri="{FF2B5EF4-FFF2-40B4-BE49-F238E27FC236}">
                <a16:creationId xmlns:a16="http://schemas.microsoft.com/office/drawing/2014/main" id="{4DDC3CBC-5000-4290-A362-E80C179F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1100" y="341611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20" name="m0c8d026d45 220">
            <a:extLst xmlns:a="http://schemas.openxmlformats.org/drawingml/2006/main">
              <a:ext uri="{FF2B5EF4-FFF2-40B4-BE49-F238E27FC236}">
                <a16:creationId xmlns:a16="http://schemas.microsoft.com/office/drawing/2014/main" id="{F4CD59D8-6249-4F0D-81B9-6B50E6AB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7567" y="341611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21" name="m0c8d026d45 221">
            <a:extLst xmlns:a="http://schemas.openxmlformats.org/drawingml/2006/main">
              <a:ext uri="{FF2B5EF4-FFF2-40B4-BE49-F238E27FC236}">
                <a16:creationId xmlns:a16="http://schemas.microsoft.com/office/drawing/2014/main" id="{B5DDC727-512F-470B-A3E6-EB09AB36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583" y="341611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22" name="m0c8d026d45 222">
            <a:extLst xmlns:a="http://schemas.openxmlformats.org/drawingml/2006/main">
              <a:ext uri="{FF2B5EF4-FFF2-40B4-BE49-F238E27FC236}">
                <a16:creationId xmlns:a16="http://schemas.microsoft.com/office/drawing/2014/main" id="{23B2079F-C480-4650-A3F4-2CB5713D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7372" y="347209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23" name="m0c8d026d45 223">
            <a:extLst xmlns:a="http://schemas.openxmlformats.org/drawingml/2006/main">
              <a:ext uri="{FF2B5EF4-FFF2-40B4-BE49-F238E27FC236}">
                <a16:creationId xmlns:a16="http://schemas.microsoft.com/office/drawing/2014/main" id="{DC01DB2C-7E73-4D2B-8CFE-1489F4CF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0174" y="347209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24" name="m0c8d026d45 224">
            <a:extLst xmlns:a="http://schemas.openxmlformats.org/drawingml/2006/main">
              <a:ext uri="{FF2B5EF4-FFF2-40B4-BE49-F238E27FC236}">
                <a16:creationId xmlns:a16="http://schemas.microsoft.com/office/drawing/2014/main" id="{20509EB6-960D-4A56-9462-E14D0DDE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1524" y="365465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25" name="m0c8d026d45 225">
            <a:extLst xmlns:a="http://schemas.openxmlformats.org/drawingml/2006/main">
              <a:ext uri="{FF2B5EF4-FFF2-40B4-BE49-F238E27FC236}">
                <a16:creationId xmlns:a16="http://schemas.microsoft.com/office/drawing/2014/main" id="{DA852FDC-DFBB-4971-AC5F-176C60FD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0396" y="365465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26" name="m0c8d026d45 226">
            <a:extLst xmlns:a="http://schemas.openxmlformats.org/drawingml/2006/main">
              <a:ext uri="{FF2B5EF4-FFF2-40B4-BE49-F238E27FC236}">
                <a16:creationId xmlns:a16="http://schemas.microsoft.com/office/drawing/2014/main" id="{BDC82FD8-F494-4ACB-B967-D17747FC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6079" y="365465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27" name="m0c8d026d45 227">
            <a:extLst xmlns:a="http://schemas.openxmlformats.org/drawingml/2006/main">
              <a:ext uri="{FF2B5EF4-FFF2-40B4-BE49-F238E27FC236}">
                <a16:creationId xmlns:a16="http://schemas.microsoft.com/office/drawing/2014/main" id="{1670B1F1-0F6F-45C9-A7D5-4A64E2A2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2996" y="386942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28" name="m0c8d026d45 228">
            <a:extLst xmlns:a="http://schemas.openxmlformats.org/drawingml/2006/main">
              <a:ext uri="{FF2B5EF4-FFF2-40B4-BE49-F238E27FC236}">
                <a16:creationId xmlns:a16="http://schemas.microsoft.com/office/drawing/2014/main" id="{D56E502F-DB67-4A2C-9A84-1802B5DD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1058" y="386942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29" name="m0c8d026d45 229">
            <a:extLst xmlns:a="http://schemas.openxmlformats.org/drawingml/2006/main">
              <a:ext uri="{FF2B5EF4-FFF2-40B4-BE49-F238E27FC236}">
                <a16:creationId xmlns:a16="http://schemas.microsoft.com/office/drawing/2014/main" id="{420E2459-4775-4A0E-B1E8-5D26A5CC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6468" y="4119986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30" name="m0c8d026d45 230">
            <a:extLst xmlns:a="http://schemas.openxmlformats.org/drawingml/2006/main">
              <a:ext uri="{FF2B5EF4-FFF2-40B4-BE49-F238E27FC236}">
                <a16:creationId xmlns:a16="http://schemas.microsoft.com/office/drawing/2014/main" id="{ECFB774C-CAF3-4F0A-9FF7-A4C408F8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8204" y="4119986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31" name="m0c8d026d45 231">
            <a:extLst xmlns:a="http://schemas.openxmlformats.org/drawingml/2006/main">
              <a:ext uri="{FF2B5EF4-FFF2-40B4-BE49-F238E27FC236}">
                <a16:creationId xmlns:a16="http://schemas.microsoft.com/office/drawing/2014/main" id="{DC98D00C-401F-4B50-82BC-D5ACF6BD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9569" y="422737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32" name="m0c8d026d45 232">
            <a:extLst xmlns:a="http://schemas.openxmlformats.org/drawingml/2006/main">
              <a:ext uri="{FF2B5EF4-FFF2-40B4-BE49-F238E27FC236}">
                <a16:creationId xmlns:a16="http://schemas.microsoft.com/office/drawing/2014/main" id="{1D25F481-E9C7-4AA2-978E-403AF202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6605" y="422737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33" name="m0c8d026d45 233">
            <a:extLst xmlns:a="http://schemas.openxmlformats.org/drawingml/2006/main">
              <a:ext uri="{FF2B5EF4-FFF2-40B4-BE49-F238E27FC236}">
                <a16:creationId xmlns:a16="http://schemas.microsoft.com/office/drawing/2014/main" id="{2A605EBB-0F9E-4E0A-9FC0-8C95A1FF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2576" y="4227371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2B2"/>
          </a:solidFill>
          <a:ln xmlns:a="http://schemas.openxmlformats.org/drawingml/2006/main" w="10795">
            <a:solidFill>
              <a:srgbClr val="0072B2"/>
            </a:solidFill>
            <a:prstDash val="solid"/>
          </a:ln>
        </p:spPr>
      </p:sp>
      <p:sp>
        <p:nvSpPr>
          <p:cNvPr id="234" name="Vector 234">
            <a:extLst xmlns:a="http://schemas.openxmlformats.org/drawingml/2006/main">
              <a:ext uri="{FF2B5EF4-FFF2-40B4-BE49-F238E27FC236}">
                <a16:creationId xmlns:a16="http://schemas.microsoft.com/office/drawing/2014/main" id="{8A876D12-7368-4F04-9C09-22F77615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1076793"/>
            <a:ext cx="6437376" cy="3343435"/>
          </a:xfrm>
          <a:custGeom xmlns:a="http://schemas.openxmlformats.org/drawingml/2006/main">
            <a:pathLst>
              <a:path w="6437376" h="3343435">
                <a:moveTo>
                  <a:pt x="0" y="0"/>
                </a:moveTo>
                <a:lnTo>
                  <a:pt x="340270" y="0"/>
                </a:lnTo>
                <a:lnTo>
                  <a:pt x="340270" y="49779"/>
                </a:lnTo>
                <a:lnTo>
                  <a:pt x="431936" y="49779"/>
                </a:lnTo>
                <a:lnTo>
                  <a:pt x="431936" y="99558"/>
                </a:lnTo>
                <a:lnTo>
                  <a:pt x="443440" y="99558"/>
                </a:lnTo>
                <a:lnTo>
                  <a:pt x="443440" y="149337"/>
                </a:lnTo>
                <a:lnTo>
                  <a:pt x="533705" y="149337"/>
                </a:lnTo>
                <a:lnTo>
                  <a:pt x="533705" y="199116"/>
                </a:lnTo>
                <a:lnTo>
                  <a:pt x="555827" y="199116"/>
                </a:lnTo>
                <a:lnTo>
                  <a:pt x="555827" y="248895"/>
                </a:lnTo>
                <a:lnTo>
                  <a:pt x="591457" y="248895"/>
                </a:lnTo>
                <a:lnTo>
                  <a:pt x="591457" y="298674"/>
                </a:lnTo>
                <a:lnTo>
                  <a:pt x="612032" y="298674"/>
                </a:lnTo>
                <a:lnTo>
                  <a:pt x="612032" y="348453"/>
                </a:lnTo>
                <a:lnTo>
                  <a:pt x="792802" y="348453"/>
                </a:lnTo>
                <a:lnTo>
                  <a:pt x="792802" y="398232"/>
                </a:lnTo>
                <a:lnTo>
                  <a:pt x="809853" y="398232"/>
                </a:lnTo>
                <a:lnTo>
                  <a:pt x="809853" y="448011"/>
                </a:lnTo>
                <a:lnTo>
                  <a:pt x="865447" y="448011"/>
                </a:lnTo>
                <a:lnTo>
                  <a:pt x="865447" y="497790"/>
                </a:lnTo>
                <a:lnTo>
                  <a:pt x="878416" y="497790"/>
                </a:lnTo>
                <a:lnTo>
                  <a:pt x="878416" y="547569"/>
                </a:lnTo>
                <a:lnTo>
                  <a:pt x="1004171" y="547569"/>
                </a:lnTo>
                <a:lnTo>
                  <a:pt x="1004171" y="597349"/>
                </a:lnTo>
                <a:lnTo>
                  <a:pt x="1022754" y="597349"/>
                </a:lnTo>
                <a:lnTo>
                  <a:pt x="1022754" y="647128"/>
                </a:lnTo>
                <a:lnTo>
                  <a:pt x="1033771" y="647128"/>
                </a:lnTo>
                <a:lnTo>
                  <a:pt x="1033771" y="696907"/>
                </a:lnTo>
                <a:lnTo>
                  <a:pt x="1059693" y="696907"/>
                </a:lnTo>
                <a:lnTo>
                  <a:pt x="1059693" y="746686"/>
                </a:lnTo>
                <a:lnTo>
                  <a:pt x="1067381" y="746686"/>
                </a:lnTo>
                <a:lnTo>
                  <a:pt x="1067381" y="796465"/>
                </a:lnTo>
                <a:lnTo>
                  <a:pt x="1092498" y="796465"/>
                </a:lnTo>
                <a:lnTo>
                  <a:pt x="1092498" y="846244"/>
                </a:lnTo>
                <a:lnTo>
                  <a:pt x="1271348" y="846244"/>
                </a:lnTo>
                <a:lnTo>
                  <a:pt x="1271348" y="896023"/>
                </a:lnTo>
                <a:lnTo>
                  <a:pt x="1292332" y="896023"/>
                </a:lnTo>
                <a:lnTo>
                  <a:pt x="1292332" y="945802"/>
                </a:lnTo>
                <a:lnTo>
                  <a:pt x="1478327" y="945802"/>
                </a:lnTo>
                <a:lnTo>
                  <a:pt x="1478327" y="995581"/>
                </a:lnTo>
                <a:lnTo>
                  <a:pt x="1564865" y="995581"/>
                </a:lnTo>
                <a:lnTo>
                  <a:pt x="1564865" y="1045360"/>
                </a:lnTo>
                <a:lnTo>
                  <a:pt x="1579778" y="1045360"/>
                </a:lnTo>
                <a:lnTo>
                  <a:pt x="1579778" y="1095139"/>
                </a:lnTo>
                <a:lnTo>
                  <a:pt x="1656458" y="1095139"/>
                </a:lnTo>
                <a:lnTo>
                  <a:pt x="1656458" y="1144918"/>
                </a:lnTo>
                <a:lnTo>
                  <a:pt x="1779977" y="1144918"/>
                </a:lnTo>
                <a:lnTo>
                  <a:pt x="1779977" y="1194697"/>
                </a:lnTo>
                <a:lnTo>
                  <a:pt x="1830355" y="1194697"/>
                </a:lnTo>
                <a:lnTo>
                  <a:pt x="1830355" y="1244476"/>
                </a:lnTo>
                <a:lnTo>
                  <a:pt x="1877416" y="1244476"/>
                </a:lnTo>
                <a:lnTo>
                  <a:pt x="1877416" y="1294255"/>
                </a:lnTo>
                <a:lnTo>
                  <a:pt x="2005442" y="1294255"/>
                </a:lnTo>
                <a:lnTo>
                  <a:pt x="2005442" y="1344034"/>
                </a:lnTo>
                <a:lnTo>
                  <a:pt x="2249032" y="1344034"/>
                </a:lnTo>
                <a:lnTo>
                  <a:pt x="2249032" y="1393813"/>
                </a:lnTo>
                <a:lnTo>
                  <a:pt x="2288144" y="1393813"/>
                </a:lnTo>
                <a:lnTo>
                  <a:pt x="2288144" y="1443592"/>
                </a:lnTo>
                <a:lnTo>
                  <a:pt x="2299684" y="1443592"/>
                </a:lnTo>
                <a:lnTo>
                  <a:pt x="2299684" y="1493371"/>
                </a:lnTo>
                <a:lnTo>
                  <a:pt x="2344232" y="1493371"/>
                </a:lnTo>
                <a:lnTo>
                  <a:pt x="2344232" y="1543150"/>
                </a:lnTo>
                <a:lnTo>
                  <a:pt x="2395792" y="1543150"/>
                </a:lnTo>
                <a:lnTo>
                  <a:pt x="2395792" y="1592929"/>
                </a:lnTo>
                <a:lnTo>
                  <a:pt x="2578669" y="1592929"/>
                </a:lnTo>
                <a:lnTo>
                  <a:pt x="2578669" y="1642708"/>
                </a:lnTo>
                <a:lnTo>
                  <a:pt x="2667476" y="1642708"/>
                </a:lnTo>
                <a:lnTo>
                  <a:pt x="2667476" y="1692487"/>
                </a:lnTo>
                <a:lnTo>
                  <a:pt x="2681710" y="1692487"/>
                </a:lnTo>
                <a:lnTo>
                  <a:pt x="2681710" y="1742267"/>
                </a:lnTo>
                <a:lnTo>
                  <a:pt x="2804735" y="1742267"/>
                </a:lnTo>
                <a:lnTo>
                  <a:pt x="2804735" y="1792046"/>
                </a:lnTo>
                <a:lnTo>
                  <a:pt x="2895658" y="1792046"/>
                </a:lnTo>
                <a:lnTo>
                  <a:pt x="2895658" y="1841825"/>
                </a:lnTo>
                <a:lnTo>
                  <a:pt x="2954607" y="1841825"/>
                </a:lnTo>
                <a:lnTo>
                  <a:pt x="2954607" y="1891604"/>
                </a:lnTo>
                <a:lnTo>
                  <a:pt x="2987468" y="1891604"/>
                </a:lnTo>
                <a:lnTo>
                  <a:pt x="2987468" y="1941383"/>
                </a:lnTo>
                <a:lnTo>
                  <a:pt x="2988901" y="1941383"/>
                </a:lnTo>
                <a:lnTo>
                  <a:pt x="2988901" y="1991162"/>
                </a:lnTo>
                <a:lnTo>
                  <a:pt x="3100222" y="1991162"/>
                </a:lnTo>
                <a:lnTo>
                  <a:pt x="3100222" y="2040941"/>
                </a:lnTo>
                <a:lnTo>
                  <a:pt x="3128741" y="2040941"/>
                </a:lnTo>
                <a:lnTo>
                  <a:pt x="3128741" y="2090720"/>
                </a:lnTo>
                <a:lnTo>
                  <a:pt x="3213991" y="2090720"/>
                </a:lnTo>
                <a:lnTo>
                  <a:pt x="3213991" y="2140499"/>
                </a:lnTo>
                <a:lnTo>
                  <a:pt x="3234318" y="2140499"/>
                </a:lnTo>
                <a:lnTo>
                  <a:pt x="3234318" y="2190278"/>
                </a:lnTo>
                <a:lnTo>
                  <a:pt x="3436529" y="2190278"/>
                </a:lnTo>
                <a:lnTo>
                  <a:pt x="3436529" y="2240057"/>
                </a:lnTo>
                <a:lnTo>
                  <a:pt x="3455763" y="2240057"/>
                </a:lnTo>
                <a:lnTo>
                  <a:pt x="3455763" y="2289836"/>
                </a:lnTo>
                <a:lnTo>
                  <a:pt x="3562577" y="2289836"/>
                </a:lnTo>
                <a:lnTo>
                  <a:pt x="3562987" y="2389394"/>
                </a:lnTo>
                <a:lnTo>
                  <a:pt x="3639854" y="2389394"/>
                </a:lnTo>
                <a:lnTo>
                  <a:pt x="3639854" y="2439173"/>
                </a:lnTo>
                <a:lnTo>
                  <a:pt x="3666481" y="2439173"/>
                </a:lnTo>
                <a:lnTo>
                  <a:pt x="3666481" y="2488952"/>
                </a:lnTo>
                <a:lnTo>
                  <a:pt x="3763218" y="2488952"/>
                </a:lnTo>
                <a:lnTo>
                  <a:pt x="3764273" y="2592339"/>
                </a:lnTo>
                <a:lnTo>
                  <a:pt x="3808368" y="2592339"/>
                </a:lnTo>
                <a:lnTo>
                  <a:pt x="3808368" y="2644033"/>
                </a:lnTo>
                <a:lnTo>
                  <a:pt x="4199092" y="2644033"/>
                </a:lnTo>
                <a:lnTo>
                  <a:pt x="4199092" y="2700650"/>
                </a:lnTo>
                <a:lnTo>
                  <a:pt x="4292139" y="2700650"/>
                </a:lnTo>
                <a:lnTo>
                  <a:pt x="4292139" y="2757267"/>
                </a:lnTo>
                <a:lnTo>
                  <a:pt x="4499943" y="2757267"/>
                </a:lnTo>
                <a:lnTo>
                  <a:pt x="4499943" y="2817029"/>
                </a:lnTo>
                <a:lnTo>
                  <a:pt x="4505755" y="2817029"/>
                </a:lnTo>
                <a:lnTo>
                  <a:pt x="4505755" y="2880526"/>
                </a:lnTo>
                <a:lnTo>
                  <a:pt x="4651974" y="2880526"/>
                </a:lnTo>
                <a:lnTo>
                  <a:pt x="4651974" y="2944024"/>
                </a:lnTo>
                <a:lnTo>
                  <a:pt x="4911065" y="2944024"/>
                </a:lnTo>
                <a:lnTo>
                  <a:pt x="4911065" y="3012405"/>
                </a:lnTo>
                <a:lnTo>
                  <a:pt x="4960119" y="3012405"/>
                </a:lnTo>
                <a:lnTo>
                  <a:pt x="4960119" y="3087004"/>
                </a:lnTo>
                <a:lnTo>
                  <a:pt x="5099269" y="3087004"/>
                </a:lnTo>
                <a:lnTo>
                  <a:pt x="5099269" y="3161602"/>
                </a:lnTo>
                <a:lnTo>
                  <a:pt x="5225207" y="3161602"/>
                </a:lnTo>
                <a:lnTo>
                  <a:pt x="5225207" y="3245525"/>
                </a:lnTo>
                <a:lnTo>
                  <a:pt x="5510934" y="3245525"/>
                </a:lnTo>
                <a:lnTo>
                  <a:pt x="5510934" y="3343435"/>
                </a:lnTo>
                <a:lnTo>
                  <a:pt x="6437376" y="3343435"/>
                </a:lnTo>
              </a:path>
            </a:pathLst>
          </a:custGeom>
          <a:noFill xmlns:a="http://schemas.openxmlformats.org/drawingml/2006/main"/>
          <a:ln xmlns:a="http://schemas.openxmlformats.org/drawingml/2006/main" w="29210">
            <a:solidFill>
              <a:srgbClr val="D55E00"/>
            </a:solidFill>
            <a:prstDash val="solid"/>
          </a:ln>
        </p:spPr>
      </p:sp>
      <p:sp>
        <p:nvSpPr>
          <p:cNvPr id="235" name="mf6d9d23fb8 235">
            <a:extLst xmlns:a="http://schemas.openxmlformats.org/drawingml/2006/main">
              <a:ext uri="{FF2B5EF4-FFF2-40B4-BE49-F238E27FC236}">
                <a16:creationId xmlns:a16="http://schemas.microsoft.com/office/drawing/2014/main" id="{6E2BBF9B-2867-48D9-BECB-BE61A867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6700" y="352764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36" name="mf6d9d23fb8 236">
            <a:extLst xmlns:a="http://schemas.openxmlformats.org/drawingml/2006/main">
              <a:ext uri="{FF2B5EF4-FFF2-40B4-BE49-F238E27FC236}">
                <a16:creationId xmlns:a16="http://schemas.microsoft.com/office/drawing/2014/main" id="{58938FD5-138A-4C21-BBBA-F3EC390E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4155" y="3682726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37" name="mf6d9d23fb8 237">
            <a:extLst xmlns:a="http://schemas.openxmlformats.org/drawingml/2006/main">
              <a:ext uri="{FF2B5EF4-FFF2-40B4-BE49-F238E27FC236}">
                <a16:creationId xmlns:a16="http://schemas.microsoft.com/office/drawing/2014/main" id="{BC97D5F3-79B1-40CB-8F04-8D8F182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5510" y="3682726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38" name="mf6d9d23fb8 238">
            <a:extLst xmlns:a="http://schemas.openxmlformats.org/drawingml/2006/main">
              <a:ext uri="{FF2B5EF4-FFF2-40B4-BE49-F238E27FC236}">
                <a16:creationId xmlns:a16="http://schemas.microsoft.com/office/drawing/2014/main" id="{59F8FF31-E606-4675-B922-5C1F888E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7470" y="3795960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39" name="mf6d9d23fb8 239">
            <a:extLst xmlns:a="http://schemas.openxmlformats.org/drawingml/2006/main">
              <a:ext uri="{FF2B5EF4-FFF2-40B4-BE49-F238E27FC236}">
                <a16:creationId xmlns:a16="http://schemas.microsoft.com/office/drawing/2014/main" id="{99974978-1B1E-4A5A-8C66-FC7BB874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0089" y="3855722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40" name="mf6d9d23fb8 240">
            <a:extLst xmlns:a="http://schemas.openxmlformats.org/drawingml/2006/main">
              <a:ext uri="{FF2B5EF4-FFF2-40B4-BE49-F238E27FC236}">
                <a16:creationId xmlns:a16="http://schemas.microsoft.com/office/drawing/2014/main" id="{2A582275-7462-4A0B-88F4-CCC081D2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7337" y="3982717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41" name="mf6d9d23fb8 241">
            <a:extLst xmlns:a="http://schemas.openxmlformats.org/drawingml/2006/main">
              <a:ext uri="{FF2B5EF4-FFF2-40B4-BE49-F238E27FC236}">
                <a16:creationId xmlns:a16="http://schemas.microsoft.com/office/drawing/2014/main" id="{AEA65026-68D1-4983-BBF3-1E3C4A9C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9684" y="405109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42" name="mf6d9d23fb8 242">
            <a:extLst xmlns:a="http://schemas.openxmlformats.org/drawingml/2006/main">
              <a:ext uri="{FF2B5EF4-FFF2-40B4-BE49-F238E27FC236}">
                <a16:creationId xmlns:a16="http://schemas.microsoft.com/office/drawing/2014/main" id="{DE5C13BF-1BFE-40B6-B032-47F5B8E1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4082" y="4200295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43" name="mf6d9d23fb8 243">
            <a:extLst xmlns:a="http://schemas.openxmlformats.org/drawingml/2006/main">
              <a:ext uri="{FF2B5EF4-FFF2-40B4-BE49-F238E27FC236}">
                <a16:creationId xmlns:a16="http://schemas.microsoft.com/office/drawing/2014/main" id="{FC9589C2-A3A5-4B5E-947E-19FCC37A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4078" y="428421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44" name="mf6d9d23fb8 244">
            <a:extLst xmlns:a="http://schemas.openxmlformats.org/drawingml/2006/main">
              <a:ext uri="{FF2B5EF4-FFF2-40B4-BE49-F238E27FC236}">
                <a16:creationId xmlns:a16="http://schemas.microsoft.com/office/drawing/2014/main" id="{B1E1D38E-FACC-4FE4-BF35-AC81B7F0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9699" y="438212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45" name="mf6d9d23fb8 245">
            <a:extLst xmlns:a="http://schemas.openxmlformats.org/drawingml/2006/main">
              <a:ext uri="{FF2B5EF4-FFF2-40B4-BE49-F238E27FC236}">
                <a16:creationId xmlns:a16="http://schemas.microsoft.com/office/drawing/2014/main" id="{1C2C6F58-663A-45A4-9F9F-B82137FD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3938" y="438212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46" name="mf6d9d23fb8 246">
            <a:extLst xmlns:a="http://schemas.openxmlformats.org/drawingml/2006/main">
              <a:ext uri="{FF2B5EF4-FFF2-40B4-BE49-F238E27FC236}">
                <a16:creationId xmlns:a16="http://schemas.microsoft.com/office/drawing/2014/main" id="{4857B235-932E-4028-BFC0-012E1D1B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5224" y="438212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47" name="mf6d9d23fb8 247">
            <a:extLst xmlns:a="http://schemas.openxmlformats.org/drawingml/2006/main">
              <a:ext uri="{FF2B5EF4-FFF2-40B4-BE49-F238E27FC236}">
                <a16:creationId xmlns:a16="http://schemas.microsoft.com/office/drawing/2014/main" id="{99006F87-007E-444E-BDF6-B89FAB6B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8528" y="4382128"/>
            <a:ext cx="10" cy="76200"/>
          </a:xfrm>
          <a:custGeom xmlns:a="http://schemas.openxmlformats.org/drawingml/2006/main">
            <a:pathLst>
              <a:path w="10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0795">
            <a:solidFill>
              <a:srgbClr val="D55E00"/>
            </a:solidFill>
            <a:prstDash val="solid"/>
          </a:ln>
        </p:spPr>
      </p:sp>
      <p:sp>
        <p:nvSpPr>
          <p:cNvPr id="248" name="Vector 248">
            <a:extLst xmlns:a="http://schemas.openxmlformats.org/drawingml/2006/main">
              <a:ext uri="{FF2B5EF4-FFF2-40B4-BE49-F238E27FC236}">
                <a16:creationId xmlns:a16="http://schemas.microsoft.com/office/drawing/2014/main" id="{96BF3BB1-D277-4DB8-9F85-D62A7A6E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980968"/>
            <a:ext cx="10" cy="3928811"/>
          </a:xfrm>
          <a:custGeom xmlns:a="http://schemas.openxmlformats.org/drawingml/2006/main">
            <a:pathLst>
              <a:path w="10" h="3928811">
                <a:moveTo>
                  <a:pt x="0" y="392881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555555"/>
            </a:solidFill>
            <a:prstDash val="solid"/>
          </a:ln>
        </p:spPr>
      </p:sp>
      <p:sp>
        <p:nvSpPr>
          <p:cNvPr id="249" name="Vector 249">
            <a:extLst xmlns:a="http://schemas.openxmlformats.org/drawingml/2006/main">
              <a:ext uri="{FF2B5EF4-FFF2-40B4-BE49-F238E27FC236}">
                <a16:creationId xmlns:a16="http://schemas.microsoft.com/office/drawing/2014/main" id="{2691DEF5-D041-4B7E-BEC0-07D7FB3B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4909779"/>
            <a:ext cx="6437376" cy="10"/>
          </a:xfrm>
          <a:custGeom xmlns:a="http://schemas.openxmlformats.org/drawingml/2006/main">
            <a:pathLst>
              <a:path w="6437376" h="10">
                <a:moveTo>
                  <a:pt x="0" y="0"/>
                </a:moveTo>
                <a:lnTo>
                  <a:pt x="64373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555555"/>
            </a:solidFill>
            <a:prstDash val="solid"/>
          </a:ln>
        </p:spPr>
      </p:sp>
      <p:sp>
        <p:nvSpPr>
          <p:cNvPr id="250" name="Text 250: 101 (0)">
            <a:extLst xmlns:a="http://schemas.openxmlformats.org/drawingml/2006/main">
              <a:ext uri="{FF2B5EF4-FFF2-40B4-BE49-F238E27FC236}">
                <a16:creationId xmlns:a16="http://schemas.microsoft.com/office/drawing/2014/main" id="{A53743F9-054F-4C59-99D6-0EB9B5C1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0996" y="5954333"/>
            <a:ext cx="4277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101 (0)</a:t>
            </a:r>
          </a:p>
        </p:txBody>
      </p:sp>
      <p:sp>
        <p:nvSpPr>
          <p:cNvPr id="251" name="Text 251: 80 (0)">
            <a:extLst xmlns:a="http://schemas.openxmlformats.org/drawingml/2006/main">
              <a:ext uri="{FF2B5EF4-FFF2-40B4-BE49-F238E27FC236}">
                <a16:creationId xmlns:a16="http://schemas.microsoft.com/office/drawing/2014/main" id="{C47B388E-ACFC-4AB0-904B-0D90683D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646" y="5954333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 (0)</a:t>
            </a:r>
          </a:p>
        </p:txBody>
      </p:sp>
      <p:sp>
        <p:nvSpPr>
          <p:cNvPr id="252" name="Text 252: 53 (0)">
            <a:extLst xmlns:a="http://schemas.openxmlformats.org/drawingml/2006/main">
              <a:ext uri="{FF2B5EF4-FFF2-40B4-BE49-F238E27FC236}">
                <a16:creationId xmlns:a16="http://schemas.microsoft.com/office/drawing/2014/main" id="{6985E455-3EC6-4CD6-811F-09CFB543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4990" y="5954333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53 (0)</a:t>
            </a:r>
          </a:p>
        </p:txBody>
      </p:sp>
      <p:sp>
        <p:nvSpPr>
          <p:cNvPr id="253" name="Text 253: 18 (17)">
            <a:extLst xmlns:a="http://schemas.openxmlformats.org/drawingml/2006/main">
              <a:ext uri="{FF2B5EF4-FFF2-40B4-BE49-F238E27FC236}">
                <a16:creationId xmlns:a16="http://schemas.microsoft.com/office/drawing/2014/main" id="{34C919CF-AB40-4902-8DC2-BB2AACB3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9028" y="5954333"/>
            <a:ext cx="4277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 (17)</a:t>
            </a:r>
          </a:p>
        </p:txBody>
      </p:sp>
      <p:sp>
        <p:nvSpPr>
          <p:cNvPr id="254" name="Text 254: 6 (25)">
            <a:extLst xmlns:a="http://schemas.openxmlformats.org/drawingml/2006/main">
              <a:ext uri="{FF2B5EF4-FFF2-40B4-BE49-F238E27FC236}">
                <a16:creationId xmlns:a16="http://schemas.microsoft.com/office/drawing/2014/main" id="{5CF63B95-1388-43DB-A2A5-CBFF4EA9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43678" y="5954333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 (25)</a:t>
            </a:r>
          </a:p>
        </p:txBody>
      </p:sp>
      <p:sp>
        <p:nvSpPr>
          <p:cNvPr id="255" name="Text 255: 103 (0)">
            <a:extLst xmlns:a="http://schemas.openxmlformats.org/drawingml/2006/main">
              <a:ext uri="{FF2B5EF4-FFF2-40B4-BE49-F238E27FC236}">
                <a16:creationId xmlns:a16="http://schemas.microsoft.com/office/drawing/2014/main" id="{72AA179B-F157-4E14-B427-2EB74C39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0996" y="6250270"/>
            <a:ext cx="4277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103 (0)</a:t>
            </a:r>
          </a:p>
        </p:txBody>
      </p:sp>
      <p:sp>
        <p:nvSpPr>
          <p:cNvPr id="256" name="Text 256: 86 (0)">
            <a:extLst xmlns:a="http://schemas.openxmlformats.org/drawingml/2006/main">
              <a:ext uri="{FF2B5EF4-FFF2-40B4-BE49-F238E27FC236}">
                <a16:creationId xmlns:a16="http://schemas.microsoft.com/office/drawing/2014/main" id="{7AB8283F-EB42-440E-A60E-235EEDE9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646" y="6250270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86 (0)</a:t>
            </a:r>
          </a:p>
        </p:txBody>
      </p:sp>
      <p:sp>
        <p:nvSpPr>
          <p:cNvPr id="257" name="Text 257: 66 (0)">
            <a:extLst xmlns:a="http://schemas.openxmlformats.org/drawingml/2006/main">
              <a:ext uri="{FF2B5EF4-FFF2-40B4-BE49-F238E27FC236}">
                <a16:creationId xmlns:a16="http://schemas.microsoft.com/office/drawing/2014/main" id="{429C2F44-1DE3-4993-9107-77AE9643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4990" y="6250270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66 (0)</a:t>
            </a:r>
          </a:p>
        </p:txBody>
      </p:sp>
      <p:sp>
        <p:nvSpPr>
          <p:cNvPr id="258" name="Text 258: 31 (17)">
            <a:extLst xmlns:a="http://schemas.openxmlformats.org/drawingml/2006/main">
              <a:ext uri="{FF2B5EF4-FFF2-40B4-BE49-F238E27FC236}">
                <a16:creationId xmlns:a16="http://schemas.microsoft.com/office/drawing/2014/main" id="{A9F6518B-FC00-4DC4-87CB-8C6ACF92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9028" y="6250270"/>
            <a:ext cx="42773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31 (17)</a:t>
            </a:r>
          </a:p>
        </p:txBody>
      </p:sp>
      <p:sp>
        <p:nvSpPr>
          <p:cNvPr id="259" name="Text 259: 7 (36)">
            <a:extLst xmlns:a="http://schemas.openxmlformats.org/drawingml/2006/main">
              <a:ext uri="{FF2B5EF4-FFF2-40B4-BE49-F238E27FC236}">
                <a16:creationId xmlns:a16="http://schemas.microsoft.com/office/drawing/2014/main" id="{E6C7C9F7-3F38-455B-A2FD-6A5D9C63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43678" y="6250270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 (36)</a:t>
            </a:r>
          </a:p>
        </p:txBody>
      </p:sp>
      <p:sp>
        <p:nvSpPr>
          <p:cNvPr id="260" name="Text 260: 79 (0)">
            <a:extLst xmlns:a="http://schemas.openxmlformats.org/drawingml/2006/main">
              <a:ext uri="{FF2B5EF4-FFF2-40B4-BE49-F238E27FC236}">
                <a16:creationId xmlns:a16="http://schemas.microsoft.com/office/drawing/2014/main" id="{6A8E9ADB-8207-46B1-8AD8-60E1EB0D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6302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 (0)</a:t>
            </a:r>
          </a:p>
        </p:txBody>
      </p:sp>
      <p:sp>
        <p:nvSpPr>
          <p:cNvPr id="261" name="Text 261: 61 (0)">
            <a:extLst xmlns:a="http://schemas.openxmlformats.org/drawingml/2006/main">
              <a:ext uri="{FF2B5EF4-FFF2-40B4-BE49-F238E27FC236}">
                <a16:creationId xmlns:a16="http://schemas.microsoft.com/office/drawing/2014/main" id="{AE6DCD05-6A10-41BE-ACF5-39F15D2E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646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61 (0)</a:t>
            </a:r>
          </a:p>
        </p:txBody>
      </p:sp>
      <p:sp>
        <p:nvSpPr>
          <p:cNvPr id="262" name="Text 262: 37 (0)">
            <a:extLst xmlns:a="http://schemas.openxmlformats.org/drawingml/2006/main">
              <a:ext uri="{FF2B5EF4-FFF2-40B4-BE49-F238E27FC236}">
                <a16:creationId xmlns:a16="http://schemas.microsoft.com/office/drawing/2014/main" id="{66372AFC-0EFF-46FA-982F-F95B5BC3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4990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37 (0)</a:t>
            </a:r>
          </a:p>
        </p:txBody>
      </p:sp>
      <p:sp>
        <p:nvSpPr>
          <p:cNvPr id="263" name="Text 263: 11 (11)">
            <a:extLst xmlns:a="http://schemas.openxmlformats.org/drawingml/2006/main">
              <a:ext uri="{FF2B5EF4-FFF2-40B4-BE49-F238E27FC236}">
                <a16:creationId xmlns:a16="http://schemas.microsoft.com/office/drawing/2014/main" id="{62543347-A386-45CC-9DBC-E574EA1C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9175" y="6546206"/>
            <a:ext cx="4274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 (11)</a:t>
            </a:r>
          </a:p>
        </p:txBody>
      </p:sp>
      <p:sp>
        <p:nvSpPr>
          <p:cNvPr id="264" name="Text 264: 3 (16)">
            <a:extLst xmlns:a="http://schemas.openxmlformats.org/drawingml/2006/main">
              <a:ext uri="{FF2B5EF4-FFF2-40B4-BE49-F238E27FC236}">
                <a16:creationId xmlns:a16="http://schemas.microsoft.com/office/drawing/2014/main" id="{E7882211-5DC1-4313-9F7D-262EC0C4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43678" y="6546206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(16)</a:t>
            </a:r>
          </a:p>
        </p:txBody>
      </p:sp>
      <p:sp>
        <p:nvSpPr>
          <p:cNvPr id="265" name="Text 265: 77 (0)">
            <a:extLst xmlns:a="http://schemas.openxmlformats.org/drawingml/2006/main">
              <a:ext uri="{FF2B5EF4-FFF2-40B4-BE49-F238E27FC236}">
                <a16:creationId xmlns:a16="http://schemas.microsoft.com/office/drawing/2014/main" id="{24D2012F-BCE1-4711-83DA-53297D2D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6302" y="6842142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77 (0)</a:t>
            </a:r>
          </a:p>
        </p:txBody>
      </p:sp>
      <p:sp>
        <p:nvSpPr>
          <p:cNvPr id="266" name="Text 266: 55 (0)">
            <a:extLst xmlns:a="http://schemas.openxmlformats.org/drawingml/2006/main">
              <a:ext uri="{FF2B5EF4-FFF2-40B4-BE49-F238E27FC236}">
                <a16:creationId xmlns:a16="http://schemas.microsoft.com/office/drawing/2014/main" id="{BDE28C6B-921F-46B2-B7DA-631D9661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646" y="6842142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55 (0)</a:t>
            </a:r>
          </a:p>
        </p:txBody>
      </p:sp>
      <p:sp>
        <p:nvSpPr>
          <p:cNvPr id="267" name="Text 267: 34 (0)">
            <a:extLst xmlns:a="http://schemas.openxmlformats.org/drawingml/2006/main">
              <a:ext uri="{FF2B5EF4-FFF2-40B4-BE49-F238E27FC236}">
                <a16:creationId xmlns:a16="http://schemas.microsoft.com/office/drawing/2014/main" id="{616A5913-AAC0-4CA3-A962-241390FE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4990" y="6842142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34 (0)</a:t>
            </a:r>
          </a:p>
        </p:txBody>
      </p:sp>
      <p:sp>
        <p:nvSpPr>
          <p:cNvPr id="268" name="Text 268: 14 (5)">
            <a:extLst xmlns:a="http://schemas.openxmlformats.org/drawingml/2006/main">
              <a:ext uri="{FF2B5EF4-FFF2-40B4-BE49-F238E27FC236}">
                <a16:creationId xmlns:a16="http://schemas.microsoft.com/office/drawing/2014/main" id="{8D2BE354-013E-4380-9F0A-0C3328F8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34334" y="6842142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 (5)</a:t>
            </a:r>
          </a:p>
        </p:txBody>
      </p:sp>
      <p:sp>
        <p:nvSpPr>
          <p:cNvPr id="269" name="Text 269: 1 (13)">
            <a:extLst xmlns:a="http://schemas.openxmlformats.org/drawingml/2006/main">
              <a:ext uri="{FF2B5EF4-FFF2-40B4-BE49-F238E27FC236}">
                <a16:creationId xmlns:a16="http://schemas.microsoft.com/office/drawing/2014/main" id="{019D9437-0B43-4818-B52F-3BB52C76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43678" y="6842142"/>
            <a:ext cx="35712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(13)</a:t>
            </a:r>
          </a:p>
        </p:txBody>
      </p:sp>
      <p:sp>
        <p:nvSpPr>
          <p:cNvPr id="270" name="Vector 270">
            <a:extLst xmlns:a="http://schemas.openxmlformats.org/drawingml/2006/main">
              <a:ext uri="{FF2B5EF4-FFF2-40B4-BE49-F238E27FC236}">
                <a16:creationId xmlns:a16="http://schemas.microsoft.com/office/drawing/2014/main" id="{5493740D-5A86-4195-9147-D0AA3D54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344" y="8277332"/>
            <a:ext cx="1207008" cy="1347021"/>
          </a:xfrm>
          <a:custGeom xmlns:a="http://schemas.openxmlformats.org/drawingml/2006/main">
            <a:pathLst>
              <a:path w="1207008" h="1347021">
                <a:moveTo>
                  <a:pt x="0" y="1347021"/>
                </a:moveTo>
                <a:lnTo>
                  <a:pt x="1207008" y="1347021"/>
                </a:lnTo>
                <a:lnTo>
                  <a:pt x="12070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71" name="mc8b85e3950 271">
            <a:extLst xmlns:a="http://schemas.openxmlformats.org/drawingml/2006/main">
              <a:ext uri="{FF2B5EF4-FFF2-40B4-BE49-F238E27FC236}">
                <a16:creationId xmlns:a16="http://schemas.microsoft.com/office/drawing/2014/main" id="{D0E6647C-BB6A-468E-B431-03D7F543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5251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2" name="Text 272: 0.25">
            <a:extLst xmlns:a="http://schemas.openxmlformats.org/drawingml/2006/main">
              <a:ext uri="{FF2B5EF4-FFF2-40B4-BE49-F238E27FC236}">
                <a16:creationId xmlns:a16="http://schemas.microsoft.com/office/drawing/2014/main" id="{883D3577-114A-47F3-98D7-C5686798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5288651" y="9763725"/>
            <a:ext cx="247828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273" name="mc8b85e3950 273">
            <a:extLst xmlns:a="http://schemas.openxmlformats.org/drawingml/2006/main">
              <a:ext uri="{FF2B5EF4-FFF2-40B4-BE49-F238E27FC236}">
                <a16:creationId xmlns:a16="http://schemas.microsoft.com/office/drawing/2014/main" id="{F007DC11-A55C-4EBD-8F3E-C8DC1794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4526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4" name="Text 274: 0.5">
            <a:extLst xmlns:a="http://schemas.openxmlformats.org/drawingml/2006/main">
              <a:ext uri="{FF2B5EF4-FFF2-40B4-BE49-F238E27FC236}">
                <a16:creationId xmlns:a16="http://schemas.microsoft.com/office/drawing/2014/main" id="{8752B0A3-AFE6-4F5A-8579-E6E12DEF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5602944" y="9734771"/>
            <a:ext cx="184277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75" name="mc8b85e3950 275">
            <a:extLst xmlns:a="http://schemas.openxmlformats.org/drawingml/2006/main">
              <a:ext uri="{FF2B5EF4-FFF2-40B4-BE49-F238E27FC236}">
                <a16:creationId xmlns:a16="http://schemas.microsoft.com/office/drawing/2014/main" id="{856BEA9F-8350-4C70-8A94-83F7BECA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3801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6" name="Text 276: 1">
            <a:extLst xmlns:a="http://schemas.openxmlformats.org/drawingml/2006/main">
              <a:ext uri="{FF2B5EF4-FFF2-40B4-BE49-F238E27FC236}">
                <a16:creationId xmlns:a16="http://schemas.microsoft.com/office/drawing/2014/main" id="{2690AF4C-E877-496B-8BB4-84C33EB3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5934735" y="9691364"/>
            <a:ext cx="8895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77" name="mc8b85e3950 277">
            <a:extLst xmlns:a="http://schemas.openxmlformats.org/drawingml/2006/main">
              <a:ext uri="{FF2B5EF4-FFF2-40B4-BE49-F238E27FC236}">
                <a16:creationId xmlns:a16="http://schemas.microsoft.com/office/drawing/2014/main" id="{8AE23A78-3B24-4D4F-B5C7-3D72302F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3077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78" name="Text 278: 2">
            <a:extLst xmlns:a="http://schemas.openxmlformats.org/drawingml/2006/main">
              <a:ext uri="{FF2B5EF4-FFF2-40B4-BE49-F238E27FC236}">
                <a16:creationId xmlns:a16="http://schemas.microsoft.com/office/drawing/2014/main" id="{21FFEB5B-4DED-4AA5-BD62-73C0E8E9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6214010" y="9691364"/>
            <a:ext cx="8895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79" name="mc8b85e3950 279">
            <a:extLst xmlns:a="http://schemas.openxmlformats.org/drawingml/2006/main">
              <a:ext uri="{FF2B5EF4-FFF2-40B4-BE49-F238E27FC236}">
                <a16:creationId xmlns:a16="http://schemas.microsoft.com/office/drawing/2014/main" id="{24B840B9-7198-409C-A588-0EB9F4F4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2352" y="9624353"/>
            <a:ext cx="10" cy="38100"/>
          </a:xfrm>
          <a:custGeom xmlns:a="http://schemas.openxmlformats.org/drawingml/2006/main">
            <a:pathLst>
              <a:path w="10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80" name="Text 280: 4">
            <a:extLst xmlns:a="http://schemas.openxmlformats.org/drawingml/2006/main">
              <a:ext uri="{FF2B5EF4-FFF2-40B4-BE49-F238E27FC236}">
                <a16:creationId xmlns:a16="http://schemas.microsoft.com/office/drawing/2014/main" id="{61E819C9-0F3F-48A7-AA9F-0C434F05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6493286" y="9691364"/>
            <a:ext cx="8895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1" name="Vector 281">
            <a:extLst xmlns:a="http://schemas.openxmlformats.org/drawingml/2006/main">
              <a:ext uri="{FF2B5EF4-FFF2-40B4-BE49-F238E27FC236}">
                <a16:creationId xmlns:a16="http://schemas.microsoft.com/office/drawing/2014/main" id="{420679FB-3720-45C3-B2BA-CA462357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3801" y="8277332"/>
            <a:ext cx="10" cy="1347021"/>
          </a:xfrm>
          <a:custGeom xmlns:a="http://schemas.openxmlformats.org/drawingml/2006/main">
            <a:pathLst>
              <a:path w="10" h="1347021">
                <a:moveTo>
                  <a:pt x="0" y="13470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AEB3B8"/>
            </a:solidFill>
            <a:prstDash val="dash"/>
          </a:ln>
        </p:spPr>
      </p:sp>
      <p:sp>
        <p:nvSpPr>
          <p:cNvPr id="282" name="Vector 282">
            <a:extLst xmlns:a="http://schemas.openxmlformats.org/drawingml/2006/main">
              <a:ext uri="{FF2B5EF4-FFF2-40B4-BE49-F238E27FC236}">
                <a16:creationId xmlns:a16="http://schemas.microsoft.com/office/drawing/2014/main" id="{A56A64E2-5B72-48DD-8CC3-006700EF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4837" y="8501835"/>
            <a:ext cx="195662" cy="10"/>
          </a:xfrm>
          <a:custGeom xmlns:a="http://schemas.openxmlformats.org/drawingml/2006/main">
            <a:pathLst>
              <a:path w="195662" h="10">
                <a:moveTo>
                  <a:pt x="0" y="0"/>
                </a:moveTo>
                <a:lnTo>
                  <a:pt x="1956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697480"/>
            </a:solidFill>
            <a:prstDash val="solid"/>
          </a:ln>
        </p:spPr>
      </p:sp>
      <p:sp>
        <p:nvSpPr>
          <p:cNvPr id="283" name="m3ddef8884b 283">
            <a:extLst xmlns:a="http://schemas.openxmlformats.org/drawingml/2006/main">
              <a:ext uri="{FF2B5EF4-FFF2-40B4-BE49-F238E27FC236}">
                <a16:creationId xmlns:a16="http://schemas.microsoft.com/office/drawing/2014/main" id="{BE7C614E-19DA-4E78-8A8B-933F86A6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4837" y="8476435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284" name="m3ddef8884b 284">
            <a:extLst xmlns:a="http://schemas.openxmlformats.org/drawingml/2006/main">
              <a:ext uri="{FF2B5EF4-FFF2-40B4-BE49-F238E27FC236}">
                <a16:creationId xmlns:a16="http://schemas.microsoft.com/office/drawing/2014/main" id="{7198786D-A450-4B30-A9B8-1F096BC1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0499" y="8476435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285" name="Vector 285">
            <a:extLst xmlns:a="http://schemas.openxmlformats.org/drawingml/2006/main">
              <a:ext uri="{FF2B5EF4-FFF2-40B4-BE49-F238E27FC236}">
                <a16:creationId xmlns:a16="http://schemas.microsoft.com/office/drawing/2014/main" id="{F9716F2B-D0D7-433B-A6A0-218842F8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5967" y="8950842"/>
            <a:ext cx="271779" cy="10"/>
          </a:xfrm>
          <a:custGeom xmlns:a="http://schemas.openxmlformats.org/drawingml/2006/main">
            <a:pathLst>
              <a:path w="271779" h="10">
                <a:moveTo>
                  <a:pt x="0" y="0"/>
                </a:moveTo>
                <a:lnTo>
                  <a:pt x="2717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697480"/>
            </a:solidFill>
            <a:prstDash val="solid"/>
          </a:ln>
        </p:spPr>
      </p:sp>
      <p:sp>
        <p:nvSpPr>
          <p:cNvPr id="286" name="m3ddef8884b 286">
            <a:extLst xmlns:a="http://schemas.openxmlformats.org/drawingml/2006/main">
              <a:ext uri="{FF2B5EF4-FFF2-40B4-BE49-F238E27FC236}">
                <a16:creationId xmlns:a16="http://schemas.microsoft.com/office/drawing/2014/main" id="{917AB163-900F-44C1-8A76-B53CA810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5967" y="8925442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287" name="m3ddef8884b 287">
            <a:extLst xmlns:a="http://schemas.openxmlformats.org/drawingml/2006/main">
              <a:ext uri="{FF2B5EF4-FFF2-40B4-BE49-F238E27FC236}">
                <a16:creationId xmlns:a16="http://schemas.microsoft.com/office/drawing/2014/main" id="{2C0A4829-A992-491B-BC60-864D8CD8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7746" y="8925442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288" name="Vector 288">
            <a:extLst xmlns:a="http://schemas.openxmlformats.org/drawingml/2006/main">
              <a:ext uri="{FF2B5EF4-FFF2-40B4-BE49-F238E27FC236}">
                <a16:creationId xmlns:a16="http://schemas.microsoft.com/office/drawing/2014/main" id="{72645B46-2983-4FD6-80A9-B94224AA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9026" y="9399849"/>
            <a:ext cx="280959" cy="10"/>
          </a:xfrm>
          <a:custGeom xmlns:a="http://schemas.openxmlformats.org/drawingml/2006/main">
            <a:pathLst>
              <a:path w="280959" h="10">
                <a:moveTo>
                  <a:pt x="0" y="0"/>
                </a:moveTo>
                <a:lnTo>
                  <a:pt x="2809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D55E00"/>
            </a:solidFill>
            <a:prstDash val="solid"/>
          </a:ln>
        </p:spPr>
      </p:sp>
      <p:sp>
        <p:nvSpPr>
          <p:cNvPr id="289" name="mef96349017 289">
            <a:extLst xmlns:a="http://schemas.openxmlformats.org/drawingml/2006/main">
              <a:ext uri="{FF2B5EF4-FFF2-40B4-BE49-F238E27FC236}">
                <a16:creationId xmlns:a16="http://schemas.microsoft.com/office/drawing/2014/main" id="{A7481932-AD59-4C13-890F-73CE691E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9026" y="9374449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2700">
            <a:solidFill>
              <a:srgbClr val="D55E00"/>
            </a:solidFill>
            <a:prstDash val="solid"/>
          </a:ln>
        </p:spPr>
      </p:sp>
      <p:sp>
        <p:nvSpPr>
          <p:cNvPr id="290" name="mef96349017 290">
            <a:extLst xmlns:a="http://schemas.openxmlformats.org/drawingml/2006/main">
              <a:ext uri="{FF2B5EF4-FFF2-40B4-BE49-F238E27FC236}">
                <a16:creationId xmlns:a16="http://schemas.microsoft.com/office/drawing/2014/main" id="{C2135660-F7E5-468D-8DDA-9CDA0F85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9985" y="9374449"/>
            <a:ext cx="10" cy="50800"/>
          </a:xfrm>
          <a:custGeom xmlns:a="http://schemas.openxmlformats.org/drawingml/2006/main">
            <a:pathLst>
              <a:path w="10"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2700">
            <a:solidFill>
              <a:srgbClr val="D55E00"/>
            </a:solidFill>
            <a:prstDash val="solid"/>
          </a:ln>
        </p:spPr>
      </p:sp>
      <p:sp>
        <p:nvSpPr>
          <p:cNvPr id="291" name="m7e20ca9531 291">
            <a:extLst xmlns:a="http://schemas.openxmlformats.org/drawingml/2006/main">
              <a:ext uri="{FF2B5EF4-FFF2-40B4-BE49-F238E27FC236}">
                <a16:creationId xmlns:a16="http://schemas.microsoft.com/office/drawing/2014/main" id="{14CD3C45-86A2-4B64-82EB-2AEE9517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4568" y="846373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76200" y="76200"/>
                </a:lnTo>
                <a:lnTo>
                  <a:pt x="762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292" name="m7e20ca9531 292">
            <a:extLst xmlns:a="http://schemas.openxmlformats.org/drawingml/2006/main">
              <a:ext uri="{FF2B5EF4-FFF2-40B4-BE49-F238E27FC236}">
                <a16:creationId xmlns:a16="http://schemas.microsoft.com/office/drawing/2014/main" id="{7466D0E4-8537-424D-BE1C-331984C7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3757" y="8912742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76200" y="76200"/>
                </a:lnTo>
                <a:lnTo>
                  <a:pt x="762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97480"/>
          </a:solidFill>
          <a:ln xmlns:a="http://schemas.openxmlformats.org/drawingml/2006/main" w="12700">
            <a:solidFill>
              <a:srgbClr val="697480"/>
            </a:solidFill>
            <a:prstDash val="solid"/>
          </a:ln>
        </p:spPr>
      </p:sp>
      <p:sp>
        <p:nvSpPr>
          <p:cNvPr id="293" name="mae84b4533e 293">
            <a:extLst xmlns:a="http://schemas.openxmlformats.org/drawingml/2006/main">
              <a:ext uri="{FF2B5EF4-FFF2-40B4-BE49-F238E27FC236}">
                <a16:creationId xmlns:a16="http://schemas.microsoft.com/office/drawing/2014/main" id="{D0CDCF70-D1D1-430A-868A-076ECEF6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1880" y="9352224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95250"/>
                </a:moveTo>
                <a:lnTo>
                  <a:pt x="95250" y="95250"/>
                </a:ln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5E00"/>
          </a:solidFill>
          <a:ln xmlns:a="http://schemas.openxmlformats.org/drawingml/2006/main" w="12700">
            <a:solidFill>
              <a:srgbClr val="D55E00"/>
            </a:solidFill>
            <a:prstDash val="solid"/>
          </a:ln>
        </p:spPr>
      </p:sp>
      <p:sp>
        <p:nvSpPr>
          <p:cNvPr id="294" name="Vector 294">
            <a:extLst xmlns:a="http://schemas.openxmlformats.org/drawingml/2006/main">
              <a:ext uri="{FF2B5EF4-FFF2-40B4-BE49-F238E27FC236}">
                <a16:creationId xmlns:a16="http://schemas.microsoft.com/office/drawing/2014/main" id="{8796FA55-3905-482E-BC79-81773F38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344" y="9624353"/>
            <a:ext cx="1207008" cy="10"/>
          </a:xfrm>
          <a:custGeom xmlns:a="http://schemas.openxmlformats.org/drawingml/2006/main">
            <a:pathLst>
              <a:path w="1207008" h="10">
                <a:moveTo>
                  <a:pt x="0" y="0"/>
                </a:moveTo>
                <a:lnTo>
                  <a:pt x="12070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B0B0B0"/>
            </a:solidFill>
            <a:prstDash val="solid"/>
          </a:ln>
        </p:spPr>
      </p:sp>
      <p:sp>
        <p:nvSpPr>
          <p:cNvPr id="295" name="Vector 295">
            <a:extLst xmlns:a="http://schemas.openxmlformats.org/drawingml/2006/main">
              <a:ext uri="{FF2B5EF4-FFF2-40B4-BE49-F238E27FC236}">
                <a16:creationId xmlns:a16="http://schemas.microsoft.com/office/drawing/2014/main" id="{B3F87E4C-A14A-493D-A209-E857C890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8307946"/>
            <a:ext cx="8631936" cy="10"/>
          </a:xfrm>
          <a:custGeom xmlns:a="http://schemas.openxmlformats.org/drawingml/2006/main">
            <a:pathLst>
              <a:path w="8631936" h="10">
                <a:moveTo>
                  <a:pt x="0" y="0"/>
                </a:moveTo>
                <a:lnTo>
                  <a:pt x="8631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555555"/>
            </a:solidFill>
            <a:prstDash val="solid"/>
          </a:ln>
        </p:spPr>
      </p:sp>
      <p:sp>
        <p:nvSpPr>
          <p:cNvPr id="296" name="Vector 296">
            <a:extLst xmlns:a="http://schemas.openxmlformats.org/drawingml/2006/main">
              <a:ext uri="{FF2B5EF4-FFF2-40B4-BE49-F238E27FC236}">
                <a16:creationId xmlns:a16="http://schemas.microsoft.com/office/drawing/2014/main" id="{EBA31360-B730-44DC-AE26-F608D47C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296" y="10206021"/>
            <a:ext cx="995929" cy="10"/>
          </a:xfrm>
          <a:custGeom xmlns:a="http://schemas.openxmlformats.org/drawingml/2006/main">
            <a:pathLst>
              <a:path w="995929" h="10">
                <a:moveTo>
                  <a:pt x="99592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0343B"/>
            </a:solidFill>
            <a:prstDash val="solid"/>
          </a:ln>
        </p:spPr>
      </p:sp>
      <p:sp>
        <p:nvSpPr>
          <p:cNvPr id="297" name="m0cebbaf21b 297">
            <a:extLst xmlns:a="http://schemas.openxmlformats.org/drawingml/2006/main">
              <a:ext uri="{FF2B5EF4-FFF2-40B4-BE49-F238E27FC236}">
                <a16:creationId xmlns:a16="http://schemas.microsoft.com/office/drawing/2014/main" id="{4C2B94A1-4310-4BE6-A3CA-D7841C09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8721" y="10177446"/>
            <a:ext cx="57150" cy="57150"/>
          </a:xfrm>
          <a:custGeom xmlns:a="http://schemas.openxmlformats.org/drawingml/2006/main">
            <a:pathLst>
              <a:path w="57150" h="57150">
                <a:moveTo>
                  <a:pt x="0" y="28575"/>
                </a:moveTo>
                <a:lnTo>
                  <a:pt x="57150" y="571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30343B"/>
          </a:solidFill>
          <a:ln xmlns:a="http://schemas.openxmlformats.org/drawingml/2006/main" w="12700">
            <a:solidFill>
              <a:srgbClr val="30343B"/>
            </a:solidFill>
            <a:prstDash val="solid"/>
          </a:ln>
        </p:spPr>
      </p:sp>
      <p:sp>
        <p:nvSpPr>
          <p:cNvPr id="298" name="Vector 298">
            <a:extLst xmlns:a="http://schemas.openxmlformats.org/drawingml/2006/main">
              <a:ext uri="{FF2B5EF4-FFF2-40B4-BE49-F238E27FC236}">
                <a16:creationId xmlns:a16="http://schemas.microsoft.com/office/drawing/2014/main" id="{3B9A78D9-F7D9-4A27-879F-8C1DEA91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377" y="10206021"/>
            <a:ext cx="960887" cy="10"/>
          </a:xfrm>
          <a:custGeom xmlns:a="http://schemas.openxmlformats.org/drawingml/2006/main">
            <a:pathLst>
              <a:path w="960887" h="10">
                <a:moveTo>
                  <a:pt x="0" y="0"/>
                </a:moveTo>
                <a:lnTo>
                  <a:pt x="9608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0343B"/>
            </a:solidFill>
            <a:prstDash val="solid"/>
          </a:ln>
        </p:spPr>
      </p:sp>
      <p:sp>
        <p:nvSpPr>
          <p:cNvPr id="299" name="ma1be8507ff 299">
            <a:extLst xmlns:a="http://schemas.openxmlformats.org/drawingml/2006/main">
              <a:ext uri="{FF2B5EF4-FFF2-40B4-BE49-F238E27FC236}">
                <a16:creationId xmlns:a16="http://schemas.microsoft.com/office/drawing/2014/main" id="{C1F1F7B1-9384-49C1-A3E6-0DAB7F80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8689" y="10177446"/>
            <a:ext cx="57150" cy="57150"/>
          </a:xfrm>
          <a:custGeom xmlns:a="http://schemas.openxmlformats.org/drawingml/2006/main">
            <a:pathLst>
              <a:path w="57150" h="57150">
                <a:moveTo>
                  <a:pt x="57150" y="28575"/>
                </a:move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30343B"/>
          </a:solidFill>
          <a:ln xmlns:a="http://schemas.openxmlformats.org/drawingml/2006/main" w="12700">
            <a:solidFill>
              <a:srgbClr val="30343B"/>
            </a:solidFill>
            <a:prstDash val="solid"/>
          </a:ln>
        </p:spPr>
      </p:sp>
      <p:sp>
        <p:nvSpPr>
          <p:cNvPr id="300" name="Vector 300">
            <a:extLst xmlns:a="http://schemas.openxmlformats.org/drawingml/2006/main">
              <a:ext uri="{FF2B5EF4-FFF2-40B4-BE49-F238E27FC236}">
                <a16:creationId xmlns:a16="http://schemas.microsoft.com/office/drawing/2014/main" id="{7B0307A6-51A8-45EA-A018-E0037444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8307946"/>
            <a:ext cx="8631936" cy="10"/>
          </a:xfrm>
          <a:custGeom xmlns:a="http://schemas.openxmlformats.org/drawingml/2006/main">
            <a:pathLst>
              <a:path w="8631936" h="10">
                <a:moveTo>
                  <a:pt x="0" y="0"/>
                </a:moveTo>
                <a:lnTo>
                  <a:pt x="8631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555555"/>
            </a:solidFill>
            <a:prstDash val="solid"/>
          </a:ln>
        </p:spPr>
      </p:sp>
      <p:sp>
        <p:nvSpPr>
          <p:cNvPr id="301" name="Vector 301">
            <a:extLst xmlns:a="http://schemas.openxmlformats.org/drawingml/2006/main">
              <a:ext uri="{FF2B5EF4-FFF2-40B4-BE49-F238E27FC236}">
                <a16:creationId xmlns:a16="http://schemas.microsoft.com/office/drawing/2014/main" id="{DB9080CB-2EC9-4E61-BC61-E0B40664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1296" y="10206021"/>
            <a:ext cx="995929" cy="10"/>
          </a:xfrm>
          <a:custGeom xmlns:a="http://schemas.openxmlformats.org/drawingml/2006/main">
            <a:pathLst>
              <a:path w="995929" h="10">
                <a:moveTo>
                  <a:pt x="99592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0343B"/>
            </a:solidFill>
            <a:prstDash val="solid"/>
          </a:ln>
        </p:spPr>
      </p:sp>
      <p:sp>
        <p:nvSpPr>
          <p:cNvPr id="302" name="m0cebbaf21b 302">
            <a:extLst xmlns:a="http://schemas.openxmlformats.org/drawingml/2006/main">
              <a:ext uri="{FF2B5EF4-FFF2-40B4-BE49-F238E27FC236}">
                <a16:creationId xmlns:a16="http://schemas.microsoft.com/office/drawing/2014/main" id="{40064C9F-4EB2-4124-95C8-3A11B48A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2721" y="10177446"/>
            <a:ext cx="57150" cy="57150"/>
          </a:xfrm>
          <a:custGeom xmlns:a="http://schemas.openxmlformats.org/drawingml/2006/main">
            <a:pathLst>
              <a:path w="57150" h="57150">
                <a:moveTo>
                  <a:pt x="0" y="28575"/>
                </a:moveTo>
                <a:lnTo>
                  <a:pt x="57150" y="57150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30343B"/>
          </a:solidFill>
          <a:ln xmlns:a="http://schemas.openxmlformats.org/drawingml/2006/main" w="12700">
            <a:solidFill>
              <a:srgbClr val="30343B"/>
            </a:solidFill>
            <a:prstDash val="solid"/>
          </a:ln>
        </p:spPr>
      </p:sp>
      <p:sp>
        <p:nvSpPr>
          <p:cNvPr id="303" name="Vector 303">
            <a:extLst xmlns:a="http://schemas.openxmlformats.org/drawingml/2006/main">
              <a:ext uri="{FF2B5EF4-FFF2-40B4-BE49-F238E27FC236}">
                <a16:creationId xmlns:a16="http://schemas.microsoft.com/office/drawing/2014/main" id="{A5E8FDCE-FA9A-418D-9A8C-148A4458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0377" y="10206021"/>
            <a:ext cx="960887" cy="10"/>
          </a:xfrm>
          <a:custGeom xmlns:a="http://schemas.openxmlformats.org/drawingml/2006/main">
            <a:pathLst>
              <a:path w="960887" h="10">
                <a:moveTo>
                  <a:pt x="0" y="0"/>
                </a:moveTo>
                <a:lnTo>
                  <a:pt x="9608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0343B"/>
            </a:solidFill>
            <a:prstDash val="solid"/>
          </a:ln>
        </p:spPr>
      </p:sp>
      <p:sp>
        <p:nvSpPr>
          <p:cNvPr id="304" name="ma1be8507ff 304">
            <a:extLst xmlns:a="http://schemas.openxmlformats.org/drawingml/2006/main">
              <a:ext uri="{FF2B5EF4-FFF2-40B4-BE49-F238E27FC236}">
                <a16:creationId xmlns:a16="http://schemas.microsoft.com/office/drawing/2014/main" id="{5DBC98EB-E445-46B5-8C85-916298A0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2689" y="10177446"/>
            <a:ext cx="57150" cy="57150"/>
          </a:xfrm>
          <a:custGeom xmlns:a="http://schemas.openxmlformats.org/drawingml/2006/main">
            <a:pathLst>
              <a:path w="57150" h="57150">
                <a:moveTo>
                  <a:pt x="57150" y="28575"/>
                </a:move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30343B"/>
          </a:solidFill>
          <a:ln xmlns:a="http://schemas.openxmlformats.org/drawingml/2006/main" w="12700">
            <a:solidFill>
              <a:srgbClr val="30343B"/>
            </a:solidFill>
            <a:prstDash val="solid"/>
          </a:ln>
        </p:spPr>
      </p:sp>
      <p:sp>
        <p:nvSpPr>
          <p:cNvPr id="305" name="Text 305: A">
            <a:extLst xmlns:a="http://schemas.openxmlformats.org/drawingml/2006/main">
              <a:ext uri="{FF2B5EF4-FFF2-40B4-BE49-F238E27FC236}">
                <a16:creationId xmlns:a16="http://schemas.microsoft.com/office/drawing/2014/main" id="{17204593-9B0E-4854-9654-86C0FC4D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470828"/>
            <a:ext cx="199619" cy="313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06" name="Text 306: Progression-free survival">
            <a:extLst xmlns:a="http://schemas.openxmlformats.org/drawingml/2006/main">
              <a:ext uri="{FF2B5EF4-FFF2-40B4-BE49-F238E27FC236}">
                <a16:creationId xmlns:a16="http://schemas.microsoft.com/office/drawing/2014/main" id="{58E99854-F985-4786-930E-12FCDBD5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8137" y="529075"/>
            <a:ext cx="232283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Progression-free survival</a:t>
            </a:r>
          </a:p>
        </p:txBody>
      </p:sp>
      <p:sp>
        <p:nvSpPr>
          <p:cNvPr id="307" name="Text 307: No. at risk (cumulative censored)">
            <a:extLst xmlns:a="http://schemas.openxmlformats.org/drawingml/2006/main">
              <a:ext uri="{FF2B5EF4-FFF2-40B4-BE49-F238E27FC236}">
                <a16:creationId xmlns:a16="http://schemas.microsoft.com/office/drawing/2014/main" id="{CF2AA75E-028F-4E17-89D1-C16FC95C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5622550"/>
            <a:ext cx="1974310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303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30343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0343B"/>
                </a:solidFill>
                <a:latin typeface="Arial"/>
                <a:ea typeface="Arial"/>
                <a:cs typeface="Arial"/>
              </a:rPr>
              <a:t>No. at risk (cumulative censored)</a:t>
            </a:r>
          </a:p>
        </p:txBody>
      </p:sp>
      <p:sp>
        <p:nvSpPr>
          <p:cNvPr id="308" name="Text 308: B | CT">
            <a:extLst xmlns:a="http://schemas.openxmlformats.org/drawingml/2006/main">
              <a:ext uri="{FF2B5EF4-FFF2-40B4-BE49-F238E27FC236}">
                <a16:creationId xmlns:a16="http://schemas.microsoft.com/office/drawing/2014/main" id="{2EF2660E-125E-4DA7-838E-E001FB53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5948617"/>
            <a:ext cx="400914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B3B7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3B7B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B7BC"/>
                </a:solidFill>
                <a:latin typeface="Arial"/>
                <a:ea typeface="Arial"/>
                <a:cs typeface="Arial"/>
              </a:rPr>
              <a:t>B | CT</a:t>
            </a:r>
          </a:p>
        </p:txBody>
      </p:sp>
      <p:sp>
        <p:nvSpPr>
          <p:cNvPr id="309" name="Text 309: B | ICI+CT">
            <a:extLst xmlns:a="http://schemas.openxmlformats.org/drawingml/2006/main">
              <a:ext uri="{FF2B5EF4-FFF2-40B4-BE49-F238E27FC236}">
                <a16:creationId xmlns:a16="http://schemas.microsoft.com/office/drawing/2014/main" id="{7372AFED-D646-43F8-B976-5774FC34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6244554"/>
            <a:ext cx="649211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480"/>
                </a:solidFill>
                <a:latin typeface="Arial"/>
                <a:ea typeface="Arial"/>
                <a:cs typeface="Arial"/>
              </a:rPr>
              <a:t>B | ICI+CT</a:t>
            </a:r>
          </a:p>
        </p:txBody>
      </p:sp>
      <p:sp>
        <p:nvSpPr>
          <p:cNvPr id="310" name="Text 310: NB | CT">
            <a:extLst xmlns:a="http://schemas.openxmlformats.org/drawingml/2006/main">
              <a:ext uri="{FF2B5EF4-FFF2-40B4-BE49-F238E27FC236}">
                <a16:creationId xmlns:a16="http://schemas.microsoft.com/office/drawing/2014/main" id="{5F111106-AED6-423F-A54C-50BBDD2D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6540490"/>
            <a:ext cx="507194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NB | CT</a:t>
            </a:r>
          </a:p>
        </p:txBody>
      </p:sp>
      <p:sp>
        <p:nvSpPr>
          <p:cNvPr id="311" name="Text 311: NB | ICI+CT">
            <a:extLst xmlns:a="http://schemas.openxmlformats.org/drawingml/2006/main">
              <a:ext uri="{FF2B5EF4-FFF2-40B4-BE49-F238E27FC236}">
                <a16:creationId xmlns:a16="http://schemas.microsoft.com/office/drawing/2014/main" id="{9A980AB6-72EA-440D-9FEB-40FBF462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6836426"/>
            <a:ext cx="755491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NB | ICI+CT</a:t>
            </a:r>
          </a:p>
        </p:txBody>
      </p:sp>
      <p:sp>
        <p:nvSpPr>
          <p:cNvPr id="312" name="Text 312: B">
            <a:extLst xmlns:a="http://schemas.openxmlformats.org/drawingml/2006/main">
              <a:ext uri="{FF2B5EF4-FFF2-40B4-BE49-F238E27FC236}">
                <a16:creationId xmlns:a16="http://schemas.microsoft.com/office/drawing/2014/main" id="{7E360F23-C216-49F0-9B52-3B39872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7267160"/>
            <a:ext cx="199619" cy="313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13" name="Text 313: PFS treatment effects">
            <a:extLst xmlns:a="http://schemas.openxmlformats.org/drawingml/2006/main">
              <a:ext uri="{FF2B5EF4-FFF2-40B4-BE49-F238E27FC236}">
                <a16:creationId xmlns:a16="http://schemas.microsoft.com/office/drawing/2014/main" id="{C5EECE67-5590-49B5-8B11-31C3AC3D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7342765"/>
            <a:ext cx="1722628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PFS treatment effects</a:t>
            </a:r>
          </a:p>
        </p:txBody>
      </p:sp>
      <p:sp>
        <p:nvSpPr>
          <p:cNvPr id="314" name="Text 314: ICI+CT">
            <a:extLst xmlns:a="http://schemas.openxmlformats.org/drawingml/2006/main">
              <a:ext uri="{FF2B5EF4-FFF2-40B4-BE49-F238E27FC236}">
                <a16:creationId xmlns:a16="http://schemas.microsoft.com/office/drawing/2014/main" id="{E008455A-FD54-4FEF-85DF-8B2089FD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4241" y="7694105"/>
            <a:ext cx="451453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ICI+CT</a:t>
            </a:r>
          </a:p>
        </p:txBody>
      </p:sp>
      <p:sp>
        <p:nvSpPr>
          <p:cNvPr id="315" name="Text 315: CT">
            <a:extLst xmlns:a="http://schemas.openxmlformats.org/drawingml/2006/main">
              <a:ext uri="{FF2B5EF4-FFF2-40B4-BE49-F238E27FC236}">
                <a16:creationId xmlns:a16="http://schemas.microsoft.com/office/drawing/2014/main" id="{92E567D0-77D2-472D-BFB5-908C22D7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1862" y="7694105"/>
            <a:ext cx="203156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CT</a:t>
            </a:r>
          </a:p>
        </p:txBody>
      </p:sp>
      <p:sp>
        <p:nvSpPr>
          <p:cNvPr id="316" name="Text 316: Subgroup">
            <a:extLst xmlns:a="http://schemas.openxmlformats.org/drawingml/2006/main">
              <a:ext uri="{FF2B5EF4-FFF2-40B4-BE49-F238E27FC236}">
                <a16:creationId xmlns:a16="http://schemas.microsoft.com/office/drawing/2014/main" id="{C4AB5261-19F2-40E2-9CA2-F60BC2C0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8041195"/>
            <a:ext cx="57607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Subgroup</a:t>
            </a:r>
          </a:p>
        </p:txBody>
      </p:sp>
      <p:sp>
        <p:nvSpPr>
          <p:cNvPr id="317" name="Text 317: Events/">
            <a:extLst xmlns:a="http://schemas.openxmlformats.org/drawingml/2006/main">
              <a:ext uri="{FF2B5EF4-FFF2-40B4-BE49-F238E27FC236}">
                <a16:creationId xmlns:a16="http://schemas.microsoft.com/office/drawing/2014/main" id="{2F295939-5D30-49A5-B8E4-090078A0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8683" y="7970089"/>
            <a:ext cx="44894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Events/</a:t>
            </a:r>
          </a:p>
        </p:txBody>
      </p:sp>
      <p:sp>
        <p:nvSpPr>
          <p:cNvPr id="318" name="Text 318: patients">
            <a:extLst xmlns:a="http://schemas.openxmlformats.org/drawingml/2006/main">
              <a:ext uri="{FF2B5EF4-FFF2-40B4-BE49-F238E27FC236}">
                <a16:creationId xmlns:a16="http://schemas.microsoft.com/office/drawing/2014/main" id="{B9D1439D-E0C1-4E27-8736-72F47F18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6022" y="8112301"/>
            <a:ext cx="470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patients</a:t>
            </a:r>
          </a:p>
        </p:txBody>
      </p:sp>
      <p:sp>
        <p:nvSpPr>
          <p:cNvPr id="319" name="Text 319: Median months">
            <a:extLst xmlns:a="http://schemas.openxmlformats.org/drawingml/2006/main">
              <a:ext uri="{FF2B5EF4-FFF2-40B4-BE49-F238E27FC236}">
                <a16:creationId xmlns:a16="http://schemas.microsoft.com/office/drawing/2014/main" id="{79686378-CE3F-4694-9734-7C695D47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1489" y="7970089"/>
            <a:ext cx="89357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Median months</a:t>
            </a:r>
          </a:p>
        </p:txBody>
      </p:sp>
      <p:sp>
        <p:nvSpPr>
          <p:cNvPr id="320" name="Text 320: (95% CI)">
            <a:extLst xmlns:a="http://schemas.openxmlformats.org/drawingml/2006/main">
              <a:ext uri="{FF2B5EF4-FFF2-40B4-BE49-F238E27FC236}">
                <a16:creationId xmlns:a16="http://schemas.microsoft.com/office/drawing/2014/main" id="{B3FC9A10-5525-4B34-8239-01721862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7865" y="8112301"/>
            <a:ext cx="52641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(95% CI)</a:t>
            </a:r>
          </a:p>
        </p:txBody>
      </p:sp>
      <p:sp>
        <p:nvSpPr>
          <p:cNvPr id="321" name="Text 321: Events/">
            <a:extLst xmlns:a="http://schemas.openxmlformats.org/drawingml/2006/main">
              <a:ext uri="{FF2B5EF4-FFF2-40B4-BE49-F238E27FC236}">
                <a16:creationId xmlns:a16="http://schemas.microsoft.com/office/drawing/2014/main" id="{A8ECD43D-9782-4CD0-AAA4-422452B5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211" y="7970089"/>
            <a:ext cx="44894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Events/</a:t>
            </a:r>
          </a:p>
        </p:txBody>
      </p:sp>
      <p:sp>
        <p:nvSpPr>
          <p:cNvPr id="322" name="Text 322: patients">
            <a:extLst xmlns:a="http://schemas.openxmlformats.org/drawingml/2006/main">
              <a:ext uri="{FF2B5EF4-FFF2-40B4-BE49-F238E27FC236}">
                <a16:creationId xmlns:a16="http://schemas.microsoft.com/office/drawing/2014/main" id="{AA2CCC0C-B771-4074-B03B-06478DC2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50" y="8112301"/>
            <a:ext cx="470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patients</a:t>
            </a:r>
          </a:p>
        </p:txBody>
      </p:sp>
      <p:sp>
        <p:nvSpPr>
          <p:cNvPr id="323" name="Text 323: Median months">
            <a:extLst xmlns:a="http://schemas.openxmlformats.org/drawingml/2006/main">
              <a:ext uri="{FF2B5EF4-FFF2-40B4-BE49-F238E27FC236}">
                <a16:creationId xmlns:a16="http://schemas.microsoft.com/office/drawing/2014/main" id="{3F185AD0-70BA-41E0-AB19-2BA9A3C2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8017" y="7970089"/>
            <a:ext cx="89357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Median months</a:t>
            </a:r>
          </a:p>
        </p:txBody>
      </p:sp>
      <p:sp>
        <p:nvSpPr>
          <p:cNvPr id="324" name="Text 324: (95% CI)">
            <a:extLst xmlns:a="http://schemas.openxmlformats.org/drawingml/2006/main">
              <a:ext uri="{FF2B5EF4-FFF2-40B4-BE49-F238E27FC236}">
                <a16:creationId xmlns:a16="http://schemas.microsoft.com/office/drawing/2014/main" id="{47DDC9AB-DCA8-48CF-9D08-4691C8E2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4393" y="8112301"/>
            <a:ext cx="52641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(95% CI)</a:t>
            </a:r>
          </a:p>
        </p:txBody>
      </p:sp>
      <p:sp>
        <p:nvSpPr>
          <p:cNvPr id="325" name="Text 325: HR">
            <a:extLst xmlns:a="http://schemas.openxmlformats.org/drawingml/2006/main">
              <a:ext uri="{FF2B5EF4-FFF2-40B4-BE49-F238E27FC236}">
                <a16:creationId xmlns:a16="http://schemas.microsoft.com/office/drawing/2014/main" id="{89188C1A-CCAF-4D28-BD2F-EB4DCF64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6011" y="7970089"/>
            <a:ext cx="20878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HR</a:t>
            </a:r>
          </a:p>
        </p:txBody>
      </p:sp>
      <p:sp>
        <p:nvSpPr>
          <p:cNvPr id="326" name="Text 326: (95% CI)">
            <a:extLst xmlns:a="http://schemas.openxmlformats.org/drawingml/2006/main">
              <a:ext uri="{FF2B5EF4-FFF2-40B4-BE49-F238E27FC236}">
                <a16:creationId xmlns:a16="http://schemas.microsoft.com/office/drawing/2014/main" id="{465B10E0-8FF0-452B-9DD9-6C9A000F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3945" y="8112301"/>
            <a:ext cx="52641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(95% CI)</a:t>
            </a:r>
          </a:p>
        </p:txBody>
      </p:sp>
      <p:sp>
        <p:nvSpPr>
          <p:cNvPr id="327" name="Text 327: Overall">
            <a:extLst xmlns:a="http://schemas.openxmlformats.org/drawingml/2006/main">
              <a:ext uri="{FF2B5EF4-FFF2-40B4-BE49-F238E27FC236}">
                <a16:creationId xmlns:a16="http://schemas.microsoft.com/office/drawing/2014/main" id="{15A9232F-CE17-4F93-8C2E-2002F421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8410463"/>
            <a:ext cx="46783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697480"/>
                </a:solidFill>
                <a:latin typeface="Arial"/>
                <a:ea typeface="Arial"/>
                <a:cs typeface="Arial"/>
              </a:rPr>
              <a:t>Overall</a:t>
            </a:r>
          </a:p>
        </p:txBody>
      </p:sp>
      <p:sp>
        <p:nvSpPr>
          <p:cNvPr id="328" name="Text 328: 166/180">
            <a:extLst xmlns:a="http://schemas.openxmlformats.org/drawingml/2006/main">
              <a:ext uri="{FF2B5EF4-FFF2-40B4-BE49-F238E27FC236}">
                <a16:creationId xmlns:a16="http://schemas.microsoft.com/office/drawing/2014/main" id="{7F981DAD-445E-4613-9DBD-891AE9E7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2883" y="8418769"/>
            <a:ext cx="48437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166/180</a:t>
            </a:r>
          </a:p>
        </p:txBody>
      </p:sp>
      <p:sp>
        <p:nvSpPr>
          <p:cNvPr id="329" name="Text 329: 10.88">
            <a:extLst xmlns:a="http://schemas.openxmlformats.org/drawingml/2006/main">
              <a:ext uri="{FF2B5EF4-FFF2-40B4-BE49-F238E27FC236}">
                <a16:creationId xmlns:a16="http://schemas.microsoft.com/office/drawing/2014/main" id="{C7ED6861-A170-4419-979D-C4E29ACC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9109" y="8355372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10.88</a:t>
            </a:r>
          </a:p>
        </p:txBody>
      </p:sp>
      <p:sp>
        <p:nvSpPr>
          <p:cNvPr id="330" name="Text 330: (8.35-14.60)">
            <a:extLst xmlns:a="http://schemas.openxmlformats.org/drawingml/2006/main">
              <a:ext uri="{FF2B5EF4-FFF2-40B4-BE49-F238E27FC236}">
                <a16:creationId xmlns:a16="http://schemas.microsoft.com/office/drawing/2014/main" id="{FE524C70-B25A-44A4-904E-3CE22BD8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5955" y="8490473"/>
            <a:ext cx="682581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(8.35-14.60)</a:t>
            </a:r>
          </a:p>
        </p:txBody>
      </p:sp>
      <p:sp>
        <p:nvSpPr>
          <p:cNvPr id="331" name="Text 331: 138/180">
            <a:extLst xmlns:a="http://schemas.openxmlformats.org/drawingml/2006/main">
              <a:ext uri="{FF2B5EF4-FFF2-40B4-BE49-F238E27FC236}">
                <a16:creationId xmlns:a16="http://schemas.microsoft.com/office/drawing/2014/main" id="{8B8A6914-0DFE-42A2-8434-6A4B65D1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411" y="8418769"/>
            <a:ext cx="48437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138/180</a:t>
            </a:r>
          </a:p>
        </p:txBody>
      </p:sp>
      <p:sp>
        <p:nvSpPr>
          <p:cNvPr id="332" name="Text 332: 12.69">
            <a:extLst xmlns:a="http://schemas.openxmlformats.org/drawingml/2006/main">
              <a:ext uri="{FF2B5EF4-FFF2-40B4-BE49-F238E27FC236}">
                <a16:creationId xmlns:a16="http://schemas.microsoft.com/office/drawing/2014/main" id="{6BB8985E-E1AB-4E99-9622-C5649A30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5637" y="8355372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12.69</a:t>
            </a:r>
          </a:p>
        </p:txBody>
      </p:sp>
      <p:sp>
        <p:nvSpPr>
          <p:cNvPr id="333" name="Text 333: (9.22-16.62)">
            <a:extLst xmlns:a="http://schemas.openxmlformats.org/drawingml/2006/main">
              <a:ext uri="{FF2B5EF4-FFF2-40B4-BE49-F238E27FC236}">
                <a16:creationId xmlns:a16="http://schemas.microsoft.com/office/drawing/2014/main" id="{3474E79B-E8DE-4304-BBBC-CE92D4EC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2483" y="8490473"/>
            <a:ext cx="682581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(9.22-16.62)</a:t>
            </a:r>
          </a:p>
        </p:txBody>
      </p:sp>
      <p:sp>
        <p:nvSpPr>
          <p:cNvPr id="334" name="Text 334: 0.70">
            <a:extLst xmlns:a="http://schemas.openxmlformats.org/drawingml/2006/main">
              <a:ext uri="{FF2B5EF4-FFF2-40B4-BE49-F238E27FC236}">
                <a16:creationId xmlns:a16="http://schemas.microsoft.com/office/drawing/2014/main" id="{4AC533F0-2ED8-4045-97EB-AB272509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6501" y="8347663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0.70</a:t>
            </a:r>
          </a:p>
        </p:txBody>
      </p:sp>
      <p:sp>
        <p:nvSpPr>
          <p:cNvPr id="335" name="Text 335: (0.55-0.87)">
            <a:extLst xmlns:a="http://schemas.openxmlformats.org/drawingml/2006/main">
              <a:ext uri="{FF2B5EF4-FFF2-40B4-BE49-F238E27FC236}">
                <a16:creationId xmlns:a16="http://schemas.microsoft.com/office/drawing/2014/main" id="{B1E3D62F-1BC1-4196-BBCF-9B3715D6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2655" y="8489875"/>
            <a:ext cx="64655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(0.55-0.87)</a:t>
            </a:r>
          </a:p>
        </p:txBody>
      </p:sp>
      <p:sp>
        <p:nvSpPr>
          <p:cNvPr id="336" name="Text 336: B">
            <a:extLst xmlns:a="http://schemas.openxmlformats.org/drawingml/2006/main">
              <a:ext uri="{FF2B5EF4-FFF2-40B4-BE49-F238E27FC236}">
                <a16:creationId xmlns:a16="http://schemas.microsoft.com/office/drawing/2014/main" id="{251A04C5-AA1C-437E-8FD6-6A24CCE1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8859470"/>
            <a:ext cx="11858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69748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37" name="Text 337: 93/101">
            <a:extLst xmlns:a="http://schemas.openxmlformats.org/drawingml/2006/main">
              <a:ext uri="{FF2B5EF4-FFF2-40B4-BE49-F238E27FC236}">
                <a16:creationId xmlns:a16="http://schemas.microsoft.com/office/drawing/2014/main" id="{EAFC2006-9FD1-45E2-A365-6B86C025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8189" y="8867776"/>
            <a:ext cx="41376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93/101</a:t>
            </a:r>
          </a:p>
        </p:txBody>
      </p:sp>
      <p:sp>
        <p:nvSpPr>
          <p:cNvPr id="338" name="Text 338: 12.83">
            <a:extLst xmlns:a="http://schemas.openxmlformats.org/drawingml/2006/main">
              <a:ext uri="{FF2B5EF4-FFF2-40B4-BE49-F238E27FC236}">
                <a16:creationId xmlns:a16="http://schemas.microsoft.com/office/drawing/2014/main" id="{442047AD-59DB-4E61-8268-A70042DE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9109" y="8804379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12.83</a:t>
            </a:r>
          </a:p>
        </p:txBody>
      </p:sp>
      <p:sp>
        <p:nvSpPr>
          <p:cNvPr id="339" name="Text 339: (8.15-16.15)">
            <a:extLst xmlns:a="http://schemas.openxmlformats.org/drawingml/2006/main">
              <a:ext uri="{FF2B5EF4-FFF2-40B4-BE49-F238E27FC236}">
                <a16:creationId xmlns:a16="http://schemas.microsoft.com/office/drawing/2014/main" id="{1BF7F466-D081-4C35-B82F-68409EB1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5955" y="8939480"/>
            <a:ext cx="682581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(8.15-16.15)</a:t>
            </a:r>
          </a:p>
        </p:txBody>
      </p:sp>
      <p:sp>
        <p:nvSpPr>
          <p:cNvPr id="340" name="Text 340: 70/103">
            <a:extLst xmlns:a="http://schemas.openxmlformats.org/drawingml/2006/main">
              <a:ext uri="{FF2B5EF4-FFF2-40B4-BE49-F238E27FC236}">
                <a16:creationId xmlns:a16="http://schemas.microsoft.com/office/drawing/2014/main" id="{7787932E-C8A3-4715-9588-4CB8774B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717" y="8867776"/>
            <a:ext cx="41376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70/103</a:t>
            </a:r>
          </a:p>
        </p:txBody>
      </p:sp>
      <p:sp>
        <p:nvSpPr>
          <p:cNvPr id="341" name="Text 341: 20.12">
            <a:extLst xmlns:a="http://schemas.openxmlformats.org/drawingml/2006/main">
              <a:ext uri="{FF2B5EF4-FFF2-40B4-BE49-F238E27FC236}">
                <a16:creationId xmlns:a16="http://schemas.microsoft.com/office/drawing/2014/main" id="{9567000A-D689-4030-8805-F7EF0958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5637" y="8804379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20.12</a:t>
            </a:r>
          </a:p>
        </p:txBody>
      </p:sp>
      <p:sp>
        <p:nvSpPr>
          <p:cNvPr id="342" name="Text 342: (13.31-30.97)">
            <a:extLst xmlns:a="http://schemas.openxmlformats.org/drawingml/2006/main">
              <a:ext uri="{FF2B5EF4-FFF2-40B4-BE49-F238E27FC236}">
                <a16:creationId xmlns:a16="http://schemas.microsoft.com/office/drawing/2014/main" id="{04BCB9E5-7B76-41F9-B5BF-16B98DE4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4101" y="8939480"/>
            <a:ext cx="74966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(13.31-30.97)</a:t>
            </a:r>
          </a:p>
        </p:txBody>
      </p:sp>
      <p:sp>
        <p:nvSpPr>
          <p:cNvPr id="343" name="Text 343: 0.52">
            <a:extLst xmlns:a="http://schemas.openxmlformats.org/drawingml/2006/main">
              <a:ext uri="{FF2B5EF4-FFF2-40B4-BE49-F238E27FC236}">
                <a16:creationId xmlns:a16="http://schemas.microsoft.com/office/drawing/2014/main" id="{874CB741-A649-441A-B79E-BC11D8F9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6501" y="8796670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0.52</a:t>
            </a:r>
          </a:p>
        </p:txBody>
      </p:sp>
      <p:sp>
        <p:nvSpPr>
          <p:cNvPr id="344" name="Text 344: (0.39-0.71)">
            <a:extLst xmlns:a="http://schemas.openxmlformats.org/drawingml/2006/main">
              <a:ext uri="{FF2B5EF4-FFF2-40B4-BE49-F238E27FC236}">
                <a16:creationId xmlns:a16="http://schemas.microsoft.com/office/drawing/2014/main" id="{9C6AD21B-615D-4544-982E-11C9DA9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2655" y="8938882"/>
            <a:ext cx="64655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(0.39-0.71)</a:t>
            </a:r>
          </a:p>
        </p:txBody>
      </p:sp>
      <p:sp>
        <p:nvSpPr>
          <p:cNvPr id="345" name="Text 345: NB">
            <a:extLst xmlns:a="http://schemas.openxmlformats.org/drawingml/2006/main">
              <a:ext uri="{FF2B5EF4-FFF2-40B4-BE49-F238E27FC236}">
                <a16:creationId xmlns:a16="http://schemas.microsoft.com/office/drawing/2014/main" id="{4F55FBA1-2043-43D1-B8C0-0D97F1A5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9308477"/>
            <a:ext cx="227127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NB</a:t>
            </a:r>
          </a:p>
        </p:txBody>
      </p:sp>
      <p:sp>
        <p:nvSpPr>
          <p:cNvPr id="346" name="Text 346: 73/79">
            <a:extLst xmlns:a="http://schemas.openxmlformats.org/drawingml/2006/main">
              <a:ext uri="{FF2B5EF4-FFF2-40B4-BE49-F238E27FC236}">
                <a16:creationId xmlns:a16="http://schemas.microsoft.com/office/drawing/2014/main" id="{8743E2B9-D64B-43ED-9882-3E1F1FEC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3495" y="9316783"/>
            <a:ext cx="343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73/79</a:t>
            </a:r>
          </a:p>
        </p:txBody>
      </p:sp>
      <p:sp>
        <p:nvSpPr>
          <p:cNvPr id="347" name="Text 347: 9.40">
            <a:extLst xmlns:a="http://schemas.openxmlformats.org/drawingml/2006/main">
              <a:ext uri="{FF2B5EF4-FFF2-40B4-BE49-F238E27FC236}">
                <a16:creationId xmlns:a16="http://schemas.microsoft.com/office/drawing/2014/main" id="{80CD2F77-93F8-41B3-94FB-6BEF66E6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7491" y="9253386"/>
            <a:ext cx="260185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9.40</a:t>
            </a:r>
          </a:p>
        </p:txBody>
      </p:sp>
      <p:sp>
        <p:nvSpPr>
          <p:cNvPr id="348" name="Text 348: (7.76-14.57)">
            <a:extLst xmlns:a="http://schemas.openxmlformats.org/drawingml/2006/main">
              <a:ext uri="{FF2B5EF4-FFF2-40B4-BE49-F238E27FC236}">
                <a16:creationId xmlns:a16="http://schemas.microsoft.com/office/drawing/2014/main" id="{1E2CF302-649C-4FA7-AB71-9AD28043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5955" y="9388487"/>
            <a:ext cx="682581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(7.76-14.57)</a:t>
            </a:r>
          </a:p>
        </p:txBody>
      </p:sp>
      <p:sp>
        <p:nvSpPr>
          <p:cNvPr id="349" name="Text 349: 68/77">
            <a:extLst xmlns:a="http://schemas.openxmlformats.org/drawingml/2006/main">
              <a:ext uri="{FF2B5EF4-FFF2-40B4-BE49-F238E27FC236}">
                <a16:creationId xmlns:a16="http://schemas.microsoft.com/office/drawing/2014/main" id="{713DE649-D19D-459F-83D1-702AECB4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023" y="9316783"/>
            <a:ext cx="343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68/77</a:t>
            </a:r>
          </a:p>
        </p:txBody>
      </p:sp>
      <p:sp>
        <p:nvSpPr>
          <p:cNvPr id="350" name="Text 350: 7.78">
            <a:extLst xmlns:a="http://schemas.openxmlformats.org/drawingml/2006/main">
              <a:ext uri="{FF2B5EF4-FFF2-40B4-BE49-F238E27FC236}">
                <a16:creationId xmlns:a16="http://schemas.microsoft.com/office/drawing/2014/main" id="{8E88DD50-910C-41EC-8457-6FF4F441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4019" y="9253386"/>
            <a:ext cx="260185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7.78</a:t>
            </a:r>
          </a:p>
        </p:txBody>
      </p:sp>
      <p:sp>
        <p:nvSpPr>
          <p:cNvPr id="351" name="Text 351: (5.82-11.56)">
            <a:extLst xmlns:a="http://schemas.openxmlformats.org/drawingml/2006/main">
              <a:ext uri="{FF2B5EF4-FFF2-40B4-BE49-F238E27FC236}">
                <a16:creationId xmlns:a16="http://schemas.microsoft.com/office/drawing/2014/main" id="{120EEBFA-CF2A-4AC6-8569-35691AA7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2483" y="9388487"/>
            <a:ext cx="682441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(5.82-11.56)</a:t>
            </a:r>
          </a:p>
        </p:txBody>
      </p:sp>
      <p:sp>
        <p:nvSpPr>
          <p:cNvPr id="352" name="Text 352: 1.05">
            <a:extLst xmlns:a="http://schemas.openxmlformats.org/drawingml/2006/main">
              <a:ext uri="{FF2B5EF4-FFF2-40B4-BE49-F238E27FC236}">
                <a16:creationId xmlns:a16="http://schemas.microsoft.com/office/drawing/2014/main" id="{A881357D-AEDA-4D00-BE48-B623E00D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6501" y="9245677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1.05</a:t>
            </a:r>
          </a:p>
        </p:txBody>
      </p:sp>
      <p:sp>
        <p:nvSpPr>
          <p:cNvPr id="353" name="Text 353: (0.75-1.47)">
            <a:extLst xmlns:a="http://schemas.openxmlformats.org/drawingml/2006/main">
              <a:ext uri="{FF2B5EF4-FFF2-40B4-BE49-F238E27FC236}">
                <a16:creationId xmlns:a16="http://schemas.microsoft.com/office/drawing/2014/main" id="{4A0262F8-4B4D-4381-8831-16253B3F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2655" y="9387889"/>
            <a:ext cx="64655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(0.75-1.47)</a:t>
            </a:r>
          </a:p>
        </p:txBody>
      </p:sp>
      <p:sp>
        <p:nvSpPr>
          <p:cNvPr id="354" name="Text 354: Ratio of treatment HRs (95% CI): 0.50 (0.32-0.79)">
            <a:extLst xmlns:a="http://schemas.openxmlformats.org/drawingml/2006/main">
              <a:ext uri="{FF2B5EF4-FFF2-40B4-BE49-F238E27FC236}">
                <a16:creationId xmlns:a16="http://schemas.microsoft.com/office/drawing/2014/main" id="{F8900D39-0FA6-48C0-8EE1-8402D132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184" y="9837092"/>
            <a:ext cx="2967634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Ratio of treatment HRs (95% CI): 0.50 (0.32-0.79)</a:t>
            </a:r>
          </a:p>
        </p:txBody>
      </p:sp>
      <p:sp>
        <p:nvSpPr>
          <p:cNvPr id="355" name="Text 355: B/NB; Altman-Bland P = 0.003">
            <a:extLst xmlns:a="http://schemas.openxmlformats.org/drawingml/2006/main">
              <a:ext uri="{FF2B5EF4-FFF2-40B4-BE49-F238E27FC236}">
                <a16:creationId xmlns:a16="http://schemas.microsoft.com/office/drawing/2014/main" id="{E40FCAE9-EE0C-4FCE-9AC8-8E709623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184" y="10055690"/>
            <a:ext cx="1908257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B/NB; Altman-Bland P = 0.003</a:t>
            </a:r>
          </a:p>
        </p:txBody>
      </p:sp>
      <p:sp>
        <p:nvSpPr>
          <p:cNvPr id="356" name="Text 356: favor ICI+CT">
            <a:extLst xmlns:a="http://schemas.openxmlformats.org/drawingml/2006/main">
              <a:ext uri="{FF2B5EF4-FFF2-40B4-BE49-F238E27FC236}">
                <a16:creationId xmlns:a16="http://schemas.microsoft.com/office/drawing/2014/main" id="{096E4D70-093C-4604-921A-E576854E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1522" y="10127108"/>
            <a:ext cx="71262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favor ICI+CT</a:t>
            </a:r>
          </a:p>
        </p:txBody>
      </p:sp>
      <p:sp>
        <p:nvSpPr>
          <p:cNvPr id="357" name="Text 357: favor CT">
            <a:extLst xmlns:a="http://schemas.openxmlformats.org/drawingml/2006/main">
              <a:ext uri="{FF2B5EF4-FFF2-40B4-BE49-F238E27FC236}">
                <a16:creationId xmlns:a16="http://schemas.microsoft.com/office/drawing/2014/main" id="{F49B5554-944E-466F-AB06-702CA14F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0416" y="10127108"/>
            <a:ext cx="48797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favor CT</a:t>
            </a:r>
          </a:p>
        </p:txBody>
      </p:sp>
      <p:sp>
        <p:nvSpPr>
          <p:cNvPr id="358" name="Text 358: C">
            <a:extLst xmlns:a="http://schemas.openxmlformats.org/drawingml/2006/main">
              <a:ext uri="{FF2B5EF4-FFF2-40B4-BE49-F238E27FC236}">
                <a16:creationId xmlns:a16="http://schemas.microsoft.com/office/drawing/2014/main" id="{C91BB1D4-3B63-47E9-9B90-D9337CA3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470828"/>
            <a:ext cx="199619" cy="313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59" name="Text 359: Overall survival">
            <a:extLst xmlns:a="http://schemas.openxmlformats.org/drawingml/2006/main">
              <a:ext uri="{FF2B5EF4-FFF2-40B4-BE49-F238E27FC236}">
                <a16:creationId xmlns:a16="http://schemas.microsoft.com/office/drawing/2014/main" id="{2360CB08-4781-42D9-A5CE-953076E2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81335" y="529819"/>
            <a:ext cx="144443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Overall survival</a:t>
            </a:r>
          </a:p>
        </p:txBody>
      </p:sp>
      <p:sp>
        <p:nvSpPr>
          <p:cNvPr id="360" name="Text 360: No. at risk (cumulative censored)">
            <a:extLst xmlns:a="http://schemas.openxmlformats.org/drawingml/2006/main">
              <a:ext uri="{FF2B5EF4-FFF2-40B4-BE49-F238E27FC236}">
                <a16:creationId xmlns:a16="http://schemas.microsoft.com/office/drawing/2014/main" id="{001F971B-F517-44F4-B80D-B8A523AE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5622550"/>
            <a:ext cx="1974310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303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30343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0343B"/>
                </a:solidFill>
                <a:latin typeface="Arial"/>
                <a:ea typeface="Arial"/>
                <a:cs typeface="Arial"/>
              </a:rPr>
              <a:t>No. at risk (cumulative censored)</a:t>
            </a:r>
          </a:p>
        </p:txBody>
      </p:sp>
      <p:sp>
        <p:nvSpPr>
          <p:cNvPr id="361" name="Text 361: B | CT">
            <a:extLst xmlns:a="http://schemas.openxmlformats.org/drawingml/2006/main">
              <a:ext uri="{FF2B5EF4-FFF2-40B4-BE49-F238E27FC236}">
                <a16:creationId xmlns:a16="http://schemas.microsoft.com/office/drawing/2014/main" id="{7D4F993B-6B78-4AC8-9372-7D25E971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5948617"/>
            <a:ext cx="400914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B3B7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3B7B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B7BC"/>
                </a:solidFill>
                <a:latin typeface="Arial"/>
                <a:ea typeface="Arial"/>
                <a:cs typeface="Arial"/>
              </a:rPr>
              <a:t>B | CT</a:t>
            </a:r>
          </a:p>
        </p:txBody>
      </p:sp>
      <p:sp>
        <p:nvSpPr>
          <p:cNvPr id="362" name="Text 362: B | ICI+CT">
            <a:extLst xmlns:a="http://schemas.openxmlformats.org/drawingml/2006/main">
              <a:ext uri="{FF2B5EF4-FFF2-40B4-BE49-F238E27FC236}">
                <a16:creationId xmlns:a16="http://schemas.microsoft.com/office/drawing/2014/main" id="{CBB25A01-3FDF-4F94-917B-288AD8A6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6244554"/>
            <a:ext cx="649211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480"/>
                </a:solidFill>
                <a:latin typeface="Arial"/>
                <a:ea typeface="Arial"/>
                <a:cs typeface="Arial"/>
              </a:rPr>
              <a:t>B | ICI+CT</a:t>
            </a:r>
          </a:p>
        </p:txBody>
      </p:sp>
      <p:sp>
        <p:nvSpPr>
          <p:cNvPr id="363" name="Text 363: NB | CT">
            <a:extLst xmlns:a="http://schemas.openxmlformats.org/drawingml/2006/main">
              <a:ext uri="{FF2B5EF4-FFF2-40B4-BE49-F238E27FC236}">
                <a16:creationId xmlns:a16="http://schemas.microsoft.com/office/drawing/2014/main" id="{3411263C-79FA-4190-A387-6A0A87E8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6540490"/>
            <a:ext cx="507194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NB | CT</a:t>
            </a:r>
          </a:p>
        </p:txBody>
      </p:sp>
      <p:sp>
        <p:nvSpPr>
          <p:cNvPr id="364" name="Text 364: NB | ICI+CT">
            <a:extLst xmlns:a="http://schemas.openxmlformats.org/drawingml/2006/main">
              <a:ext uri="{FF2B5EF4-FFF2-40B4-BE49-F238E27FC236}">
                <a16:creationId xmlns:a16="http://schemas.microsoft.com/office/drawing/2014/main" id="{D620DBCD-7473-4896-9857-F3C95AD6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6836426"/>
            <a:ext cx="755491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NB | ICI+CT</a:t>
            </a:r>
          </a:p>
        </p:txBody>
      </p:sp>
      <p:sp>
        <p:nvSpPr>
          <p:cNvPr id="365" name="Text 365: D">
            <a:extLst xmlns:a="http://schemas.openxmlformats.org/drawingml/2006/main">
              <a:ext uri="{FF2B5EF4-FFF2-40B4-BE49-F238E27FC236}">
                <a16:creationId xmlns:a16="http://schemas.microsoft.com/office/drawing/2014/main" id="{F0E81049-F925-42AF-9D96-BE3E481F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7267160"/>
            <a:ext cx="199619" cy="313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66" name="Text 366: OS treatment effects">
            <a:extLst xmlns:a="http://schemas.openxmlformats.org/drawingml/2006/main">
              <a:ext uri="{FF2B5EF4-FFF2-40B4-BE49-F238E27FC236}">
                <a16:creationId xmlns:a16="http://schemas.microsoft.com/office/drawing/2014/main" id="{C76BCCD7-3615-4F87-A5B8-396FD4E0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8400" y="7342765"/>
            <a:ext cx="1640078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OS treatment effects</a:t>
            </a:r>
          </a:p>
        </p:txBody>
      </p:sp>
      <p:sp>
        <p:nvSpPr>
          <p:cNvPr id="367" name="Text 367: ICI+CT">
            <a:extLst xmlns:a="http://schemas.openxmlformats.org/drawingml/2006/main">
              <a:ext uri="{FF2B5EF4-FFF2-40B4-BE49-F238E27FC236}">
                <a16:creationId xmlns:a16="http://schemas.microsoft.com/office/drawing/2014/main" id="{18FA5F58-0C91-43B5-9239-F6D1F3BB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8241" y="7694105"/>
            <a:ext cx="451453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ICI+CT</a:t>
            </a:r>
          </a:p>
        </p:txBody>
      </p:sp>
      <p:sp>
        <p:nvSpPr>
          <p:cNvPr id="368" name="Text 368: CT">
            <a:extLst xmlns:a="http://schemas.openxmlformats.org/drawingml/2006/main">
              <a:ext uri="{FF2B5EF4-FFF2-40B4-BE49-F238E27FC236}">
                <a16:creationId xmlns:a16="http://schemas.microsoft.com/office/drawing/2014/main" id="{0ADC7FB6-6887-4C18-B1D1-7AED5435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05862" y="7694105"/>
            <a:ext cx="203156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CT</a:t>
            </a:r>
          </a:p>
        </p:txBody>
      </p:sp>
      <p:sp>
        <p:nvSpPr>
          <p:cNvPr id="369" name="Text 369: Subgroup">
            <a:extLst xmlns:a="http://schemas.openxmlformats.org/drawingml/2006/main">
              <a:ext uri="{FF2B5EF4-FFF2-40B4-BE49-F238E27FC236}">
                <a16:creationId xmlns:a16="http://schemas.microsoft.com/office/drawing/2014/main" id="{8C4EE1FF-FE60-4929-849E-B1D9DF14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8041195"/>
            <a:ext cx="57607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Subgroup</a:t>
            </a:r>
          </a:p>
        </p:txBody>
      </p:sp>
      <p:sp>
        <p:nvSpPr>
          <p:cNvPr id="370" name="Text 370: Events/">
            <a:extLst xmlns:a="http://schemas.openxmlformats.org/drawingml/2006/main">
              <a:ext uri="{FF2B5EF4-FFF2-40B4-BE49-F238E27FC236}">
                <a16:creationId xmlns:a16="http://schemas.microsoft.com/office/drawing/2014/main" id="{2CC48FB6-2C98-4D3D-B4D3-1B3A9C8D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2683" y="7970089"/>
            <a:ext cx="44894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Events/</a:t>
            </a:r>
          </a:p>
        </p:txBody>
      </p:sp>
      <p:sp>
        <p:nvSpPr>
          <p:cNvPr id="371" name="Text 371: patients">
            <a:extLst xmlns:a="http://schemas.openxmlformats.org/drawingml/2006/main">
              <a:ext uri="{FF2B5EF4-FFF2-40B4-BE49-F238E27FC236}">
                <a16:creationId xmlns:a16="http://schemas.microsoft.com/office/drawing/2014/main" id="{DF6002BB-7EF5-4956-AD35-D37CB9D3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0022" y="8112301"/>
            <a:ext cx="470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patients</a:t>
            </a:r>
          </a:p>
        </p:txBody>
      </p:sp>
      <p:sp>
        <p:nvSpPr>
          <p:cNvPr id="372" name="Text 372: Median months">
            <a:extLst xmlns:a="http://schemas.openxmlformats.org/drawingml/2006/main">
              <a:ext uri="{FF2B5EF4-FFF2-40B4-BE49-F238E27FC236}">
                <a16:creationId xmlns:a16="http://schemas.microsoft.com/office/drawing/2014/main" id="{EEBFE3D4-47C8-430A-AB1A-A14CCB16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75489" y="7970089"/>
            <a:ext cx="89357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Median months</a:t>
            </a:r>
          </a:p>
        </p:txBody>
      </p:sp>
      <p:sp>
        <p:nvSpPr>
          <p:cNvPr id="373" name="Text 373: (95% CI)">
            <a:extLst xmlns:a="http://schemas.openxmlformats.org/drawingml/2006/main">
              <a:ext uri="{FF2B5EF4-FFF2-40B4-BE49-F238E27FC236}">
                <a16:creationId xmlns:a16="http://schemas.microsoft.com/office/drawing/2014/main" id="{BF106E27-63F5-4D80-9FB5-8B3058D7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1865" y="8112301"/>
            <a:ext cx="52641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(95% CI)</a:t>
            </a:r>
          </a:p>
        </p:txBody>
      </p:sp>
      <p:sp>
        <p:nvSpPr>
          <p:cNvPr id="374" name="Text 374: Events/">
            <a:extLst xmlns:a="http://schemas.openxmlformats.org/drawingml/2006/main">
              <a:ext uri="{FF2B5EF4-FFF2-40B4-BE49-F238E27FC236}">
                <a16:creationId xmlns:a16="http://schemas.microsoft.com/office/drawing/2014/main" id="{79F2297C-D58C-44FE-B529-1D6B0CC2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9211" y="7970089"/>
            <a:ext cx="44894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Events/</a:t>
            </a:r>
          </a:p>
        </p:txBody>
      </p:sp>
      <p:sp>
        <p:nvSpPr>
          <p:cNvPr id="375" name="Text 375: patients">
            <a:extLst xmlns:a="http://schemas.openxmlformats.org/drawingml/2006/main">
              <a:ext uri="{FF2B5EF4-FFF2-40B4-BE49-F238E27FC236}">
                <a16:creationId xmlns:a16="http://schemas.microsoft.com/office/drawing/2014/main" id="{3FBAB1F7-71CE-4F36-809B-56B23EDD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6550" y="8112301"/>
            <a:ext cx="470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patients</a:t>
            </a:r>
          </a:p>
        </p:txBody>
      </p:sp>
      <p:sp>
        <p:nvSpPr>
          <p:cNvPr id="376" name="Text 376: Median months">
            <a:extLst xmlns:a="http://schemas.openxmlformats.org/drawingml/2006/main">
              <a:ext uri="{FF2B5EF4-FFF2-40B4-BE49-F238E27FC236}">
                <a16:creationId xmlns:a16="http://schemas.microsoft.com/office/drawing/2014/main" id="{5BB35DFA-8E35-4E01-870B-B71BBAAC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2017" y="7970089"/>
            <a:ext cx="89357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Median months</a:t>
            </a:r>
          </a:p>
        </p:txBody>
      </p:sp>
      <p:sp>
        <p:nvSpPr>
          <p:cNvPr id="377" name="Text 377: (95% CI)">
            <a:extLst xmlns:a="http://schemas.openxmlformats.org/drawingml/2006/main">
              <a:ext uri="{FF2B5EF4-FFF2-40B4-BE49-F238E27FC236}">
                <a16:creationId xmlns:a16="http://schemas.microsoft.com/office/drawing/2014/main" id="{7099AB62-98EA-4B8F-8967-C1BAD52B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8393" y="8112301"/>
            <a:ext cx="52641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(95% CI)</a:t>
            </a:r>
          </a:p>
        </p:txBody>
      </p:sp>
      <p:sp>
        <p:nvSpPr>
          <p:cNvPr id="378" name="Text 378: HR">
            <a:extLst xmlns:a="http://schemas.openxmlformats.org/drawingml/2006/main">
              <a:ext uri="{FF2B5EF4-FFF2-40B4-BE49-F238E27FC236}">
                <a16:creationId xmlns:a16="http://schemas.microsoft.com/office/drawing/2014/main" id="{FFF6ADED-049B-42DD-9475-604F8A81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00011" y="7970089"/>
            <a:ext cx="20878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HR</a:t>
            </a:r>
          </a:p>
        </p:txBody>
      </p:sp>
      <p:sp>
        <p:nvSpPr>
          <p:cNvPr id="379" name="Text 379: (95% CI)">
            <a:extLst xmlns:a="http://schemas.openxmlformats.org/drawingml/2006/main">
              <a:ext uri="{FF2B5EF4-FFF2-40B4-BE49-F238E27FC236}">
                <a16:creationId xmlns:a16="http://schemas.microsoft.com/office/drawing/2014/main" id="{438043AE-2943-482A-87DB-D4731358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17945" y="8112301"/>
            <a:ext cx="52641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(95% CI)</a:t>
            </a:r>
          </a:p>
        </p:txBody>
      </p:sp>
      <p:sp>
        <p:nvSpPr>
          <p:cNvPr id="380" name="Text 380: Overall">
            <a:extLst xmlns:a="http://schemas.openxmlformats.org/drawingml/2006/main">
              <a:ext uri="{FF2B5EF4-FFF2-40B4-BE49-F238E27FC236}">
                <a16:creationId xmlns:a16="http://schemas.microsoft.com/office/drawing/2014/main" id="{1EE27FF9-05B0-442F-A891-FA6E500A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8410463"/>
            <a:ext cx="46783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697480"/>
                </a:solidFill>
                <a:latin typeface="Arial"/>
                <a:ea typeface="Arial"/>
                <a:cs typeface="Arial"/>
              </a:rPr>
              <a:t>Overall</a:t>
            </a:r>
          </a:p>
        </p:txBody>
      </p:sp>
      <p:sp>
        <p:nvSpPr>
          <p:cNvPr id="381" name="Text 381: 132/180">
            <a:extLst xmlns:a="http://schemas.openxmlformats.org/drawingml/2006/main">
              <a:ext uri="{FF2B5EF4-FFF2-40B4-BE49-F238E27FC236}">
                <a16:creationId xmlns:a16="http://schemas.microsoft.com/office/drawing/2014/main" id="{D98D1D3C-CEB5-4D34-B1FE-05E7A6D0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6883" y="8418769"/>
            <a:ext cx="48437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132/180</a:t>
            </a:r>
          </a:p>
        </p:txBody>
      </p:sp>
      <p:sp>
        <p:nvSpPr>
          <p:cNvPr id="382" name="Text 382: 23.62">
            <a:extLst xmlns:a="http://schemas.openxmlformats.org/drawingml/2006/main">
              <a:ext uri="{FF2B5EF4-FFF2-40B4-BE49-F238E27FC236}">
                <a16:creationId xmlns:a16="http://schemas.microsoft.com/office/drawing/2014/main" id="{5FEC289B-2071-4047-B7E9-782B55F3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3109" y="8355372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23.62</a:t>
            </a:r>
          </a:p>
        </p:txBody>
      </p:sp>
      <p:sp>
        <p:nvSpPr>
          <p:cNvPr id="383" name="Text 383: (21.45-27.54)">
            <a:extLst xmlns:a="http://schemas.openxmlformats.org/drawingml/2006/main">
              <a:ext uri="{FF2B5EF4-FFF2-40B4-BE49-F238E27FC236}">
                <a16:creationId xmlns:a16="http://schemas.microsoft.com/office/drawing/2014/main" id="{B38BA126-4311-403A-AD70-965A592D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1573" y="8490473"/>
            <a:ext cx="74966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(21.45-27.54)</a:t>
            </a:r>
          </a:p>
        </p:txBody>
      </p:sp>
      <p:sp>
        <p:nvSpPr>
          <p:cNvPr id="384" name="Text 384: 123/180">
            <a:extLst xmlns:a="http://schemas.openxmlformats.org/drawingml/2006/main">
              <a:ext uri="{FF2B5EF4-FFF2-40B4-BE49-F238E27FC236}">
                <a16:creationId xmlns:a16="http://schemas.microsoft.com/office/drawing/2014/main" id="{13C4F313-DB65-4E44-9AFD-C905EE3F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3411" y="8418769"/>
            <a:ext cx="484378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123/180</a:t>
            </a:r>
          </a:p>
        </p:txBody>
      </p:sp>
      <p:sp>
        <p:nvSpPr>
          <p:cNvPr id="385" name="Text 385: 26.57">
            <a:extLst xmlns:a="http://schemas.openxmlformats.org/drawingml/2006/main">
              <a:ext uri="{FF2B5EF4-FFF2-40B4-BE49-F238E27FC236}">
                <a16:creationId xmlns:a16="http://schemas.microsoft.com/office/drawing/2014/main" id="{BF7E085B-9ED2-4D5A-9970-F30B1596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9637" y="8355372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26.57</a:t>
            </a:r>
          </a:p>
        </p:txBody>
      </p:sp>
      <p:sp>
        <p:nvSpPr>
          <p:cNvPr id="386" name="Text 386: (23.33-31.59)">
            <a:extLst xmlns:a="http://schemas.openxmlformats.org/drawingml/2006/main">
              <a:ext uri="{FF2B5EF4-FFF2-40B4-BE49-F238E27FC236}">
                <a16:creationId xmlns:a16="http://schemas.microsoft.com/office/drawing/2014/main" id="{3EEA0C9E-B834-4FC9-86F2-DBCCB7F5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8101" y="8490473"/>
            <a:ext cx="74966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(23.33-31.59)</a:t>
            </a:r>
          </a:p>
        </p:txBody>
      </p:sp>
      <p:sp>
        <p:nvSpPr>
          <p:cNvPr id="387" name="Text 387: 0.84">
            <a:extLst xmlns:a="http://schemas.openxmlformats.org/drawingml/2006/main">
              <a:ext uri="{FF2B5EF4-FFF2-40B4-BE49-F238E27FC236}">
                <a16:creationId xmlns:a16="http://schemas.microsoft.com/office/drawing/2014/main" id="{6E4B6DE1-B2CA-4F11-968E-AABFCE36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0501" y="8347663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0.84</a:t>
            </a:r>
          </a:p>
        </p:txBody>
      </p:sp>
      <p:sp>
        <p:nvSpPr>
          <p:cNvPr id="388" name="Text 388: (0.66-1.07)">
            <a:extLst xmlns:a="http://schemas.openxmlformats.org/drawingml/2006/main">
              <a:ext uri="{FF2B5EF4-FFF2-40B4-BE49-F238E27FC236}">
                <a16:creationId xmlns:a16="http://schemas.microsoft.com/office/drawing/2014/main" id="{69133720-C612-4ED3-8EE2-2EE40123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36655" y="8489875"/>
            <a:ext cx="64655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(0.66-1.07)</a:t>
            </a:r>
          </a:p>
        </p:txBody>
      </p:sp>
      <p:sp>
        <p:nvSpPr>
          <p:cNvPr id="389" name="Text 389: B">
            <a:extLst xmlns:a="http://schemas.openxmlformats.org/drawingml/2006/main">
              <a:ext uri="{FF2B5EF4-FFF2-40B4-BE49-F238E27FC236}">
                <a16:creationId xmlns:a16="http://schemas.microsoft.com/office/drawing/2014/main" id="{4817BC3E-8A20-430C-A10A-F5AA0E8F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8859470"/>
            <a:ext cx="11858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9748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69748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90" name="Text 390: 71/101">
            <a:extLst xmlns:a="http://schemas.openxmlformats.org/drawingml/2006/main">
              <a:ext uri="{FF2B5EF4-FFF2-40B4-BE49-F238E27FC236}">
                <a16:creationId xmlns:a16="http://schemas.microsoft.com/office/drawing/2014/main" id="{9B46E6F5-7FFD-402B-8332-54200F30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2189" y="8867776"/>
            <a:ext cx="41376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71/101</a:t>
            </a:r>
          </a:p>
        </p:txBody>
      </p:sp>
      <p:sp>
        <p:nvSpPr>
          <p:cNvPr id="391" name="Text 391: 25.42">
            <a:extLst xmlns:a="http://schemas.openxmlformats.org/drawingml/2006/main">
              <a:ext uri="{FF2B5EF4-FFF2-40B4-BE49-F238E27FC236}">
                <a16:creationId xmlns:a16="http://schemas.microsoft.com/office/drawing/2014/main" id="{488B87BA-AE2A-46AE-91A6-8488C036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3109" y="8804379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25.42</a:t>
            </a:r>
          </a:p>
        </p:txBody>
      </p:sp>
      <p:sp>
        <p:nvSpPr>
          <p:cNvPr id="392" name="Text 392: (21.72-29.27)">
            <a:extLst xmlns:a="http://schemas.openxmlformats.org/drawingml/2006/main">
              <a:ext uri="{FF2B5EF4-FFF2-40B4-BE49-F238E27FC236}">
                <a16:creationId xmlns:a16="http://schemas.microsoft.com/office/drawing/2014/main" id="{4C99D709-0B3F-4A6C-9662-2CFF5088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1573" y="8939480"/>
            <a:ext cx="74966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(21.72-29.27)</a:t>
            </a:r>
          </a:p>
        </p:txBody>
      </p:sp>
      <p:sp>
        <p:nvSpPr>
          <p:cNvPr id="393" name="Text 393: 60/103">
            <a:extLst xmlns:a="http://schemas.openxmlformats.org/drawingml/2006/main">
              <a:ext uri="{FF2B5EF4-FFF2-40B4-BE49-F238E27FC236}">
                <a16:creationId xmlns:a16="http://schemas.microsoft.com/office/drawing/2014/main" id="{003FBBA0-3946-46DA-B6CD-3053802F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8717" y="8867776"/>
            <a:ext cx="413766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60/103</a:t>
            </a:r>
          </a:p>
        </p:txBody>
      </p:sp>
      <p:sp>
        <p:nvSpPr>
          <p:cNvPr id="394" name="Text 394: 32.66">
            <a:extLst xmlns:a="http://schemas.openxmlformats.org/drawingml/2006/main">
              <a:ext uri="{FF2B5EF4-FFF2-40B4-BE49-F238E27FC236}">
                <a16:creationId xmlns:a16="http://schemas.microsoft.com/office/drawing/2014/main" id="{A6626BCC-CD3F-438A-B05A-9CA012EE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9637" y="8804379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32.66</a:t>
            </a:r>
          </a:p>
        </p:txBody>
      </p:sp>
      <p:sp>
        <p:nvSpPr>
          <p:cNvPr id="395" name="Text 395: (26.55-39.36)">
            <a:extLst xmlns:a="http://schemas.openxmlformats.org/drawingml/2006/main">
              <a:ext uri="{FF2B5EF4-FFF2-40B4-BE49-F238E27FC236}">
                <a16:creationId xmlns:a16="http://schemas.microsoft.com/office/drawing/2014/main" id="{7F199964-A4F0-4DB9-8E80-99639CBA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8101" y="8939480"/>
            <a:ext cx="74966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(26.55-39.36)</a:t>
            </a:r>
          </a:p>
        </p:txBody>
      </p:sp>
      <p:sp>
        <p:nvSpPr>
          <p:cNvPr id="396" name="Text 396: 0.72">
            <a:extLst xmlns:a="http://schemas.openxmlformats.org/drawingml/2006/main">
              <a:ext uri="{FF2B5EF4-FFF2-40B4-BE49-F238E27FC236}">
                <a16:creationId xmlns:a16="http://schemas.microsoft.com/office/drawing/2014/main" id="{2D136F92-E717-4744-9325-BE1C04B6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0501" y="8796670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0.72</a:t>
            </a:r>
          </a:p>
        </p:txBody>
      </p:sp>
      <p:sp>
        <p:nvSpPr>
          <p:cNvPr id="397" name="Text 397: (0.51-1.01)">
            <a:extLst xmlns:a="http://schemas.openxmlformats.org/drawingml/2006/main">
              <a:ext uri="{FF2B5EF4-FFF2-40B4-BE49-F238E27FC236}">
                <a16:creationId xmlns:a16="http://schemas.microsoft.com/office/drawing/2014/main" id="{E6AE6039-4AFF-4EF7-9A72-370AD7E4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36655" y="8938882"/>
            <a:ext cx="64655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(0.51-1.01)</a:t>
            </a:r>
          </a:p>
        </p:txBody>
      </p:sp>
      <p:sp>
        <p:nvSpPr>
          <p:cNvPr id="398" name="Text 398: NB">
            <a:extLst xmlns:a="http://schemas.openxmlformats.org/drawingml/2006/main">
              <a:ext uri="{FF2B5EF4-FFF2-40B4-BE49-F238E27FC236}">
                <a16:creationId xmlns:a16="http://schemas.microsoft.com/office/drawing/2014/main" id="{B0324191-BED0-4C15-9F3A-90DF6FB5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8320" y="9308477"/>
            <a:ext cx="227127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NB</a:t>
            </a:r>
          </a:p>
        </p:txBody>
      </p:sp>
      <p:sp>
        <p:nvSpPr>
          <p:cNvPr id="399" name="Text 399: 61/79">
            <a:extLst xmlns:a="http://schemas.openxmlformats.org/drawingml/2006/main">
              <a:ext uri="{FF2B5EF4-FFF2-40B4-BE49-F238E27FC236}">
                <a16:creationId xmlns:a16="http://schemas.microsoft.com/office/drawing/2014/main" id="{E01BDB8C-B7A2-4459-8429-628B948D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77495" y="9316783"/>
            <a:ext cx="343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61/79</a:t>
            </a:r>
          </a:p>
        </p:txBody>
      </p:sp>
      <p:sp>
        <p:nvSpPr>
          <p:cNvPr id="400" name="Text 400: 22.30">
            <a:extLst xmlns:a="http://schemas.openxmlformats.org/drawingml/2006/main">
              <a:ext uri="{FF2B5EF4-FFF2-40B4-BE49-F238E27FC236}">
                <a16:creationId xmlns:a16="http://schemas.microsoft.com/office/drawing/2014/main" id="{4A57EFE2-A9E6-4305-8DC2-6B9833C7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3109" y="9253386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22.30</a:t>
            </a:r>
          </a:p>
        </p:txBody>
      </p:sp>
      <p:sp>
        <p:nvSpPr>
          <p:cNvPr id="401" name="Text 401: (18.51-27.54)">
            <a:extLst xmlns:a="http://schemas.openxmlformats.org/drawingml/2006/main">
              <a:ext uri="{FF2B5EF4-FFF2-40B4-BE49-F238E27FC236}">
                <a16:creationId xmlns:a16="http://schemas.microsoft.com/office/drawing/2014/main" id="{A7D08741-C9D4-43E2-89E6-4E3A1251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1573" y="9388487"/>
            <a:ext cx="74966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(18.51-27.54)</a:t>
            </a:r>
          </a:p>
        </p:txBody>
      </p:sp>
      <p:sp>
        <p:nvSpPr>
          <p:cNvPr id="402" name="Text 402: 63/77">
            <a:extLst xmlns:a="http://schemas.openxmlformats.org/drawingml/2006/main">
              <a:ext uri="{FF2B5EF4-FFF2-40B4-BE49-F238E27FC236}">
                <a16:creationId xmlns:a16="http://schemas.microsoft.com/office/drawing/2014/main" id="{68E58497-0D39-41ED-B54D-4F0453F9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4023" y="9316783"/>
            <a:ext cx="343154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63/77</a:t>
            </a:r>
          </a:p>
        </p:txBody>
      </p:sp>
      <p:sp>
        <p:nvSpPr>
          <p:cNvPr id="403" name="Text 403: 22.28">
            <a:extLst xmlns:a="http://schemas.openxmlformats.org/drawingml/2006/main">
              <a:ext uri="{FF2B5EF4-FFF2-40B4-BE49-F238E27FC236}">
                <a16:creationId xmlns:a16="http://schemas.microsoft.com/office/drawing/2014/main" id="{95A00796-5F2B-4D96-B259-DBA5EE45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9637" y="9253386"/>
            <a:ext cx="327266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22.28</a:t>
            </a:r>
          </a:p>
        </p:txBody>
      </p:sp>
      <p:sp>
        <p:nvSpPr>
          <p:cNvPr id="404" name="Text 404: (17.15-26.56)">
            <a:extLst xmlns:a="http://schemas.openxmlformats.org/drawingml/2006/main">
              <a:ext uri="{FF2B5EF4-FFF2-40B4-BE49-F238E27FC236}">
                <a16:creationId xmlns:a16="http://schemas.microsoft.com/office/drawing/2014/main" id="{9E71BA77-CF40-4551-8AB5-1EC53C5E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8101" y="9388487"/>
            <a:ext cx="74966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(17.15-26.56)</a:t>
            </a:r>
          </a:p>
        </p:txBody>
      </p:sp>
      <p:sp>
        <p:nvSpPr>
          <p:cNvPr id="405" name="Text 405: 1.01">
            <a:extLst xmlns:a="http://schemas.openxmlformats.org/drawingml/2006/main">
              <a:ext uri="{FF2B5EF4-FFF2-40B4-BE49-F238E27FC236}">
                <a16:creationId xmlns:a16="http://schemas.microsoft.com/office/drawing/2014/main" id="{2666CFC9-7AA7-4922-9D3E-10BF3FF7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0501" y="9245677"/>
            <a:ext cx="27254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1.01</a:t>
            </a:r>
          </a:p>
        </p:txBody>
      </p:sp>
      <p:sp>
        <p:nvSpPr>
          <p:cNvPr id="406" name="Text 406: (0.72-1.44)">
            <a:extLst xmlns:a="http://schemas.openxmlformats.org/drawingml/2006/main">
              <a:ext uri="{FF2B5EF4-FFF2-40B4-BE49-F238E27FC236}">
                <a16:creationId xmlns:a16="http://schemas.microsoft.com/office/drawing/2014/main" id="{C1978F29-9FDB-4136-B3B8-3943C30C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36655" y="9387889"/>
            <a:ext cx="64655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(0.72-1.44)</a:t>
            </a:r>
          </a:p>
        </p:txBody>
      </p:sp>
      <p:sp>
        <p:nvSpPr>
          <p:cNvPr id="407" name="Text 407: Ratio of treatment HRs (95% CI): 0.71 (0.44-1.15)">
            <a:extLst xmlns:a="http://schemas.openxmlformats.org/drawingml/2006/main">
              <a:ext uri="{FF2B5EF4-FFF2-40B4-BE49-F238E27FC236}">
                <a16:creationId xmlns:a16="http://schemas.microsoft.com/office/drawing/2014/main" id="{AD71C374-9CDF-4038-B00C-32204013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184" y="9837092"/>
            <a:ext cx="2967634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Ratio of treatment HRs (95% CI): 0.71 (0.44-1.15)</a:t>
            </a:r>
          </a:p>
        </p:txBody>
      </p:sp>
      <p:sp>
        <p:nvSpPr>
          <p:cNvPr id="408" name="Text 408: B/NB; Altman-Bland P = 0.167">
            <a:extLst xmlns:a="http://schemas.openxmlformats.org/drawingml/2006/main">
              <a:ext uri="{FF2B5EF4-FFF2-40B4-BE49-F238E27FC236}">
                <a16:creationId xmlns:a16="http://schemas.microsoft.com/office/drawing/2014/main" id="{34ED4A51-D9BC-4CEF-9145-BB1D20C3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184" y="10055690"/>
            <a:ext cx="1908257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B/NB; Altman-Bland P = 0.167</a:t>
            </a:r>
          </a:p>
        </p:txBody>
      </p:sp>
      <p:sp>
        <p:nvSpPr>
          <p:cNvPr id="409" name="Text 409: favor ICI+CT">
            <a:extLst xmlns:a="http://schemas.openxmlformats.org/drawingml/2006/main">
              <a:ext uri="{FF2B5EF4-FFF2-40B4-BE49-F238E27FC236}">
                <a16:creationId xmlns:a16="http://schemas.microsoft.com/office/drawing/2014/main" id="{BBB7DA9C-86C2-46F4-B9A0-B63B0245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55522" y="10127108"/>
            <a:ext cx="71262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favor ICI+CT</a:t>
            </a:r>
          </a:p>
        </p:txBody>
      </p:sp>
      <p:sp>
        <p:nvSpPr>
          <p:cNvPr id="410" name="Text 410: favor CT">
            <a:extLst xmlns:a="http://schemas.openxmlformats.org/drawingml/2006/main">
              <a:ext uri="{FF2B5EF4-FFF2-40B4-BE49-F238E27FC236}">
                <a16:creationId xmlns:a16="http://schemas.microsoft.com/office/drawing/2014/main" id="{94DA5D46-204C-4B53-B93A-79E1EF58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44416" y="10127108"/>
            <a:ext cx="487972" cy="15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favor CT</a:t>
            </a:r>
          </a:p>
        </p:txBody>
      </p:sp>
      <p:sp>
        <p:nvSpPr>
          <p:cNvPr id="411" name="Text 411: Figure 2 | JUPITER-06: ten-fold out-of-fold evaluation">
            <a:extLst xmlns:a="http://schemas.openxmlformats.org/drawingml/2006/main">
              <a:ext uri="{FF2B5EF4-FFF2-40B4-BE49-F238E27FC236}">
                <a16:creationId xmlns:a16="http://schemas.microsoft.com/office/drawing/2014/main" id="{8989B6A4-A354-4F97-BC1B-92D14071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273771"/>
            <a:ext cx="5140147" cy="2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 2 | JUPITER-06: ten-fold out-of-fold evaluation</a:t>
            </a:r>
          </a:p>
        </p:txBody>
      </p:sp>
      <p:sp>
        <p:nvSpPr>
          <p:cNvPr id="412" name="Text 412: HR: ICI+CT / CT. Binary interaction: Altman-Bland. Internal OOF Cox: fold-stratified; external/apparent Cox: no fold strata. NR: not reached.">
            <a:extLst xmlns:a="http://schemas.openxmlformats.org/drawingml/2006/main">
              <a:ext uri="{FF2B5EF4-FFF2-40B4-BE49-F238E27FC236}">
                <a16:creationId xmlns:a16="http://schemas.microsoft.com/office/drawing/2014/main" id="{C08B7E86-85B6-41BB-9953-DB26FCFF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" y="10416616"/>
            <a:ext cx="7079553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HR: ICI+CT / CT. Binary interaction: Altman-Bland. Internal OOF Cox: fold-stratified; external/apparent Cox: no fold strata. NR: not reached.</a:t>
            </a:r>
          </a:p>
        </p:txBody>
      </p:sp>
      <p:sp>
        <p:nvSpPr>
          <p:cNvPr id="413" name="Text 413: SIMULATED DATA — workflow demonstration only">
            <a:extLst xmlns:a="http://schemas.openxmlformats.org/drawingml/2006/main">
              <a:ext uri="{FF2B5EF4-FFF2-40B4-BE49-F238E27FC236}">
                <a16:creationId xmlns:a16="http://schemas.microsoft.com/office/drawing/2014/main" id="{B3EFF5ED-0173-4CA1-B1E3-A695DEAE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1783" y="10678287"/>
            <a:ext cx="3424434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00" b="1">
                <a:solidFill>
                  <a:srgbClr val="A331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A33122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33122"/>
                </a:solidFill>
                <a:latin typeface="Arial"/>
                <a:ea typeface="Arial"/>
                <a:cs typeface="Arial"/>
              </a:rPr>
              <a:t>SIMULATED DATA — workflow demonstration only</a:t>
            </a:r>
          </a:p>
        </p:txBody>
      </p:sp>
    </p:spTree>
    <p:extLst>
      <p:ext uri="{BB962C8B-B14F-4D97-AF65-F5344CB8AC3E}">
        <p14:creationId xmlns:p14="http://schemas.microsoft.com/office/powerpoint/2010/main" val="840338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2026-10-09T03:12:44.0630000Z</dcterms:created>
  <dcterms:modified xsi:type="dcterms:W3CDTF">2026-10-09T03:12:44.0630000Z</dcterms:modified>
</coreProperties>
</file>