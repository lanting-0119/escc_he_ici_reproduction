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6f0fc2389a4fd6" /><Relationship Type="http://schemas.openxmlformats.org/officeDocument/2006/relationships/extended-properties" Target="/docProps/app.xml" Id="R71740a08809a4572" /><Relationship Type="http://schemas.openxmlformats.org/officeDocument/2006/relationships/officeDocument" Target="/ppt/presentation.xml" Id="R79a87cb3a9bf45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2bebb042844e3b"/>
  </p:sldMasterIdLst>
  <p:notesMasterIdLst>
    <p:notesMasterId xmlns:r="http://schemas.openxmlformats.org/officeDocument/2006/relationships" r:id="Rff04a6d37ff04c66"/>
  </p:notesMasterIdLst>
  <p:sldIdLst>
    <p:sldId xmlns:r="http://schemas.openxmlformats.org/officeDocument/2006/relationships" id="256" r:id="R2e530c2e7de54652"/>
  </p:sldIdLst>
  <p:sldSz cx="18288000" cy="10972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cf1421f4af4a0b" /><Relationship Type="http://schemas.openxmlformats.org/officeDocument/2006/relationships/slideMaster" Target="/ppt/slideMasters/slideMaster1.xml" Id="R322bebb042844e3b" /><Relationship Type="http://schemas.openxmlformats.org/officeDocument/2006/relationships/notesMaster" Target="/ppt/notesMasters/notesMaster1.xml" Id="Rff04a6d37ff04c66" /><Relationship Type="http://schemas.openxmlformats.org/officeDocument/2006/relationships/presProps" Target="/ppt/presProps.xml" Id="Rf2c572fde41f4cc0" /><Relationship Type="http://schemas.openxmlformats.org/officeDocument/2006/relationships/tableStyles" Target="/ppt/tableStyles.xml" Id="R483b3b3bb86e4da5" /><Relationship Type="http://schemas.openxmlformats.org/officeDocument/2006/relationships/slide" Target="/ppt/slides/slide1.xml" Id="R2e530c2e7de546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f79a41601a40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361c51ec554921" /><Relationship Type="http://schemas.openxmlformats.org/officeDocument/2006/relationships/notesMaster" Target="/ppt/notesMasters/notesMaster1.xml" Id="Ra981e0dfb0ef40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Synthetic-data demonstration of the v32 analysis workflow. These are not trial results. See README and the corresponding notebook for estimators, denominators and inference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aa5f6824247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003b939e141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a0ce1a45f4b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295989e6744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9ba9c908548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6fcb38a15546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8A6098-B4A8-4DAD-B503-5BE68470C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145280"/>
            <a:ext cx="14630400" cy="158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0480D45-ECAB-42F2-9AF4-3766F6B8FC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6035040"/>
            <a:ext cx="12801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CE64E4-1EBE-41C2-9F2A-5B45EBC099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572000"/>
            <a:ext cx="14630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FB3FC7-FB72-4A6D-B5A9-7D4F33F4FD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53440"/>
            <a:ext cx="16230600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844F8C-3FFD-4DF7-8EEF-0AC9EDD6D0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3048000"/>
            <a:ext cx="1623060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2CC529-6A34-4256-AAE0-2E7654BFD6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53440"/>
            <a:ext cx="16230600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986874-40C1-4E15-901D-7C1D109ADC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3048000"/>
            <a:ext cx="754380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F675AA-D76A-479B-9FC5-053EE59B42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3048000"/>
            <a:ext cx="754380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A2B096-E263-413A-95F1-26FCC9EF18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53440"/>
            <a:ext cx="16230600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AD9273-FC1F-4FF7-9E1B-901B2790B2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3048000"/>
            <a:ext cx="754380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9a1f8138b41a2" /><Relationship Type="http://schemas.openxmlformats.org/officeDocument/2006/relationships/slideLayout" Target="/ppt/slideLayouts/slideLayout1.xml" Id="Rf055b7a258dc41ee" /><Relationship Type="http://schemas.openxmlformats.org/officeDocument/2006/relationships/slideLayout" Target="/ppt/slideLayouts/slideLayout2.xml" Id="R6c409d182ad74710" /><Relationship Type="http://schemas.openxmlformats.org/officeDocument/2006/relationships/slideLayout" Target="/ppt/slideLayouts/slideLayout3.xml" Id="Re5c69935a8ce4f2e" /><Relationship Type="http://schemas.openxmlformats.org/officeDocument/2006/relationships/slideLayout" Target="/ppt/slideLayouts/slideLayout4.xml" Id="Rfb38bb7e4a984559" /><Relationship Type="http://schemas.openxmlformats.org/officeDocument/2006/relationships/slideLayout" Target="/ppt/slideLayouts/slideLayout5.xml" Id="Rc2831106f79742af" /><Relationship Type="http://schemas.openxmlformats.org/officeDocument/2006/relationships/slideLayout" Target="/ppt/slideLayouts/slideLayout6.xml" Id="R642e0551d6ef47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55b7a258dc41ee"/>
    <p:sldLayoutId xmlns:r="http://schemas.openxmlformats.org/officeDocument/2006/relationships" id="2147483650" r:id="R6c409d182ad74710"/>
    <p:sldLayoutId xmlns:r="http://schemas.openxmlformats.org/officeDocument/2006/relationships" id="2147483651" r:id="Re5c69935a8ce4f2e"/>
    <p:sldLayoutId xmlns:r="http://schemas.openxmlformats.org/officeDocument/2006/relationships" id="2147483652" r:id="Rfb38bb7e4a984559"/>
    <p:sldLayoutId xmlns:r="http://schemas.openxmlformats.org/officeDocument/2006/relationships" id="2147483653" r:id="Rc2831106f79742af"/>
    <p:sldLayoutId xmlns:r="http://schemas.openxmlformats.org/officeDocument/2006/relationships" id="2147483654" r:id="R642e0551d6ef47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bbefadf354777" /><Relationship Type="http://schemas.openxmlformats.org/officeDocument/2006/relationships/notesSlide" Target="/ppt/notesSlides/notesSlide1.xml" Id="Ra2ea58b70cba42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Vector 1">
            <a:extLst xmlns:a="http://schemas.openxmlformats.org/drawingml/2006/main">
              <a:ext uri="{FF2B5EF4-FFF2-40B4-BE49-F238E27FC236}">
                <a16:creationId xmlns:a16="http://schemas.microsoft.com/office/drawing/2014/main" id="{DF87ADF3-5F17-4F35-B5AB-A07F904F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972800"/>
          </a:xfrm>
          <a:custGeom xmlns:a="http://schemas.openxmlformats.org/drawingml/2006/main">
            <a:pathLst>
              <a:path w="18288000" h="10972800">
                <a:moveTo>
                  <a:pt x="0" y="10972800"/>
                </a:moveTo>
                <a:lnTo>
                  <a:pt x="18288000" y="10972800"/>
                </a:lnTo>
                <a:lnTo>
                  <a:pt x="18288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" name="Vector 2">
            <a:extLst xmlns:a="http://schemas.openxmlformats.org/drawingml/2006/main">
              <a:ext uri="{FF2B5EF4-FFF2-40B4-BE49-F238E27FC236}">
                <a16:creationId xmlns:a16="http://schemas.microsoft.com/office/drawing/2014/main" id="{40154B7B-1E1A-4C47-B87E-16FD54DD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980968"/>
            <a:ext cx="6437376" cy="3928811"/>
          </a:xfrm>
          <a:custGeom xmlns:a="http://schemas.openxmlformats.org/drawingml/2006/main">
            <a:pathLst>
              <a:path w="6437376" h="3928811">
                <a:moveTo>
                  <a:pt x="0" y="3928811"/>
                </a:moveTo>
                <a:lnTo>
                  <a:pt x="6437376" y="3928811"/>
                </a:lnTo>
                <a:lnTo>
                  <a:pt x="64373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" name="Vector 3">
            <a:extLst xmlns:a="http://schemas.openxmlformats.org/drawingml/2006/main">
              <a:ext uri="{FF2B5EF4-FFF2-40B4-BE49-F238E27FC236}">
                <a16:creationId xmlns:a16="http://schemas.microsoft.com/office/drawing/2014/main" id="{9606281F-C682-4D24-BE74-B24C04BD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3951533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4" name="Vector 4">
            <a:extLst xmlns:a="http://schemas.openxmlformats.org/drawingml/2006/main">
              <a:ext uri="{FF2B5EF4-FFF2-40B4-BE49-F238E27FC236}">
                <a16:creationId xmlns:a16="http://schemas.microsoft.com/office/drawing/2014/main" id="{8BD1158F-2793-4920-8B21-4C2BB8E3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2993286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5" name="Vector 5">
            <a:extLst xmlns:a="http://schemas.openxmlformats.org/drawingml/2006/main">
              <a:ext uri="{FF2B5EF4-FFF2-40B4-BE49-F238E27FC236}">
                <a16:creationId xmlns:a16="http://schemas.microsoft.com/office/drawing/2014/main" id="{21D0EFF9-FD79-47DA-9C24-9C4FCC44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2035040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6" name="Vector 6">
            <a:extLst xmlns:a="http://schemas.openxmlformats.org/drawingml/2006/main">
              <a:ext uri="{FF2B5EF4-FFF2-40B4-BE49-F238E27FC236}">
                <a16:creationId xmlns:a16="http://schemas.microsoft.com/office/drawing/2014/main" id="{21380F48-65BF-4464-A103-42E0C33F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7" name="m6e2f8553c8 7">
            <a:extLst xmlns:a="http://schemas.openxmlformats.org/drawingml/2006/main">
              <a:ext uri="{FF2B5EF4-FFF2-40B4-BE49-F238E27FC236}">
                <a16:creationId xmlns:a16="http://schemas.microsoft.com/office/drawing/2014/main" id="{BC264ACC-78A7-4960-A837-D230220A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" name="Text 8: 0">
            <a:extLst xmlns:a="http://schemas.openxmlformats.org/drawingml/2006/main">
              <a:ext uri="{FF2B5EF4-FFF2-40B4-BE49-F238E27FC236}">
                <a16:creationId xmlns:a16="http://schemas.microsoft.com/office/drawing/2014/main" id="{D32E1E08-D9AC-4E1A-A0AB-74ADC640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9327" y="4981259"/>
            <a:ext cx="103073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m6e2f8553c8 9">
            <a:extLst xmlns:a="http://schemas.openxmlformats.org/drawingml/2006/main">
              <a:ext uri="{FF2B5EF4-FFF2-40B4-BE49-F238E27FC236}">
                <a16:creationId xmlns:a16="http://schemas.microsoft.com/office/drawing/2014/main" id="{77FD47AE-F7DD-42A5-B119-5BD627B3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" name="Text 10: 12">
            <a:extLst xmlns:a="http://schemas.openxmlformats.org/drawingml/2006/main">
              <a:ext uri="{FF2B5EF4-FFF2-40B4-BE49-F238E27FC236}">
                <a16:creationId xmlns:a16="http://schemas.microsoft.com/office/drawing/2014/main" id="{533A3AAD-B71F-4AF1-93C5-5140725D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9835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1" name="m6e2f8553c8 11">
            <a:extLst xmlns:a="http://schemas.openxmlformats.org/drawingml/2006/main">
              <a:ext uri="{FF2B5EF4-FFF2-40B4-BE49-F238E27FC236}">
                <a16:creationId xmlns:a16="http://schemas.microsoft.com/office/drawing/2014/main" id="{74EEC3E1-F363-4721-B217-1B3140F1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" name="Text 12: 24">
            <a:extLst xmlns:a="http://schemas.openxmlformats.org/drawingml/2006/main">
              <a:ext uri="{FF2B5EF4-FFF2-40B4-BE49-F238E27FC236}">
                <a16:creationId xmlns:a16="http://schemas.microsoft.com/office/drawing/2014/main" id="{50D82C3E-D740-4CA4-BEB4-A6728D13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9179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3" name="m6e2f8553c8 13">
            <a:extLst xmlns:a="http://schemas.openxmlformats.org/drawingml/2006/main">
              <a:ext uri="{FF2B5EF4-FFF2-40B4-BE49-F238E27FC236}">
                <a16:creationId xmlns:a16="http://schemas.microsoft.com/office/drawing/2014/main" id="{C55BE791-7D32-41C5-B800-954C472D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" name="Text 14: 36">
            <a:extLst xmlns:a="http://schemas.openxmlformats.org/drawingml/2006/main">
              <a:ext uri="{FF2B5EF4-FFF2-40B4-BE49-F238E27FC236}">
                <a16:creationId xmlns:a16="http://schemas.microsoft.com/office/drawing/2014/main" id="{78B4985E-436E-45E5-8738-C4F2213F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8523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5" name="m6e2f8553c8 15">
            <a:extLst xmlns:a="http://schemas.openxmlformats.org/drawingml/2006/main">
              <a:ext uri="{FF2B5EF4-FFF2-40B4-BE49-F238E27FC236}">
                <a16:creationId xmlns:a16="http://schemas.microsoft.com/office/drawing/2014/main" id="{184C089F-A164-4C7D-A1F6-294C2803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" name="Text 16: 48">
            <a:extLst xmlns:a="http://schemas.openxmlformats.org/drawingml/2006/main">
              <a:ext uri="{FF2B5EF4-FFF2-40B4-BE49-F238E27FC236}">
                <a16:creationId xmlns:a16="http://schemas.microsoft.com/office/drawing/2014/main" id="{8C114672-1CF5-4A34-9B6C-0D873675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7867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7" name="Text 17: Time (months)">
            <a:extLst xmlns:a="http://schemas.openxmlformats.org/drawingml/2006/main">
              <a:ext uri="{FF2B5EF4-FFF2-40B4-BE49-F238E27FC236}">
                <a16:creationId xmlns:a16="http://schemas.microsoft.com/office/drawing/2014/main" id="{D6D25C94-5010-4D45-A6BC-9B7AEAC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4865" y="5251840"/>
            <a:ext cx="1089374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(months)</a:t>
            </a:r>
          </a:p>
        </p:txBody>
      </p:sp>
      <p:sp>
        <p:nvSpPr>
          <p:cNvPr id="18" name="m173d494499 18">
            <a:extLst xmlns:a="http://schemas.openxmlformats.org/drawingml/2006/main">
              <a:ext uri="{FF2B5EF4-FFF2-40B4-BE49-F238E27FC236}">
                <a16:creationId xmlns:a16="http://schemas.microsoft.com/office/drawing/2014/main" id="{74FB6783-6B80-4D2A-B645-03C4F5F7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4909779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" name="Text 19: 0.00">
            <a:extLst xmlns:a="http://schemas.openxmlformats.org/drawingml/2006/main">
              <a:ext uri="{FF2B5EF4-FFF2-40B4-BE49-F238E27FC236}">
                <a16:creationId xmlns:a16="http://schemas.microsoft.com/office/drawing/2014/main" id="{84667870-D293-4C36-B72E-A3F157B1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4832933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20" name="m173d494499 20">
            <a:extLst xmlns:a="http://schemas.openxmlformats.org/drawingml/2006/main">
              <a:ext uri="{FF2B5EF4-FFF2-40B4-BE49-F238E27FC236}">
                <a16:creationId xmlns:a16="http://schemas.microsoft.com/office/drawing/2014/main" id="{57323777-8DBD-42A8-8D15-6B05F230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3951533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" name="Text 21: 0.25">
            <a:extLst xmlns:a="http://schemas.openxmlformats.org/drawingml/2006/main">
              <a:ext uri="{FF2B5EF4-FFF2-40B4-BE49-F238E27FC236}">
                <a16:creationId xmlns:a16="http://schemas.microsoft.com/office/drawing/2014/main" id="{ED02ECCB-A359-48EF-80F4-3A58EA1B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3874687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22" name="m173d494499 22">
            <a:extLst xmlns:a="http://schemas.openxmlformats.org/drawingml/2006/main">
              <a:ext uri="{FF2B5EF4-FFF2-40B4-BE49-F238E27FC236}">
                <a16:creationId xmlns:a16="http://schemas.microsoft.com/office/drawing/2014/main" id="{003CE8E8-F46B-48AA-8A49-8B3778CD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2993286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" name="Text 23: 0.50">
            <a:extLst xmlns:a="http://schemas.openxmlformats.org/drawingml/2006/main">
              <a:ext uri="{FF2B5EF4-FFF2-40B4-BE49-F238E27FC236}">
                <a16:creationId xmlns:a16="http://schemas.microsoft.com/office/drawing/2014/main" id="{96F94FA4-0F78-41A2-AC5B-F7ECE1CF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2916440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24" name="m173d494499 24">
            <a:extLst xmlns:a="http://schemas.openxmlformats.org/drawingml/2006/main">
              <a:ext uri="{FF2B5EF4-FFF2-40B4-BE49-F238E27FC236}">
                <a16:creationId xmlns:a16="http://schemas.microsoft.com/office/drawing/2014/main" id="{F5CDA623-8161-4ACE-BEAA-EED66C2E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2035040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" name="Text 25: 0.75">
            <a:extLst xmlns:a="http://schemas.openxmlformats.org/drawingml/2006/main">
              <a:ext uri="{FF2B5EF4-FFF2-40B4-BE49-F238E27FC236}">
                <a16:creationId xmlns:a16="http://schemas.microsoft.com/office/drawing/2014/main" id="{F881BFEC-F888-4E28-A9CA-8203E5D4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1958194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26" name="m173d494499 26">
            <a:extLst xmlns:a="http://schemas.openxmlformats.org/drawingml/2006/main">
              <a:ext uri="{FF2B5EF4-FFF2-40B4-BE49-F238E27FC236}">
                <a16:creationId xmlns:a16="http://schemas.microsoft.com/office/drawing/2014/main" id="{CFCD7407-F7F8-40C3-859A-9914AFB3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1076793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" name="Text 27: 1.00">
            <a:extLst xmlns:a="http://schemas.openxmlformats.org/drawingml/2006/main">
              <a:ext uri="{FF2B5EF4-FFF2-40B4-BE49-F238E27FC236}">
                <a16:creationId xmlns:a16="http://schemas.microsoft.com/office/drawing/2014/main" id="{FCD13799-9F14-41B0-BBAF-BFCC369A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999947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28" name="Text 28: PFS probability">
            <a:extLst xmlns:a="http://schemas.openxmlformats.org/drawingml/2006/main">
              <a:ext uri="{FF2B5EF4-FFF2-40B4-BE49-F238E27FC236}">
                <a16:creationId xmlns:a16="http://schemas.microsoft.com/office/drawing/2014/main" id="{60640952-7A08-48E1-A641-352137EC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154611" y="2838059"/>
            <a:ext cx="1144778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PFS probability</a:t>
            </a:r>
          </a:p>
        </p:txBody>
      </p:sp>
      <p:sp>
        <p:nvSpPr>
          <p:cNvPr id="29" name="Vector 29">
            <a:extLst xmlns:a="http://schemas.openxmlformats.org/drawingml/2006/main">
              <a:ext uri="{FF2B5EF4-FFF2-40B4-BE49-F238E27FC236}">
                <a16:creationId xmlns:a16="http://schemas.microsoft.com/office/drawing/2014/main" id="{DA902F28-183A-45FE-AD7B-D4F7EB15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6437376" cy="3698720"/>
          </a:xfrm>
          <a:custGeom xmlns:a="http://schemas.openxmlformats.org/drawingml/2006/main">
            <a:pathLst>
              <a:path w="6437376" h="3698720">
                <a:moveTo>
                  <a:pt x="0" y="0"/>
                </a:moveTo>
                <a:lnTo>
                  <a:pt x="65414" y="0"/>
                </a:lnTo>
                <a:lnTo>
                  <a:pt x="65414" y="35165"/>
                </a:lnTo>
                <a:lnTo>
                  <a:pt x="73674" y="35165"/>
                </a:lnTo>
                <a:lnTo>
                  <a:pt x="73674" y="70330"/>
                </a:lnTo>
                <a:lnTo>
                  <a:pt x="89437" y="70330"/>
                </a:lnTo>
                <a:lnTo>
                  <a:pt x="89437" y="105495"/>
                </a:lnTo>
                <a:lnTo>
                  <a:pt x="107613" y="105495"/>
                </a:lnTo>
                <a:lnTo>
                  <a:pt x="107613" y="140660"/>
                </a:lnTo>
                <a:lnTo>
                  <a:pt x="129581" y="140660"/>
                </a:lnTo>
                <a:lnTo>
                  <a:pt x="129581" y="175825"/>
                </a:lnTo>
                <a:lnTo>
                  <a:pt x="150134" y="175825"/>
                </a:lnTo>
                <a:lnTo>
                  <a:pt x="150134" y="210990"/>
                </a:lnTo>
                <a:lnTo>
                  <a:pt x="156346" y="210990"/>
                </a:lnTo>
                <a:lnTo>
                  <a:pt x="156346" y="246155"/>
                </a:lnTo>
                <a:lnTo>
                  <a:pt x="181859" y="246155"/>
                </a:lnTo>
                <a:lnTo>
                  <a:pt x="181859" y="281320"/>
                </a:lnTo>
                <a:lnTo>
                  <a:pt x="185636" y="281320"/>
                </a:lnTo>
                <a:lnTo>
                  <a:pt x="185636" y="316485"/>
                </a:lnTo>
                <a:lnTo>
                  <a:pt x="193671" y="316485"/>
                </a:lnTo>
                <a:lnTo>
                  <a:pt x="193671" y="351650"/>
                </a:lnTo>
                <a:lnTo>
                  <a:pt x="232991" y="351650"/>
                </a:lnTo>
                <a:lnTo>
                  <a:pt x="232991" y="386815"/>
                </a:lnTo>
                <a:lnTo>
                  <a:pt x="234674" y="386815"/>
                </a:lnTo>
                <a:lnTo>
                  <a:pt x="234674" y="421980"/>
                </a:lnTo>
                <a:lnTo>
                  <a:pt x="287196" y="421980"/>
                </a:lnTo>
                <a:lnTo>
                  <a:pt x="287196" y="457145"/>
                </a:lnTo>
                <a:lnTo>
                  <a:pt x="294410" y="457145"/>
                </a:lnTo>
                <a:lnTo>
                  <a:pt x="294410" y="492310"/>
                </a:lnTo>
                <a:lnTo>
                  <a:pt x="309810" y="492310"/>
                </a:lnTo>
                <a:lnTo>
                  <a:pt x="309810" y="527475"/>
                </a:lnTo>
                <a:lnTo>
                  <a:pt x="359447" y="527475"/>
                </a:lnTo>
                <a:lnTo>
                  <a:pt x="359447" y="562640"/>
                </a:lnTo>
                <a:lnTo>
                  <a:pt x="385427" y="562640"/>
                </a:lnTo>
                <a:lnTo>
                  <a:pt x="385427" y="597805"/>
                </a:lnTo>
                <a:lnTo>
                  <a:pt x="406391" y="597805"/>
                </a:lnTo>
                <a:lnTo>
                  <a:pt x="406391" y="632970"/>
                </a:lnTo>
                <a:lnTo>
                  <a:pt x="456436" y="632970"/>
                </a:lnTo>
                <a:lnTo>
                  <a:pt x="456436" y="668135"/>
                </a:lnTo>
                <a:lnTo>
                  <a:pt x="461552" y="668135"/>
                </a:lnTo>
                <a:lnTo>
                  <a:pt x="462820" y="738465"/>
                </a:lnTo>
                <a:lnTo>
                  <a:pt x="477676" y="738465"/>
                </a:lnTo>
                <a:lnTo>
                  <a:pt x="477676" y="773630"/>
                </a:lnTo>
                <a:lnTo>
                  <a:pt x="509103" y="773630"/>
                </a:lnTo>
                <a:lnTo>
                  <a:pt x="509103" y="808795"/>
                </a:lnTo>
                <a:lnTo>
                  <a:pt x="537952" y="808795"/>
                </a:lnTo>
                <a:lnTo>
                  <a:pt x="537952" y="843960"/>
                </a:lnTo>
                <a:lnTo>
                  <a:pt x="558934" y="843960"/>
                </a:lnTo>
                <a:lnTo>
                  <a:pt x="560115" y="914290"/>
                </a:lnTo>
                <a:lnTo>
                  <a:pt x="574153" y="914290"/>
                </a:lnTo>
                <a:lnTo>
                  <a:pt x="574153" y="949455"/>
                </a:lnTo>
                <a:lnTo>
                  <a:pt x="600824" y="949455"/>
                </a:lnTo>
                <a:lnTo>
                  <a:pt x="600824" y="984620"/>
                </a:lnTo>
                <a:lnTo>
                  <a:pt x="610359" y="984620"/>
                </a:lnTo>
                <a:lnTo>
                  <a:pt x="610359" y="1019785"/>
                </a:lnTo>
                <a:lnTo>
                  <a:pt x="677444" y="1019785"/>
                </a:lnTo>
                <a:lnTo>
                  <a:pt x="677444" y="1054950"/>
                </a:lnTo>
                <a:lnTo>
                  <a:pt x="682563" y="1054950"/>
                </a:lnTo>
                <a:lnTo>
                  <a:pt x="682563" y="1090115"/>
                </a:lnTo>
                <a:lnTo>
                  <a:pt x="746963" y="1090115"/>
                </a:lnTo>
                <a:lnTo>
                  <a:pt x="746963" y="1125280"/>
                </a:lnTo>
                <a:lnTo>
                  <a:pt x="757861" y="1125280"/>
                </a:lnTo>
                <a:lnTo>
                  <a:pt x="757861" y="1160445"/>
                </a:lnTo>
                <a:lnTo>
                  <a:pt x="766214" y="1160445"/>
                </a:lnTo>
                <a:lnTo>
                  <a:pt x="766214" y="1195610"/>
                </a:lnTo>
                <a:lnTo>
                  <a:pt x="787603" y="1195610"/>
                </a:lnTo>
                <a:lnTo>
                  <a:pt x="787603" y="1230775"/>
                </a:lnTo>
                <a:lnTo>
                  <a:pt x="790270" y="1230775"/>
                </a:lnTo>
                <a:lnTo>
                  <a:pt x="790270" y="1265940"/>
                </a:lnTo>
                <a:lnTo>
                  <a:pt x="801044" y="1265940"/>
                </a:lnTo>
                <a:lnTo>
                  <a:pt x="801044" y="1301105"/>
                </a:lnTo>
                <a:lnTo>
                  <a:pt x="807922" y="1301105"/>
                </a:lnTo>
                <a:lnTo>
                  <a:pt x="807922" y="1336270"/>
                </a:lnTo>
                <a:lnTo>
                  <a:pt x="810458" y="1336270"/>
                </a:lnTo>
                <a:lnTo>
                  <a:pt x="810458" y="1371435"/>
                </a:lnTo>
                <a:lnTo>
                  <a:pt x="851690" y="1371435"/>
                </a:lnTo>
                <a:lnTo>
                  <a:pt x="851690" y="1406601"/>
                </a:lnTo>
                <a:lnTo>
                  <a:pt x="979069" y="1406601"/>
                </a:lnTo>
                <a:lnTo>
                  <a:pt x="979069" y="1441766"/>
                </a:lnTo>
                <a:lnTo>
                  <a:pt x="981939" y="1441766"/>
                </a:lnTo>
                <a:lnTo>
                  <a:pt x="981939" y="1476931"/>
                </a:lnTo>
                <a:lnTo>
                  <a:pt x="1030160" y="1476931"/>
                </a:lnTo>
                <a:lnTo>
                  <a:pt x="1030160" y="1512096"/>
                </a:lnTo>
                <a:lnTo>
                  <a:pt x="1050844" y="1512096"/>
                </a:lnTo>
                <a:lnTo>
                  <a:pt x="1050844" y="1547261"/>
                </a:lnTo>
                <a:lnTo>
                  <a:pt x="1075351" y="1547261"/>
                </a:lnTo>
                <a:lnTo>
                  <a:pt x="1075351" y="1582426"/>
                </a:lnTo>
                <a:lnTo>
                  <a:pt x="1090011" y="1582426"/>
                </a:lnTo>
                <a:lnTo>
                  <a:pt x="1090011" y="1617591"/>
                </a:lnTo>
                <a:lnTo>
                  <a:pt x="1113233" y="1617591"/>
                </a:lnTo>
                <a:lnTo>
                  <a:pt x="1113233" y="1652756"/>
                </a:lnTo>
                <a:lnTo>
                  <a:pt x="1119195" y="1652756"/>
                </a:lnTo>
                <a:lnTo>
                  <a:pt x="1119195" y="1687921"/>
                </a:lnTo>
                <a:lnTo>
                  <a:pt x="1130119" y="1687921"/>
                </a:lnTo>
                <a:lnTo>
                  <a:pt x="1130119" y="1723086"/>
                </a:lnTo>
                <a:lnTo>
                  <a:pt x="1152196" y="1723086"/>
                </a:lnTo>
                <a:lnTo>
                  <a:pt x="1152196" y="1758251"/>
                </a:lnTo>
                <a:lnTo>
                  <a:pt x="1155196" y="1758251"/>
                </a:lnTo>
                <a:lnTo>
                  <a:pt x="1155196" y="1793416"/>
                </a:lnTo>
                <a:lnTo>
                  <a:pt x="1161631" y="1793416"/>
                </a:lnTo>
                <a:lnTo>
                  <a:pt x="1161631" y="1828581"/>
                </a:lnTo>
                <a:lnTo>
                  <a:pt x="1170416" y="1828581"/>
                </a:lnTo>
                <a:lnTo>
                  <a:pt x="1170416" y="1863746"/>
                </a:lnTo>
                <a:lnTo>
                  <a:pt x="1207570" y="1863746"/>
                </a:lnTo>
                <a:lnTo>
                  <a:pt x="1207570" y="1898911"/>
                </a:lnTo>
                <a:lnTo>
                  <a:pt x="1253500" y="1898911"/>
                </a:lnTo>
                <a:lnTo>
                  <a:pt x="1253500" y="1934076"/>
                </a:lnTo>
                <a:lnTo>
                  <a:pt x="1256223" y="1934076"/>
                </a:lnTo>
                <a:lnTo>
                  <a:pt x="1256223" y="1969241"/>
                </a:lnTo>
                <a:lnTo>
                  <a:pt x="1422026" y="1969241"/>
                </a:lnTo>
                <a:lnTo>
                  <a:pt x="1422026" y="2004406"/>
                </a:lnTo>
                <a:lnTo>
                  <a:pt x="1448570" y="2004406"/>
                </a:lnTo>
                <a:lnTo>
                  <a:pt x="1448570" y="2039571"/>
                </a:lnTo>
                <a:lnTo>
                  <a:pt x="1547563" y="2039571"/>
                </a:lnTo>
                <a:lnTo>
                  <a:pt x="1547563" y="2074736"/>
                </a:lnTo>
                <a:lnTo>
                  <a:pt x="1622190" y="2074736"/>
                </a:lnTo>
                <a:lnTo>
                  <a:pt x="1622190" y="2109901"/>
                </a:lnTo>
                <a:lnTo>
                  <a:pt x="1651425" y="2109901"/>
                </a:lnTo>
                <a:lnTo>
                  <a:pt x="1651425" y="2145066"/>
                </a:lnTo>
                <a:lnTo>
                  <a:pt x="1760542" y="2145066"/>
                </a:lnTo>
                <a:lnTo>
                  <a:pt x="1760542" y="2180231"/>
                </a:lnTo>
                <a:lnTo>
                  <a:pt x="1843344" y="2180231"/>
                </a:lnTo>
                <a:lnTo>
                  <a:pt x="1843344" y="2215396"/>
                </a:lnTo>
                <a:lnTo>
                  <a:pt x="1865490" y="2215396"/>
                </a:lnTo>
                <a:lnTo>
                  <a:pt x="1865490" y="2250561"/>
                </a:lnTo>
                <a:lnTo>
                  <a:pt x="1894051" y="2250561"/>
                </a:lnTo>
                <a:lnTo>
                  <a:pt x="1894051" y="2285726"/>
                </a:lnTo>
                <a:lnTo>
                  <a:pt x="1940052" y="2285726"/>
                </a:lnTo>
                <a:lnTo>
                  <a:pt x="1940052" y="2320891"/>
                </a:lnTo>
                <a:lnTo>
                  <a:pt x="1948819" y="2320891"/>
                </a:lnTo>
                <a:lnTo>
                  <a:pt x="1948819" y="2356056"/>
                </a:lnTo>
                <a:lnTo>
                  <a:pt x="1958979" y="2356056"/>
                </a:lnTo>
                <a:lnTo>
                  <a:pt x="1958979" y="2391221"/>
                </a:lnTo>
                <a:lnTo>
                  <a:pt x="2126117" y="2391221"/>
                </a:lnTo>
                <a:lnTo>
                  <a:pt x="2126117" y="2426386"/>
                </a:lnTo>
                <a:lnTo>
                  <a:pt x="2157653" y="2426386"/>
                </a:lnTo>
                <a:lnTo>
                  <a:pt x="2157653" y="2461551"/>
                </a:lnTo>
                <a:lnTo>
                  <a:pt x="2224610" y="2461551"/>
                </a:lnTo>
                <a:lnTo>
                  <a:pt x="2224610" y="2496716"/>
                </a:lnTo>
                <a:lnTo>
                  <a:pt x="2227242" y="2496716"/>
                </a:lnTo>
                <a:lnTo>
                  <a:pt x="2227242" y="2531881"/>
                </a:lnTo>
                <a:lnTo>
                  <a:pt x="2244158" y="2531881"/>
                </a:lnTo>
                <a:lnTo>
                  <a:pt x="2244158" y="2567046"/>
                </a:lnTo>
                <a:lnTo>
                  <a:pt x="2275735" y="2567046"/>
                </a:lnTo>
                <a:lnTo>
                  <a:pt x="2275735" y="2602211"/>
                </a:lnTo>
                <a:lnTo>
                  <a:pt x="2392466" y="2602211"/>
                </a:lnTo>
                <a:lnTo>
                  <a:pt x="2392466" y="2637376"/>
                </a:lnTo>
                <a:lnTo>
                  <a:pt x="2395763" y="2637376"/>
                </a:lnTo>
                <a:lnTo>
                  <a:pt x="2395763" y="2672541"/>
                </a:lnTo>
                <a:lnTo>
                  <a:pt x="2470200" y="2672541"/>
                </a:lnTo>
                <a:lnTo>
                  <a:pt x="2470200" y="2707706"/>
                </a:lnTo>
                <a:lnTo>
                  <a:pt x="2581046" y="2707706"/>
                </a:lnTo>
                <a:lnTo>
                  <a:pt x="2581046" y="2742871"/>
                </a:lnTo>
                <a:lnTo>
                  <a:pt x="2626982" y="2742871"/>
                </a:lnTo>
                <a:lnTo>
                  <a:pt x="2626982" y="2778036"/>
                </a:lnTo>
                <a:lnTo>
                  <a:pt x="2639904" y="2778036"/>
                </a:lnTo>
                <a:lnTo>
                  <a:pt x="2639904" y="2813201"/>
                </a:lnTo>
                <a:lnTo>
                  <a:pt x="2656851" y="2813201"/>
                </a:lnTo>
                <a:lnTo>
                  <a:pt x="2656851" y="2848366"/>
                </a:lnTo>
                <a:lnTo>
                  <a:pt x="2715687" y="2848366"/>
                </a:lnTo>
                <a:lnTo>
                  <a:pt x="2715687" y="2883531"/>
                </a:lnTo>
                <a:lnTo>
                  <a:pt x="2854546" y="2883531"/>
                </a:lnTo>
                <a:lnTo>
                  <a:pt x="2854546" y="2918696"/>
                </a:lnTo>
                <a:lnTo>
                  <a:pt x="2934717" y="2918696"/>
                </a:lnTo>
                <a:lnTo>
                  <a:pt x="2934717" y="2953861"/>
                </a:lnTo>
                <a:lnTo>
                  <a:pt x="2953863" y="2953861"/>
                </a:lnTo>
                <a:lnTo>
                  <a:pt x="2953863" y="2989026"/>
                </a:lnTo>
                <a:lnTo>
                  <a:pt x="2992852" y="2989026"/>
                </a:lnTo>
                <a:lnTo>
                  <a:pt x="2992852" y="3024191"/>
                </a:lnTo>
                <a:lnTo>
                  <a:pt x="3007682" y="3024191"/>
                </a:lnTo>
                <a:lnTo>
                  <a:pt x="3007682" y="3059356"/>
                </a:lnTo>
                <a:lnTo>
                  <a:pt x="3186004" y="3059356"/>
                </a:lnTo>
                <a:lnTo>
                  <a:pt x="3186004" y="3094521"/>
                </a:lnTo>
                <a:lnTo>
                  <a:pt x="3324206" y="3094521"/>
                </a:lnTo>
                <a:lnTo>
                  <a:pt x="3324206" y="3129686"/>
                </a:lnTo>
                <a:lnTo>
                  <a:pt x="3481705" y="3129686"/>
                </a:lnTo>
                <a:lnTo>
                  <a:pt x="3481705" y="3164851"/>
                </a:lnTo>
                <a:lnTo>
                  <a:pt x="3733508" y="3164851"/>
                </a:lnTo>
                <a:lnTo>
                  <a:pt x="3733508" y="3200016"/>
                </a:lnTo>
                <a:lnTo>
                  <a:pt x="4226115" y="3200016"/>
                </a:lnTo>
                <a:lnTo>
                  <a:pt x="4226115" y="3257559"/>
                </a:lnTo>
                <a:lnTo>
                  <a:pt x="4278761" y="3257559"/>
                </a:lnTo>
                <a:lnTo>
                  <a:pt x="4278761" y="3315102"/>
                </a:lnTo>
                <a:lnTo>
                  <a:pt x="4373410" y="3315102"/>
                </a:lnTo>
                <a:lnTo>
                  <a:pt x="4373410" y="3372644"/>
                </a:lnTo>
                <a:lnTo>
                  <a:pt x="4554242" y="3372644"/>
                </a:lnTo>
                <a:lnTo>
                  <a:pt x="4554242" y="3430187"/>
                </a:lnTo>
                <a:lnTo>
                  <a:pt x="5275539" y="3430187"/>
                </a:lnTo>
                <a:lnTo>
                  <a:pt x="5275539" y="3497320"/>
                </a:lnTo>
                <a:lnTo>
                  <a:pt x="5285101" y="3497320"/>
                </a:lnTo>
                <a:lnTo>
                  <a:pt x="5285101" y="3564454"/>
                </a:lnTo>
                <a:lnTo>
                  <a:pt x="6289281" y="3564454"/>
                </a:lnTo>
                <a:lnTo>
                  <a:pt x="6289281" y="3698720"/>
                </a:lnTo>
                <a:lnTo>
                  <a:pt x="6437376" y="3698720"/>
                </a:lnTo>
              </a:path>
            </a:pathLst>
          </a:custGeom>
          <a:noFill xmlns:a="http://schemas.openxmlformats.org/drawingml/2006/main"/>
          <a:ln xmlns:a="http://schemas.openxmlformats.org/drawingml/2006/main" w="21590">
            <a:solidFill>
              <a:srgbClr val="B3B7BC"/>
            </a:solidFill>
            <a:prstDash val="dash"/>
          </a:ln>
        </p:spPr>
      </p:sp>
      <p:sp>
        <p:nvSpPr>
          <p:cNvPr id="30" name="m506b04936d 30">
            <a:extLst xmlns:a="http://schemas.openxmlformats.org/drawingml/2006/main">
              <a:ext uri="{FF2B5EF4-FFF2-40B4-BE49-F238E27FC236}">
                <a16:creationId xmlns:a16="http://schemas.microsoft.com/office/drawing/2014/main" id="{5EC1BA35-1AA0-4E23-B4EF-197284AE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555" y="423870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1" name="m506b04936d 31">
            <a:extLst xmlns:a="http://schemas.openxmlformats.org/drawingml/2006/main">
              <a:ext uri="{FF2B5EF4-FFF2-40B4-BE49-F238E27FC236}">
                <a16:creationId xmlns:a16="http://schemas.microsoft.com/office/drawing/2014/main" id="{F8765C01-1FAB-4761-A36A-F45F23FC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881" y="423870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2" name="m506b04936d 32">
            <a:extLst xmlns:a="http://schemas.openxmlformats.org/drawingml/2006/main">
              <a:ext uri="{FF2B5EF4-FFF2-40B4-BE49-F238E27FC236}">
                <a16:creationId xmlns:a16="http://schemas.microsoft.com/office/drawing/2014/main" id="{50E3C0E8-9541-43A7-9CBE-8B9587D2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693" y="423870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3" name="m506b04936d 33">
            <a:extLst xmlns:a="http://schemas.openxmlformats.org/drawingml/2006/main">
              <a:ext uri="{FF2B5EF4-FFF2-40B4-BE49-F238E27FC236}">
                <a16:creationId xmlns:a16="http://schemas.microsoft.com/office/drawing/2014/main" id="{836E8268-8624-440B-988F-E2A7EA64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943" y="423870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4" name="m506b04936d 34">
            <a:extLst xmlns:a="http://schemas.openxmlformats.org/drawingml/2006/main">
              <a:ext uri="{FF2B5EF4-FFF2-40B4-BE49-F238E27FC236}">
                <a16:creationId xmlns:a16="http://schemas.microsoft.com/office/drawing/2014/main" id="{70E4EC0E-1C04-43F3-BB85-E48D2606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246" y="423870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5" name="m506b04936d 35">
            <a:extLst xmlns:a="http://schemas.openxmlformats.org/drawingml/2006/main">
              <a:ext uri="{FF2B5EF4-FFF2-40B4-BE49-F238E27FC236}">
                <a16:creationId xmlns:a16="http://schemas.microsoft.com/office/drawing/2014/main" id="{558F18A6-AE91-470E-BCD5-35480EF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871" y="423870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6" name="m506b04936d 36">
            <a:extLst xmlns:a="http://schemas.openxmlformats.org/drawingml/2006/main">
              <a:ext uri="{FF2B5EF4-FFF2-40B4-BE49-F238E27FC236}">
                <a16:creationId xmlns:a16="http://schemas.microsoft.com/office/drawing/2014/main" id="{3222EEAD-5AED-41D4-89A4-0E98E824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582" y="423870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7" name="m506b04936d 37">
            <a:extLst xmlns:a="http://schemas.openxmlformats.org/drawingml/2006/main">
              <a:ext uri="{FF2B5EF4-FFF2-40B4-BE49-F238E27FC236}">
                <a16:creationId xmlns:a16="http://schemas.microsoft.com/office/drawing/2014/main" id="{AD3F0472-A45E-4B97-BA3B-6E744F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004" y="446888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8" name="m506b04936d 38">
            <a:extLst xmlns:a="http://schemas.openxmlformats.org/drawingml/2006/main">
              <a:ext uri="{FF2B5EF4-FFF2-40B4-BE49-F238E27FC236}">
                <a16:creationId xmlns:a16="http://schemas.microsoft.com/office/drawing/2014/main" id="{043F04F8-8CBB-422E-8834-A0424560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048" y="460314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9" name="m506b04936d 39">
            <a:extLst xmlns:a="http://schemas.openxmlformats.org/drawingml/2006/main">
              <a:ext uri="{FF2B5EF4-FFF2-40B4-BE49-F238E27FC236}">
                <a16:creationId xmlns:a16="http://schemas.microsoft.com/office/drawing/2014/main" id="{5D588CCB-9C88-4BBC-99D8-DD40A9DD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678" y="460314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40" name="Vector 40">
            <a:extLst xmlns:a="http://schemas.openxmlformats.org/drawingml/2006/main">
              <a:ext uri="{FF2B5EF4-FFF2-40B4-BE49-F238E27FC236}">
                <a16:creationId xmlns:a16="http://schemas.microsoft.com/office/drawing/2014/main" id="{53A81749-9B7B-4B14-8D2B-9517345E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6437376" cy="3047497"/>
          </a:xfrm>
          <a:custGeom xmlns:a="http://schemas.openxmlformats.org/drawingml/2006/main">
            <a:pathLst>
              <a:path w="6437376" h="3047497">
                <a:moveTo>
                  <a:pt x="0" y="0"/>
                </a:moveTo>
                <a:lnTo>
                  <a:pt x="8811" y="0"/>
                </a:lnTo>
                <a:lnTo>
                  <a:pt x="8811" y="39112"/>
                </a:lnTo>
                <a:lnTo>
                  <a:pt x="42017" y="39112"/>
                </a:lnTo>
                <a:lnTo>
                  <a:pt x="42017" y="78224"/>
                </a:lnTo>
                <a:lnTo>
                  <a:pt x="54568" y="78224"/>
                </a:lnTo>
                <a:lnTo>
                  <a:pt x="54568" y="117336"/>
                </a:lnTo>
                <a:lnTo>
                  <a:pt x="111353" y="117336"/>
                </a:lnTo>
                <a:lnTo>
                  <a:pt x="111353" y="156448"/>
                </a:lnTo>
                <a:lnTo>
                  <a:pt x="158052" y="156448"/>
                </a:lnTo>
                <a:lnTo>
                  <a:pt x="158052" y="195561"/>
                </a:lnTo>
                <a:lnTo>
                  <a:pt x="185567" y="195561"/>
                </a:lnTo>
                <a:lnTo>
                  <a:pt x="185567" y="234673"/>
                </a:lnTo>
                <a:lnTo>
                  <a:pt x="225582" y="234673"/>
                </a:lnTo>
                <a:lnTo>
                  <a:pt x="225582" y="273785"/>
                </a:lnTo>
                <a:lnTo>
                  <a:pt x="259707" y="273785"/>
                </a:lnTo>
                <a:lnTo>
                  <a:pt x="259707" y="312897"/>
                </a:lnTo>
                <a:lnTo>
                  <a:pt x="262756" y="312897"/>
                </a:lnTo>
                <a:lnTo>
                  <a:pt x="262756" y="352009"/>
                </a:lnTo>
                <a:lnTo>
                  <a:pt x="318977" y="352009"/>
                </a:lnTo>
                <a:lnTo>
                  <a:pt x="318977" y="391121"/>
                </a:lnTo>
                <a:lnTo>
                  <a:pt x="347029" y="391121"/>
                </a:lnTo>
                <a:lnTo>
                  <a:pt x="347029" y="430233"/>
                </a:lnTo>
                <a:lnTo>
                  <a:pt x="349462" y="430233"/>
                </a:lnTo>
                <a:lnTo>
                  <a:pt x="349462" y="469345"/>
                </a:lnTo>
                <a:lnTo>
                  <a:pt x="358689" y="469345"/>
                </a:lnTo>
                <a:lnTo>
                  <a:pt x="358689" y="508457"/>
                </a:lnTo>
                <a:lnTo>
                  <a:pt x="406804" y="508457"/>
                </a:lnTo>
                <a:lnTo>
                  <a:pt x="406804" y="547569"/>
                </a:lnTo>
                <a:lnTo>
                  <a:pt x="444532" y="547569"/>
                </a:lnTo>
                <a:lnTo>
                  <a:pt x="444532" y="586682"/>
                </a:lnTo>
                <a:lnTo>
                  <a:pt x="456750" y="586682"/>
                </a:lnTo>
                <a:lnTo>
                  <a:pt x="456750" y="625794"/>
                </a:lnTo>
                <a:lnTo>
                  <a:pt x="463346" y="625794"/>
                </a:lnTo>
                <a:lnTo>
                  <a:pt x="463346" y="664906"/>
                </a:lnTo>
                <a:lnTo>
                  <a:pt x="511745" y="664906"/>
                </a:lnTo>
                <a:lnTo>
                  <a:pt x="511745" y="704018"/>
                </a:lnTo>
                <a:lnTo>
                  <a:pt x="539893" y="704018"/>
                </a:lnTo>
                <a:lnTo>
                  <a:pt x="539893" y="743130"/>
                </a:lnTo>
                <a:lnTo>
                  <a:pt x="568269" y="743130"/>
                </a:lnTo>
                <a:lnTo>
                  <a:pt x="568269" y="782242"/>
                </a:lnTo>
                <a:lnTo>
                  <a:pt x="576473" y="782242"/>
                </a:lnTo>
                <a:lnTo>
                  <a:pt x="576473" y="821354"/>
                </a:lnTo>
                <a:lnTo>
                  <a:pt x="604057" y="821354"/>
                </a:lnTo>
                <a:lnTo>
                  <a:pt x="604057" y="860466"/>
                </a:lnTo>
                <a:lnTo>
                  <a:pt x="635731" y="860466"/>
                </a:lnTo>
                <a:lnTo>
                  <a:pt x="635731" y="899578"/>
                </a:lnTo>
                <a:lnTo>
                  <a:pt x="676568" y="899578"/>
                </a:lnTo>
                <a:lnTo>
                  <a:pt x="676568" y="938691"/>
                </a:lnTo>
                <a:lnTo>
                  <a:pt x="722100" y="938691"/>
                </a:lnTo>
                <a:lnTo>
                  <a:pt x="722100" y="977803"/>
                </a:lnTo>
                <a:lnTo>
                  <a:pt x="811979" y="977803"/>
                </a:lnTo>
                <a:lnTo>
                  <a:pt x="811979" y="1016915"/>
                </a:lnTo>
                <a:lnTo>
                  <a:pt x="815491" y="1016915"/>
                </a:lnTo>
                <a:lnTo>
                  <a:pt x="815491" y="1056027"/>
                </a:lnTo>
                <a:lnTo>
                  <a:pt x="919448" y="1056027"/>
                </a:lnTo>
                <a:lnTo>
                  <a:pt x="919448" y="1095139"/>
                </a:lnTo>
                <a:lnTo>
                  <a:pt x="938578" y="1095139"/>
                </a:lnTo>
                <a:lnTo>
                  <a:pt x="938578" y="1134251"/>
                </a:lnTo>
                <a:lnTo>
                  <a:pt x="1108250" y="1134251"/>
                </a:lnTo>
                <a:lnTo>
                  <a:pt x="1108250" y="1173363"/>
                </a:lnTo>
                <a:lnTo>
                  <a:pt x="1131096" y="1173363"/>
                </a:lnTo>
                <a:lnTo>
                  <a:pt x="1131096" y="1212475"/>
                </a:lnTo>
                <a:lnTo>
                  <a:pt x="1157696" y="1212475"/>
                </a:lnTo>
                <a:lnTo>
                  <a:pt x="1157696" y="1251587"/>
                </a:lnTo>
                <a:lnTo>
                  <a:pt x="1169381" y="1251587"/>
                </a:lnTo>
                <a:lnTo>
                  <a:pt x="1169381" y="1290699"/>
                </a:lnTo>
                <a:lnTo>
                  <a:pt x="1199261" y="1290699"/>
                </a:lnTo>
                <a:lnTo>
                  <a:pt x="1199261" y="1329812"/>
                </a:lnTo>
                <a:lnTo>
                  <a:pt x="1228096" y="1329812"/>
                </a:lnTo>
                <a:lnTo>
                  <a:pt x="1228096" y="1368924"/>
                </a:lnTo>
                <a:lnTo>
                  <a:pt x="1232082" y="1368924"/>
                </a:lnTo>
                <a:lnTo>
                  <a:pt x="1232082" y="1408036"/>
                </a:lnTo>
                <a:lnTo>
                  <a:pt x="1365967" y="1408036"/>
                </a:lnTo>
                <a:lnTo>
                  <a:pt x="1365967" y="1447148"/>
                </a:lnTo>
                <a:lnTo>
                  <a:pt x="1511769" y="1447148"/>
                </a:lnTo>
                <a:lnTo>
                  <a:pt x="1511769" y="1486260"/>
                </a:lnTo>
                <a:lnTo>
                  <a:pt x="1514527" y="1486260"/>
                </a:lnTo>
                <a:lnTo>
                  <a:pt x="1514527" y="1525372"/>
                </a:lnTo>
                <a:lnTo>
                  <a:pt x="1523679" y="1525372"/>
                </a:lnTo>
                <a:lnTo>
                  <a:pt x="1523679" y="1564484"/>
                </a:lnTo>
                <a:lnTo>
                  <a:pt x="1700486" y="1564484"/>
                </a:lnTo>
                <a:lnTo>
                  <a:pt x="1700486" y="1603596"/>
                </a:lnTo>
                <a:lnTo>
                  <a:pt x="1766647" y="1603596"/>
                </a:lnTo>
                <a:lnTo>
                  <a:pt x="1766647" y="1642708"/>
                </a:lnTo>
                <a:lnTo>
                  <a:pt x="1994036" y="1642708"/>
                </a:lnTo>
                <a:lnTo>
                  <a:pt x="1994036" y="1681821"/>
                </a:lnTo>
                <a:lnTo>
                  <a:pt x="2024731" y="1681821"/>
                </a:lnTo>
                <a:lnTo>
                  <a:pt x="2024731" y="1720933"/>
                </a:lnTo>
                <a:lnTo>
                  <a:pt x="2055572" y="1720933"/>
                </a:lnTo>
                <a:lnTo>
                  <a:pt x="2055572" y="1760045"/>
                </a:lnTo>
                <a:lnTo>
                  <a:pt x="2156765" y="1760045"/>
                </a:lnTo>
                <a:lnTo>
                  <a:pt x="2156765" y="1799157"/>
                </a:lnTo>
                <a:lnTo>
                  <a:pt x="2229513" y="1799157"/>
                </a:lnTo>
                <a:lnTo>
                  <a:pt x="2229513" y="1838269"/>
                </a:lnTo>
                <a:lnTo>
                  <a:pt x="2262016" y="1838269"/>
                </a:lnTo>
                <a:lnTo>
                  <a:pt x="2262016" y="1877381"/>
                </a:lnTo>
                <a:lnTo>
                  <a:pt x="2369320" y="1877381"/>
                </a:lnTo>
                <a:lnTo>
                  <a:pt x="2369320" y="1916493"/>
                </a:lnTo>
                <a:lnTo>
                  <a:pt x="2384022" y="1916493"/>
                </a:lnTo>
                <a:lnTo>
                  <a:pt x="2384022" y="1955605"/>
                </a:lnTo>
                <a:lnTo>
                  <a:pt x="2416328" y="1955605"/>
                </a:lnTo>
                <a:lnTo>
                  <a:pt x="2416328" y="1994717"/>
                </a:lnTo>
                <a:lnTo>
                  <a:pt x="2536329" y="1994717"/>
                </a:lnTo>
                <a:lnTo>
                  <a:pt x="2536329" y="2033830"/>
                </a:lnTo>
                <a:lnTo>
                  <a:pt x="2541586" y="2033830"/>
                </a:lnTo>
                <a:lnTo>
                  <a:pt x="2541586" y="2072942"/>
                </a:lnTo>
                <a:lnTo>
                  <a:pt x="2838783" y="2072942"/>
                </a:lnTo>
                <a:lnTo>
                  <a:pt x="2838783" y="2112054"/>
                </a:lnTo>
                <a:lnTo>
                  <a:pt x="3050465" y="2112054"/>
                </a:lnTo>
                <a:lnTo>
                  <a:pt x="3050465" y="2151166"/>
                </a:lnTo>
                <a:lnTo>
                  <a:pt x="3228316" y="2151166"/>
                </a:lnTo>
                <a:lnTo>
                  <a:pt x="3228316" y="2190278"/>
                </a:lnTo>
                <a:lnTo>
                  <a:pt x="3271925" y="2190278"/>
                </a:lnTo>
                <a:lnTo>
                  <a:pt x="3271925" y="2229390"/>
                </a:lnTo>
                <a:lnTo>
                  <a:pt x="3430869" y="2229390"/>
                </a:lnTo>
                <a:lnTo>
                  <a:pt x="3430869" y="2268502"/>
                </a:lnTo>
                <a:lnTo>
                  <a:pt x="3733336" y="2268502"/>
                </a:lnTo>
                <a:lnTo>
                  <a:pt x="3733336" y="2308617"/>
                </a:lnTo>
                <a:lnTo>
                  <a:pt x="3781168" y="2308617"/>
                </a:lnTo>
                <a:lnTo>
                  <a:pt x="3781168" y="2348732"/>
                </a:lnTo>
                <a:lnTo>
                  <a:pt x="4053674" y="2348732"/>
                </a:lnTo>
                <a:lnTo>
                  <a:pt x="4053674" y="2393710"/>
                </a:lnTo>
                <a:lnTo>
                  <a:pt x="4296833" y="2393710"/>
                </a:lnTo>
                <a:lnTo>
                  <a:pt x="4296833" y="2443340"/>
                </a:lnTo>
                <a:lnTo>
                  <a:pt x="4352453" y="2443340"/>
                </a:lnTo>
                <a:lnTo>
                  <a:pt x="4352453" y="2492970"/>
                </a:lnTo>
                <a:lnTo>
                  <a:pt x="4737363" y="2492970"/>
                </a:lnTo>
                <a:lnTo>
                  <a:pt x="4737363" y="2548804"/>
                </a:lnTo>
                <a:lnTo>
                  <a:pt x="4932614" y="2548804"/>
                </a:lnTo>
                <a:lnTo>
                  <a:pt x="4932614" y="2604638"/>
                </a:lnTo>
                <a:lnTo>
                  <a:pt x="5405175" y="2604638"/>
                </a:lnTo>
                <a:lnTo>
                  <a:pt x="5405175" y="2672880"/>
                </a:lnTo>
                <a:lnTo>
                  <a:pt x="5473977" y="2672880"/>
                </a:lnTo>
                <a:lnTo>
                  <a:pt x="5473977" y="2745386"/>
                </a:lnTo>
                <a:lnTo>
                  <a:pt x="5616486" y="2745386"/>
                </a:lnTo>
                <a:lnTo>
                  <a:pt x="5616486" y="2823072"/>
                </a:lnTo>
                <a:lnTo>
                  <a:pt x="6209810" y="2823072"/>
                </a:lnTo>
                <a:lnTo>
                  <a:pt x="6209810" y="2935285"/>
                </a:lnTo>
                <a:lnTo>
                  <a:pt x="6351224" y="2935285"/>
                </a:lnTo>
                <a:lnTo>
                  <a:pt x="6351224" y="3047497"/>
                </a:lnTo>
                <a:lnTo>
                  <a:pt x="6437376" y="3047497"/>
                </a:lnTo>
              </a:path>
            </a:pathLst>
          </a:custGeom>
          <a:noFill xmlns:a="http://schemas.openxmlformats.org/drawingml/2006/main"/>
          <a:ln xmlns:a="http://schemas.openxmlformats.org/drawingml/2006/main" w="21590">
            <a:solidFill>
              <a:srgbClr val="697480"/>
            </a:solidFill>
            <a:prstDash val="solid"/>
          </a:ln>
        </p:spPr>
      </p:sp>
      <p:sp>
        <p:nvSpPr>
          <p:cNvPr id="41" name="mafe6cd6861 41">
            <a:extLst xmlns:a="http://schemas.openxmlformats.org/drawingml/2006/main">
              <a:ext uri="{FF2B5EF4-FFF2-40B4-BE49-F238E27FC236}">
                <a16:creationId xmlns:a16="http://schemas.microsoft.com/office/drawing/2014/main" id="{A59D0A03-8F8B-46F0-B30C-FB73F1F3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102" y="330719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2" name="mafe6cd6861 42">
            <a:extLst xmlns:a="http://schemas.openxmlformats.org/drawingml/2006/main">
              <a:ext uri="{FF2B5EF4-FFF2-40B4-BE49-F238E27FC236}">
                <a16:creationId xmlns:a16="http://schemas.microsoft.com/office/drawing/2014/main" id="{594510D8-BF00-4815-AF48-BF243FA4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817" y="338742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3" name="mafe6cd6861 43">
            <a:extLst xmlns:a="http://schemas.openxmlformats.org/drawingml/2006/main">
              <a:ext uri="{FF2B5EF4-FFF2-40B4-BE49-F238E27FC236}">
                <a16:creationId xmlns:a16="http://schemas.microsoft.com/office/drawing/2014/main" id="{3A2A6E3B-9586-493B-AC91-0164B22B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977" y="338742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4" name="mafe6cd6861 44">
            <a:extLst xmlns:a="http://schemas.openxmlformats.org/drawingml/2006/main">
              <a:ext uri="{FF2B5EF4-FFF2-40B4-BE49-F238E27FC236}">
                <a16:creationId xmlns:a16="http://schemas.microsoft.com/office/drawing/2014/main" id="{0EED2D36-D14C-4882-9344-756C06D7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421" y="338742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5" name="mafe6cd6861 45">
            <a:extLst xmlns:a="http://schemas.openxmlformats.org/drawingml/2006/main">
              <a:ext uri="{FF2B5EF4-FFF2-40B4-BE49-F238E27FC236}">
                <a16:creationId xmlns:a16="http://schemas.microsoft.com/office/drawing/2014/main" id="{1EFED0D5-E0F6-47A5-9B05-A02A449A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364" y="338742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6" name="mafe6cd6861 46">
            <a:extLst xmlns:a="http://schemas.openxmlformats.org/drawingml/2006/main">
              <a:ext uri="{FF2B5EF4-FFF2-40B4-BE49-F238E27FC236}">
                <a16:creationId xmlns:a16="http://schemas.microsoft.com/office/drawing/2014/main" id="{F85BBF97-17AF-418D-BF83-B935141B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403" y="343240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7" name="mafe6cd6861 47">
            <a:extLst xmlns:a="http://schemas.openxmlformats.org/drawingml/2006/main">
              <a:ext uri="{FF2B5EF4-FFF2-40B4-BE49-F238E27FC236}">
                <a16:creationId xmlns:a16="http://schemas.microsoft.com/office/drawing/2014/main" id="{319C8924-7FA1-4736-B05A-8B4EDB7D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462" y="343240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8" name="mafe6cd6861 48">
            <a:extLst xmlns:a="http://schemas.openxmlformats.org/drawingml/2006/main">
              <a:ext uri="{FF2B5EF4-FFF2-40B4-BE49-F238E27FC236}">
                <a16:creationId xmlns:a16="http://schemas.microsoft.com/office/drawing/2014/main" id="{15A2407F-B73A-4F0A-BB33-3FDD7047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732" y="343240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9" name="mafe6cd6861 49">
            <a:extLst xmlns:a="http://schemas.openxmlformats.org/drawingml/2006/main">
              <a:ext uri="{FF2B5EF4-FFF2-40B4-BE49-F238E27FC236}">
                <a16:creationId xmlns:a16="http://schemas.microsoft.com/office/drawing/2014/main" id="{39C858DB-5C2E-42CF-8C6D-036E1639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749" y="353166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0" name="mafe6cd6861 50">
            <a:extLst xmlns:a="http://schemas.openxmlformats.org/drawingml/2006/main">
              <a:ext uri="{FF2B5EF4-FFF2-40B4-BE49-F238E27FC236}">
                <a16:creationId xmlns:a16="http://schemas.microsoft.com/office/drawing/2014/main" id="{8EB2D50C-9C50-4689-9484-7475675D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457" y="353166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1" name="mafe6cd6861 51">
            <a:extLst xmlns:a="http://schemas.openxmlformats.org/drawingml/2006/main">
              <a:ext uri="{FF2B5EF4-FFF2-40B4-BE49-F238E27FC236}">
                <a16:creationId xmlns:a16="http://schemas.microsoft.com/office/drawing/2014/main" id="{298B6092-EE94-40EE-BE29-9568C0E1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089" y="353166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2" name="mafe6cd6861 52">
            <a:extLst xmlns:a="http://schemas.openxmlformats.org/drawingml/2006/main">
              <a:ext uri="{FF2B5EF4-FFF2-40B4-BE49-F238E27FC236}">
                <a16:creationId xmlns:a16="http://schemas.microsoft.com/office/drawing/2014/main" id="{D23044D7-F8C6-4753-995C-6AEEDE42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326" y="364333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3" name="mafe6cd6861 53">
            <a:extLst xmlns:a="http://schemas.openxmlformats.org/drawingml/2006/main">
              <a:ext uri="{FF2B5EF4-FFF2-40B4-BE49-F238E27FC236}">
                <a16:creationId xmlns:a16="http://schemas.microsoft.com/office/drawing/2014/main" id="{49021A6E-88A6-4C02-B75A-3B8BB9F8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18" y="364333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4" name="mafe6cd6861 54">
            <a:extLst xmlns:a="http://schemas.openxmlformats.org/drawingml/2006/main">
              <a:ext uri="{FF2B5EF4-FFF2-40B4-BE49-F238E27FC236}">
                <a16:creationId xmlns:a16="http://schemas.microsoft.com/office/drawing/2014/main" id="{1EA17F0F-F2E3-497B-9E6B-F85D7E7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438" y="364333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5" name="mafe6cd6861 55">
            <a:extLst xmlns:a="http://schemas.openxmlformats.org/drawingml/2006/main">
              <a:ext uri="{FF2B5EF4-FFF2-40B4-BE49-F238E27FC236}">
                <a16:creationId xmlns:a16="http://schemas.microsoft.com/office/drawing/2014/main" id="{E6C45E48-A5F1-4F6A-A11A-437A8D66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633" y="364333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6" name="mafe6cd6861 56">
            <a:extLst xmlns:a="http://schemas.openxmlformats.org/drawingml/2006/main">
              <a:ext uri="{FF2B5EF4-FFF2-40B4-BE49-F238E27FC236}">
                <a16:creationId xmlns:a16="http://schemas.microsoft.com/office/drawing/2014/main" id="{94086E91-E4E9-4F30-93F9-D23FDB77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1255" y="371157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7" name="mafe6cd6861 57">
            <a:extLst xmlns:a="http://schemas.openxmlformats.org/drawingml/2006/main">
              <a:ext uri="{FF2B5EF4-FFF2-40B4-BE49-F238E27FC236}">
                <a16:creationId xmlns:a16="http://schemas.microsoft.com/office/drawing/2014/main" id="{4AA4F5D7-892D-48CC-BE10-C5A54899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82" y="378407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8" name="mafe6cd6861 58">
            <a:extLst xmlns:a="http://schemas.openxmlformats.org/drawingml/2006/main">
              <a:ext uri="{FF2B5EF4-FFF2-40B4-BE49-F238E27FC236}">
                <a16:creationId xmlns:a16="http://schemas.microsoft.com/office/drawing/2014/main" id="{E715B920-DD71-4424-9A9A-86F7A1B2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375" y="386176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9" name="mafe6cd6861 59">
            <a:extLst xmlns:a="http://schemas.openxmlformats.org/drawingml/2006/main">
              <a:ext uri="{FF2B5EF4-FFF2-40B4-BE49-F238E27FC236}">
                <a16:creationId xmlns:a16="http://schemas.microsoft.com/office/drawing/2014/main" id="{7B344504-6E50-4124-B4E7-E6DD65BD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651" y="386176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0" name="mafe6cd6861 60">
            <a:extLst xmlns:a="http://schemas.openxmlformats.org/drawingml/2006/main">
              <a:ext uri="{FF2B5EF4-FFF2-40B4-BE49-F238E27FC236}">
                <a16:creationId xmlns:a16="http://schemas.microsoft.com/office/drawing/2014/main" id="{14A9BA09-EEFF-4516-96BA-C1B1B723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404" y="386176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1" name="mafe6cd6861 61">
            <a:extLst xmlns:a="http://schemas.openxmlformats.org/drawingml/2006/main">
              <a:ext uri="{FF2B5EF4-FFF2-40B4-BE49-F238E27FC236}">
                <a16:creationId xmlns:a16="http://schemas.microsoft.com/office/drawing/2014/main" id="{D017EADF-ECE0-4B59-A9A9-825E35F7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624" y="386176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2" name="mafe6cd6861 62">
            <a:extLst xmlns:a="http://schemas.openxmlformats.org/drawingml/2006/main">
              <a:ext uri="{FF2B5EF4-FFF2-40B4-BE49-F238E27FC236}">
                <a16:creationId xmlns:a16="http://schemas.microsoft.com/office/drawing/2014/main" id="{769DC09A-92BC-42D1-9372-F024E9B5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765" y="408619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3" name="Vector 63">
            <a:extLst xmlns:a="http://schemas.openxmlformats.org/drawingml/2006/main">
              <a:ext uri="{FF2B5EF4-FFF2-40B4-BE49-F238E27FC236}">
                <a16:creationId xmlns:a16="http://schemas.microsoft.com/office/drawing/2014/main" id="{8BE56E5A-9EC8-4E09-8186-FECCB682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6437376" cy="3386483"/>
          </a:xfrm>
          <a:custGeom xmlns:a="http://schemas.openxmlformats.org/drawingml/2006/main">
            <a:pathLst>
              <a:path w="6437376" h="3386483">
                <a:moveTo>
                  <a:pt x="0" y="0"/>
                </a:moveTo>
                <a:lnTo>
                  <a:pt x="58521" y="0"/>
                </a:lnTo>
                <a:lnTo>
                  <a:pt x="58521" y="53986"/>
                </a:lnTo>
                <a:lnTo>
                  <a:pt x="95272" y="53986"/>
                </a:lnTo>
                <a:lnTo>
                  <a:pt x="95272" y="107971"/>
                </a:lnTo>
                <a:lnTo>
                  <a:pt x="110885" y="107971"/>
                </a:lnTo>
                <a:lnTo>
                  <a:pt x="110885" y="161957"/>
                </a:lnTo>
                <a:lnTo>
                  <a:pt x="144064" y="161957"/>
                </a:lnTo>
                <a:lnTo>
                  <a:pt x="144064" y="215943"/>
                </a:lnTo>
                <a:lnTo>
                  <a:pt x="175126" y="215943"/>
                </a:lnTo>
                <a:lnTo>
                  <a:pt x="175126" y="269929"/>
                </a:lnTo>
                <a:lnTo>
                  <a:pt x="185496" y="269929"/>
                </a:lnTo>
                <a:lnTo>
                  <a:pt x="185496" y="323914"/>
                </a:lnTo>
                <a:lnTo>
                  <a:pt x="211532" y="323914"/>
                </a:lnTo>
                <a:lnTo>
                  <a:pt x="211532" y="377900"/>
                </a:lnTo>
                <a:lnTo>
                  <a:pt x="262855" y="377900"/>
                </a:lnTo>
                <a:lnTo>
                  <a:pt x="263404" y="485872"/>
                </a:lnTo>
                <a:lnTo>
                  <a:pt x="331751" y="485872"/>
                </a:lnTo>
                <a:lnTo>
                  <a:pt x="331751" y="539857"/>
                </a:lnTo>
                <a:lnTo>
                  <a:pt x="337363" y="539857"/>
                </a:lnTo>
                <a:lnTo>
                  <a:pt x="337363" y="593843"/>
                </a:lnTo>
                <a:lnTo>
                  <a:pt x="373644" y="593843"/>
                </a:lnTo>
                <a:lnTo>
                  <a:pt x="373644" y="647829"/>
                </a:lnTo>
                <a:lnTo>
                  <a:pt x="378483" y="647829"/>
                </a:lnTo>
                <a:lnTo>
                  <a:pt x="378483" y="701814"/>
                </a:lnTo>
                <a:lnTo>
                  <a:pt x="427501" y="701814"/>
                </a:lnTo>
                <a:lnTo>
                  <a:pt x="427501" y="755800"/>
                </a:lnTo>
                <a:lnTo>
                  <a:pt x="509127" y="755800"/>
                </a:lnTo>
                <a:lnTo>
                  <a:pt x="509127" y="809786"/>
                </a:lnTo>
                <a:lnTo>
                  <a:pt x="529140" y="809786"/>
                </a:lnTo>
                <a:lnTo>
                  <a:pt x="529140" y="863772"/>
                </a:lnTo>
                <a:lnTo>
                  <a:pt x="530652" y="863772"/>
                </a:lnTo>
                <a:lnTo>
                  <a:pt x="530652" y="917757"/>
                </a:lnTo>
                <a:lnTo>
                  <a:pt x="549651" y="917757"/>
                </a:lnTo>
                <a:lnTo>
                  <a:pt x="549651" y="971743"/>
                </a:lnTo>
                <a:lnTo>
                  <a:pt x="636916" y="971743"/>
                </a:lnTo>
                <a:lnTo>
                  <a:pt x="636916" y="1025729"/>
                </a:lnTo>
                <a:lnTo>
                  <a:pt x="723178" y="1025729"/>
                </a:lnTo>
                <a:lnTo>
                  <a:pt x="723178" y="1079714"/>
                </a:lnTo>
                <a:lnTo>
                  <a:pt x="765382" y="1079714"/>
                </a:lnTo>
                <a:lnTo>
                  <a:pt x="765382" y="1133700"/>
                </a:lnTo>
                <a:lnTo>
                  <a:pt x="868702" y="1133700"/>
                </a:lnTo>
                <a:lnTo>
                  <a:pt x="868702" y="1187686"/>
                </a:lnTo>
                <a:lnTo>
                  <a:pt x="914310" y="1187686"/>
                </a:lnTo>
                <a:lnTo>
                  <a:pt x="914310" y="1241672"/>
                </a:lnTo>
                <a:lnTo>
                  <a:pt x="1096222" y="1241672"/>
                </a:lnTo>
                <a:lnTo>
                  <a:pt x="1096222" y="1295657"/>
                </a:lnTo>
                <a:lnTo>
                  <a:pt x="1206210" y="1295657"/>
                </a:lnTo>
                <a:lnTo>
                  <a:pt x="1206210" y="1349643"/>
                </a:lnTo>
                <a:lnTo>
                  <a:pt x="1269412" y="1349643"/>
                </a:lnTo>
                <a:lnTo>
                  <a:pt x="1269412" y="1403629"/>
                </a:lnTo>
                <a:lnTo>
                  <a:pt x="1271329" y="1403629"/>
                </a:lnTo>
                <a:lnTo>
                  <a:pt x="1271329" y="1457615"/>
                </a:lnTo>
                <a:lnTo>
                  <a:pt x="1294634" y="1457615"/>
                </a:lnTo>
                <a:lnTo>
                  <a:pt x="1294634" y="1511600"/>
                </a:lnTo>
                <a:lnTo>
                  <a:pt x="1320346" y="1511600"/>
                </a:lnTo>
                <a:lnTo>
                  <a:pt x="1320346" y="1565586"/>
                </a:lnTo>
                <a:lnTo>
                  <a:pt x="1369130" y="1565586"/>
                </a:lnTo>
                <a:lnTo>
                  <a:pt x="1369130" y="1619572"/>
                </a:lnTo>
                <a:lnTo>
                  <a:pt x="1411375" y="1619572"/>
                </a:lnTo>
                <a:lnTo>
                  <a:pt x="1411375" y="1673557"/>
                </a:lnTo>
                <a:lnTo>
                  <a:pt x="1417947" y="1673557"/>
                </a:lnTo>
                <a:lnTo>
                  <a:pt x="1418239" y="1781529"/>
                </a:lnTo>
                <a:lnTo>
                  <a:pt x="1463259" y="1781529"/>
                </a:lnTo>
                <a:lnTo>
                  <a:pt x="1463259" y="1835515"/>
                </a:lnTo>
                <a:lnTo>
                  <a:pt x="1473130" y="1835515"/>
                </a:lnTo>
                <a:lnTo>
                  <a:pt x="1473130" y="1889500"/>
                </a:lnTo>
                <a:lnTo>
                  <a:pt x="1598803" y="1889500"/>
                </a:lnTo>
                <a:lnTo>
                  <a:pt x="1598803" y="1943486"/>
                </a:lnTo>
                <a:lnTo>
                  <a:pt x="1717090" y="1943486"/>
                </a:lnTo>
                <a:lnTo>
                  <a:pt x="1717090" y="1997472"/>
                </a:lnTo>
                <a:lnTo>
                  <a:pt x="1723381" y="1997472"/>
                </a:lnTo>
                <a:lnTo>
                  <a:pt x="1723381" y="2051457"/>
                </a:lnTo>
                <a:lnTo>
                  <a:pt x="1803993" y="2051457"/>
                </a:lnTo>
                <a:lnTo>
                  <a:pt x="1803993" y="2105443"/>
                </a:lnTo>
                <a:lnTo>
                  <a:pt x="1827728" y="2105443"/>
                </a:lnTo>
                <a:lnTo>
                  <a:pt x="1827728" y="2159429"/>
                </a:lnTo>
                <a:lnTo>
                  <a:pt x="1872435" y="2159429"/>
                </a:lnTo>
                <a:lnTo>
                  <a:pt x="1872435" y="2213415"/>
                </a:lnTo>
                <a:lnTo>
                  <a:pt x="1890346" y="2213415"/>
                </a:lnTo>
                <a:lnTo>
                  <a:pt x="1890346" y="2267400"/>
                </a:lnTo>
                <a:lnTo>
                  <a:pt x="1948622" y="2267400"/>
                </a:lnTo>
                <a:lnTo>
                  <a:pt x="1948622" y="2321386"/>
                </a:lnTo>
                <a:lnTo>
                  <a:pt x="2038751" y="2321386"/>
                </a:lnTo>
                <a:lnTo>
                  <a:pt x="2038751" y="2375372"/>
                </a:lnTo>
                <a:lnTo>
                  <a:pt x="2081622" y="2375372"/>
                </a:lnTo>
                <a:lnTo>
                  <a:pt x="2081622" y="2429358"/>
                </a:lnTo>
                <a:lnTo>
                  <a:pt x="2088174" y="2429358"/>
                </a:lnTo>
                <a:lnTo>
                  <a:pt x="2088174" y="2483343"/>
                </a:lnTo>
                <a:lnTo>
                  <a:pt x="2140469" y="2483343"/>
                </a:lnTo>
                <a:lnTo>
                  <a:pt x="2140469" y="2537329"/>
                </a:lnTo>
                <a:lnTo>
                  <a:pt x="2254790" y="2537329"/>
                </a:lnTo>
                <a:lnTo>
                  <a:pt x="2254790" y="2591315"/>
                </a:lnTo>
                <a:lnTo>
                  <a:pt x="2345710" y="2591315"/>
                </a:lnTo>
                <a:lnTo>
                  <a:pt x="2345710" y="2645300"/>
                </a:lnTo>
                <a:lnTo>
                  <a:pt x="2435191" y="2645300"/>
                </a:lnTo>
                <a:lnTo>
                  <a:pt x="2435191" y="2699286"/>
                </a:lnTo>
                <a:lnTo>
                  <a:pt x="2491690" y="2699286"/>
                </a:lnTo>
                <a:lnTo>
                  <a:pt x="2491690" y="2753272"/>
                </a:lnTo>
                <a:lnTo>
                  <a:pt x="2673434" y="2753272"/>
                </a:lnTo>
                <a:lnTo>
                  <a:pt x="2673434" y="2807258"/>
                </a:lnTo>
                <a:lnTo>
                  <a:pt x="2902089" y="2807258"/>
                </a:lnTo>
                <a:lnTo>
                  <a:pt x="2902089" y="2861243"/>
                </a:lnTo>
                <a:lnTo>
                  <a:pt x="3047822" y="2861243"/>
                </a:lnTo>
                <a:lnTo>
                  <a:pt x="3047822" y="2915229"/>
                </a:lnTo>
                <a:lnTo>
                  <a:pt x="3075607" y="2915229"/>
                </a:lnTo>
                <a:lnTo>
                  <a:pt x="3075607" y="2969215"/>
                </a:lnTo>
                <a:lnTo>
                  <a:pt x="3290114" y="2969215"/>
                </a:lnTo>
                <a:lnTo>
                  <a:pt x="3290114" y="3023201"/>
                </a:lnTo>
                <a:lnTo>
                  <a:pt x="3311145" y="3023201"/>
                </a:lnTo>
                <a:lnTo>
                  <a:pt x="3311145" y="3077186"/>
                </a:lnTo>
                <a:lnTo>
                  <a:pt x="4507246" y="3077186"/>
                </a:lnTo>
                <a:lnTo>
                  <a:pt x="4507246" y="3135325"/>
                </a:lnTo>
                <a:lnTo>
                  <a:pt x="5214044" y="3135325"/>
                </a:lnTo>
                <a:lnTo>
                  <a:pt x="5214044" y="3205091"/>
                </a:lnTo>
                <a:lnTo>
                  <a:pt x="5246111" y="3205091"/>
                </a:lnTo>
                <a:lnTo>
                  <a:pt x="5246111" y="3274857"/>
                </a:lnTo>
                <a:lnTo>
                  <a:pt x="6062985" y="3274857"/>
                </a:lnTo>
                <a:lnTo>
                  <a:pt x="6062985" y="3386483"/>
                </a:lnTo>
                <a:lnTo>
                  <a:pt x="6437376" y="3386483"/>
                </a:lnTo>
              </a:path>
            </a:pathLst>
          </a:custGeom>
          <a:noFill xmlns:a="http://schemas.openxmlformats.org/drawingml/2006/main"/>
          <a:ln xmlns:a="http://schemas.openxmlformats.org/drawingml/2006/main" w="29210">
            <a:solidFill>
              <a:srgbClr val="0072B2"/>
            </a:solidFill>
            <a:prstDash val="dash"/>
          </a:ln>
        </p:spPr>
      </p:sp>
      <p:sp>
        <p:nvSpPr>
          <p:cNvPr id="64" name="mbf8dd2dee2 64">
            <a:extLst xmlns:a="http://schemas.openxmlformats.org/drawingml/2006/main">
              <a:ext uri="{FF2B5EF4-FFF2-40B4-BE49-F238E27FC236}">
                <a16:creationId xmlns:a16="http://schemas.microsoft.com/office/drawing/2014/main" id="{AF53DEC9-8BEE-4326-8D33-173F4346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428" y="411587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65" name="mbf8dd2dee2 65">
            <a:extLst xmlns:a="http://schemas.openxmlformats.org/drawingml/2006/main">
              <a:ext uri="{FF2B5EF4-FFF2-40B4-BE49-F238E27FC236}">
                <a16:creationId xmlns:a16="http://schemas.microsoft.com/office/drawing/2014/main" id="{103D2004-C7C7-4A76-B53F-AC7EDE82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920" y="417401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66" name="mbf8dd2dee2 66">
            <a:extLst xmlns:a="http://schemas.openxmlformats.org/drawingml/2006/main">
              <a:ext uri="{FF2B5EF4-FFF2-40B4-BE49-F238E27FC236}">
                <a16:creationId xmlns:a16="http://schemas.microsoft.com/office/drawing/2014/main" id="{085BFC4F-FA46-4950-93FE-A5D9F1BB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674" y="417401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67" name="mbf8dd2dee2 67">
            <a:extLst xmlns:a="http://schemas.openxmlformats.org/drawingml/2006/main">
              <a:ext uri="{FF2B5EF4-FFF2-40B4-BE49-F238E27FC236}">
                <a16:creationId xmlns:a16="http://schemas.microsoft.com/office/drawing/2014/main" id="{BFDCB872-FD29-4CDE-991B-065058EA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780" y="431355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68" name="mbf8dd2dee2 68">
            <a:extLst xmlns:a="http://schemas.openxmlformats.org/drawingml/2006/main">
              <a:ext uri="{FF2B5EF4-FFF2-40B4-BE49-F238E27FC236}">
                <a16:creationId xmlns:a16="http://schemas.microsoft.com/office/drawing/2014/main" id="{64893DE3-24DC-4524-A23C-3DA3FB73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843" y="431355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69" name="mbf8dd2dee2 69">
            <a:extLst xmlns:a="http://schemas.openxmlformats.org/drawingml/2006/main">
              <a:ext uri="{FF2B5EF4-FFF2-40B4-BE49-F238E27FC236}">
                <a16:creationId xmlns:a16="http://schemas.microsoft.com/office/drawing/2014/main" id="{6BB5A086-1846-47A9-9E61-A589FEC8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580" y="431355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70" name="mbf8dd2dee2 70">
            <a:extLst xmlns:a="http://schemas.openxmlformats.org/drawingml/2006/main">
              <a:ext uri="{FF2B5EF4-FFF2-40B4-BE49-F238E27FC236}">
                <a16:creationId xmlns:a16="http://schemas.microsoft.com/office/drawing/2014/main" id="{7248CB4F-418A-472B-843E-E3E74698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756" y="442517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71" name="Vector 71">
            <a:extLst xmlns:a="http://schemas.openxmlformats.org/drawingml/2006/main">
              <a:ext uri="{FF2B5EF4-FFF2-40B4-BE49-F238E27FC236}">
                <a16:creationId xmlns:a16="http://schemas.microsoft.com/office/drawing/2014/main" id="{1DBA7867-F5F4-4BE8-AE91-4F60C927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6437376" cy="3421641"/>
          </a:xfrm>
          <a:custGeom xmlns:a="http://schemas.openxmlformats.org/drawingml/2006/main">
            <a:pathLst>
              <a:path w="6437376" h="3421641">
                <a:moveTo>
                  <a:pt x="0" y="0"/>
                </a:moveTo>
                <a:lnTo>
                  <a:pt x="34532" y="0"/>
                </a:lnTo>
                <a:lnTo>
                  <a:pt x="34532" y="46744"/>
                </a:lnTo>
                <a:lnTo>
                  <a:pt x="47932" y="46744"/>
                </a:lnTo>
                <a:lnTo>
                  <a:pt x="47932" y="93487"/>
                </a:lnTo>
                <a:lnTo>
                  <a:pt x="49893" y="93487"/>
                </a:lnTo>
                <a:lnTo>
                  <a:pt x="49893" y="140231"/>
                </a:lnTo>
                <a:lnTo>
                  <a:pt x="73664" y="140231"/>
                </a:lnTo>
                <a:lnTo>
                  <a:pt x="73664" y="186975"/>
                </a:lnTo>
                <a:lnTo>
                  <a:pt x="107556" y="186975"/>
                </a:lnTo>
                <a:lnTo>
                  <a:pt x="107556" y="233719"/>
                </a:lnTo>
                <a:lnTo>
                  <a:pt x="114014" y="233719"/>
                </a:lnTo>
                <a:lnTo>
                  <a:pt x="114014" y="280462"/>
                </a:lnTo>
                <a:lnTo>
                  <a:pt x="122203" y="280462"/>
                </a:lnTo>
                <a:lnTo>
                  <a:pt x="122203" y="327206"/>
                </a:lnTo>
                <a:lnTo>
                  <a:pt x="128788" y="327206"/>
                </a:lnTo>
                <a:lnTo>
                  <a:pt x="128788" y="373950"/>
                </a:lnTo>
                <a:lnTo>
                  <a:pt x="152994" y="373950"/>
                </a:lnTo>
                <a:lnTo>
                  <a:pt x="152994" y="420694"/>
                </a:lnTo>
                <a:lnTo>
                  <a:pt x="163104" y="420694"/>
                </a:lnTo>
                <a:lnTo>
                  <a:pt x="163104" y="467437"/>
                </a:lnTo>
                <a:lnTo>
                  <a:pt x="176326" y="467437"/>
                </a:lnTo>
                <a:lnTo>
                  <a:pt x="176326" y="514181"/>
                </a:lnTo>
                <a:lnTo>
                  <a:pt x="180587" y="514181"/>
                </a:lnTo>
                <a:lnTo>
                  <a:pt x="180587" y="560925"/>
                </a:lnTo>
                <a:lnTo>
                  <a:pt x="191603" y="560925"/>
                </a:lnTo>
                <a:lnTo>
                  <a:pt x="191603" y="607669"/>
                </a:lnTo>
                <a:lnTo>
                  <a:pt x="277615" y="607669"/>
                </a:lnTo>
                <a:lnTo>
                  <a:pt x="277615" y="654412"/>
                </a:lnTo>
                <a:lnTo>
                  <a:pt x="287829" y="654412"/>
                </a:lnTo>
                <a:lnTo>
                  <a:pt x="288869" y="794644"/>
                </a:lnTo>
                <a:lnTo>
                  <a:pt x="297966" y="794644"/>
                </a:lnTo>
                <a:lnTo>
                  <a:pt x="297966" y="841387"/>
                </a:lnTo>
                <a:lnTo>
                  <a:pt x="300662" y="841387"/>
                </a:lnTo>
                <a:lnTo>
                  <a:pt x="300662" y="888131"/>
                </a:lnTo>
                <a:lnTo>
                  <a:pt x="309666" y="888131"/>
                </a:lnTo>
                <a:lnTo>
                  <a:pt x="309817" y="981618"/>
                </a:lnTo>
                <a:lnTo>
                  <a:pt x="325709" y="981618"/>
                </a:lnTo>
                <a:lnTo>
                  <a:pt x="325709" y="1028362"/>
                </a:lnTo>
                <a:lnTo>
                  <a:pt x="330995" y="1028362"/>
                </a:lnTo>
                <a:lnTo>
                  <a:pt x="330995" y="1075106"/>
                </a:lnTo>
                <a:lnTo>
                  <a:pt x="358185" y="1075106"/>
                </a:lnTo>
                <a:lnTo>
                  <a:pt x="359390" y="1168593"/>
                </a:lnTo>
                <a:lnTo>
                  <a:pt x="387617" y="1168593"/>
                </a:lnTo>
                <a:lnTo>
                  <a:pt x="387617" y="1215337"/>
                </a:lnTo>
                <a:lnTo>
                  <a:pt x="413682" y="1215337"/>
                </a:lnTo>
                <a:lnTo>
                  <a:pt x="413682" y="1262081"/>
                </a:lnTo>
                <a:lnTo>
                  <a:pt x="416188" y="1262081"/>
                </a:lnTo>
                <a:lnTo>
                  <a:pt x="416188" y="1308825"/>
                </a:lnTo>
                <a:lnTo>
                  <a:pt x="438244" y="1308825"/>
                </a:lnTo>
                <a:lnTo>
                  <a:pt x="438244" y="1355568"/>
                </a:lnTo>
                <a:lnTo>
                  <a:pt x="467181" y="1355568"/>
                </a:lnTo>
                <a:lnTo>
                  <a:pt x="467181" y="1402312"/>
                </a:lnTo>
                <a:lnTo>
                  <a:pt x="477025" y="1402312"/>
                </a:lnTo>
                <a:lnTo>
                  <a:pt x="477025" y="1449056"/>
                </a:lnTo>
                <a:lnTo>
                  <a:pt x="502479" y="1449056"/>
                </a:lnTo>
                <a:lnTo>
                  <a:pt x="502479" y="1495800"/>
                </a:lnTo>
                <a:lnTo>
                  <a:pt x="604885" y="1495800"/>
                </a:lnTo>
                <a:lnTo>
                  <a:pt x="604885" y="1542543"/>
                </a:lnTo>
                <a:lnTo>
                  <a:pt x="639254" y="1542543"/>
                </a:lnTo>
                <a:lnTo>
                  <a:pt x="639254" y="1589287"/>
                </a:lnTo>
                <a:lnTo>
                  <a:pt x="645160" y="1589287"/>
                </a:lnTo>
                <a:lnTo>
                  <a:pt x="645160" y="1636031"/>
                </a:lnTo>
                <a:lnTo>
                  <a:pt x="647846" y="1636031"/>
                </a:lnTo>
                <a:lnTo>
                  <a:pt x="647846" y="1682775"/>
                </a:lnTo>
                <a:lnTo>
                  <a:pt x="675110" y="1682775"/>
                </a:lnTo>
                <a:lnTo>
                  <a:pt x="675110" y="1729518"/>
                </a:lnTo>
                <a:lnTo>
                  <a:pt x="735190" y="1729518"/>
                </a:lnTo>
                <a:lnTo>
                  <a:pt x="735190" y="1776262"/>
                </a:lnTo>
                <a:lnTo>
                  <a:pt x="742625" y="1776262"/>
                </a:lnTo>
                <a:lnTo>
                  <a:pt x="742625" y="1823006"/>
                </a:lnTo>
                <a:lnTo>
                  <a:pt x="744851" y="1823006"/>
                </a:lnTo>
                <a:lnTo>
                  <a:pt x="744851" y="1869749"/>
                </a:lnTo>
                <a:lnTo>
                  <a:pt x="800807" y="1869749"/>
                </a:lnTo>
                <a:lnTo>
                  <a:pt x="800807" y="1916493"/>
                </a:lnTo>
                <a:lnTo>
                  <a:pt x="815327" y="1916493"/>
                </a:lnTo>
                <a:lnTo>
                  <a:pt x="815327" y="1963237"/>
                </a:lnTo>
                <a:lnTo>
                  <a:pt x="859031" y="1963237"/>
                </a:lnTo>
                <a:lnTo>
                  <a:pt x="859031" y="2009981"/>
                </a:lnTo>
                <a:lnTo>
                  <a:pt x="875073" y="2009981"/>
                </a:lnTo>
                <a:lnTo>
                  <a:pt x="875073" y="2056724"/>
                </a:lnTo>
                <a:lnTo>
                  <a:pt x="907682" y="2056724"/>
                </a:lnTo>
                <a:lnTo>
                  <a:pt x="907682" y="2103468"/>
                </a:lnTo>
                <a:lnTo>
                  <a:pt x="909812" y="2103468"/>
                </a:lnTo>
                <a:lnTo>
                  <a:pt x="909812" y="2150212"/>
                </a:lnTo>
                <a:lnTo>
                  <a:pt x="927799" y="2150212"/>
                </a:lnTo>
                <a:lnTo>
                  <a:pt x="927799" y="2196956"/>
                </a:lnTo>
                <a:lnTo>
                  <a:pt x="947806" y="2196956"/>
                </a:lnTo>
                <a:lnTo>
                  <a:pt x="947806" y="2243699"/>
                </a:lnTo>
                <a:lnTo>
                  <a:pt x="951923" y="2243699"/>
                </a:lnTo>
                <a:lnTo>
                  <a:pt x="951923" y="2290443"/>
                </a:lnTo>
                <a:lnTo>
                  <a:pt x="1108598" y="2290443"/>
                </a:lnTo>
                <a:lnTo>
                  <a:pt x="1108598" y="2337187"/>
                </a:lnTo>
                <a:lnTo>
                  <a:pt x="1131963" y="2337187"/>
                </a:lnTo>
                <a:lnTo>
                  <a:pt x="1131963" y="2383931"/>
                </a:lnTo>
                <a:lnTo>
                  <a:pt x="1195052" y="2383931"/>
                </a:lnTo>
                <a:lnTo>
                  <a:pt x="1195052" y="2430674"/>
                </a:lnTo>
                <a:lnTo>
                  <a:pt x="1276094" y="2430674"/>
                </a:lnTo>
                <a:lnTo>
                  <a:pt x="1276094" y="2477418"/>
                </a:lnTo>
                <a:lnTo>
                  <a:pt x="1282151" y="2477418"/>
                </a:lnTo>
                <a:lnTo>
                  <a:pt x="1282151" y="2524162"/>
                </a:lnTo>
                <a:lnTo>
                  <a:pt x="1388736" y="2524162"/>
                </a:lnTo>
                <a:lnTo>
                  <a:pt x="1388736" y="2570906"/>
                </a:lnTo>
                <a:lnTo>
                  <a:pt x="1441221" y="2570906"/>
                </a:lnTo>
                <a:lnTo>
                  <a:pt x="1441221" y="2617649"/>
                </a:lnTo>
                <a:lnTo>
                  <a:pt x="1443077" y="2617649"/>
                </a:lnTo>
                <a:lnTo>
                  <a:pt x="1443077" y="2664393"/>
                </a:lnTo>
                <a:lnTo>
                  <a:pt x="1579611" y="2664393"/>
                </a:lnTo>
                <a:lnTo>
                  <a:pt x="1579611" y="2711137"/>
                </a:lnTo>
                <a:lnTo>
                  <a:pt x="1747546" y="2711137"/>
                </a:lnTo>
                <a:lnTo>
                  <a:pt x="1747546" y="2757880"/>
                </a:lnTo>
                <a:lnTo>
                  <a:pt x="1794036" y="2757880"/>
                </a:lnTo>
                <a:lnTo>
                  <a:pt x="1794036" y="2804624"/>
                </a:lnTo>
                <a:lnTo>
                  <a:pt x="2004686" y="2804624"/>
                </a:lnTo>
                <a:lnTo>
                  <a:pt x="2004686" y="2851368"/>
                </a:lnTo>
                <a:lnTo>
                  <a:pt x="2096215" y="2851368"/>
                </a:lnTo>
                <a:lnTo>
                  <a:pt x="2096215" y="2898112"/>
                </a:lnTo>
                <a:lnTo>
                  <a:pt x="2149131" y="2898112"/>
                </a:lnTo>
                <a:lnTo>
                  <a:pt x="2149131" y="2944855"/>
                </a:lnTo>
                <a:lnTo>
                  <a:pt x="2240766" y="2944855"/>
                </a:lnTo>
                <a:lnTo>
                  <a:pt x="2240766" y="2991599"/>
                </a:lnTo>
                <a:lnTo>
                  <a:pt x="2287235" y="2991599"/>
                </a:lnTo>
                <a:lnTo>
                  <a:pt x="2287235" y="3038343"/>
                </a:lnTo>
                <a:lnTo>
                  <a:pt x="2806573" y="3038343"/>
                </a:lnTo>
                <a:lnTo>
                  <a:pt x="2806573" y="3085087"/>
                </a:lnTo>
                <a:lnTo>
                  <a:pt x="2815761" y="3085087"/>
                </a:lnTo>
                <a:lnTo>
                  <a:pt x="2815761" y="3131830"/>
                </a:lnTo>
                <a:lnTo>
                  <a:pt x="3300188" y="3131830"/>
                </a:lnTo>
                <a:lnTo>
                  <a:pt x="3300188" y="3178574"/>
                </a:lnTo>
                <a:lnTo>
                  <a:pt x="3511965" y="3178574"/>
                </a:lnTo>
                <a:lnTo>
                  <a:pt x="3511965" y="3225318"/>
                </a:lnTo>
                <a:lnTo>
                  <a:pt x="3625640" y="3225318"/>
                </a:lnTo>
                <a:lnTo>
                  <a:pt x="3625640" y="3272062"/>
                </a:lnTo>
                <a:lnTo>
                  <a:pt x="3668438" y="3272062"/>
                </a:lnTo>
                <a:lnTo>
                  <a:pt x="3668438" y="3318805"/>
                </a:lnTo>
                <a:lnTo>
                  <a:pt x="3735120" y="3318805"/>
                </a:lnTo>
                <a:lnTo>
                  <a:pt x="3735120" y="3370223"/>
                </a:lnTo>
                <a:lnTo>
                  <a:pt x="3755559" y="3370223"/>
                </a:lnTo>
                <a:lnTo>
                  <a:pt x="3755559" y="3421641"/>
                </a:lnTo>
                <a:lnTo>
                  <a:pt x="6437376" y="3421641"/>
                </a:lnTo>
              </a:path>
            </a:pathLst>
          </a:custGeom>
          <a:noFill xmlns:a="http://schemas.openxmlformats.org/drawingml/2006/main"/>
          <a:ln xmlns:a="http://schemas.openxmlformats.org/drawingml/2006/main" w="29210">
            <a:solidFill>
              <a:srgbClr val="D55E00"/>
            </a:solidFill>
            <a:prstDash val="solid"/>
          </a:ln>
        </p:spPr>
      </p:sp>
      <p:sp>
        <p:nvSpPr>
          <p:cNvPr id="72" name="m4d2844a45c 72">
            <a:extLst xmlns:a="http://schemas.openxmlformats.org/drawingml/2006/main">
              <a:ext uri="{FF2B5EF4-FFF2-40B4-BE49-F238E27FC236}">
                <a16:creationId xmlns:a16="http://schemas.microsoft.com/office/drawing/2014/main" id="{E4ED8184-C867-4A7A-A0FB-BEBCCA59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818" y="435749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73" name="m4d2844a45c 73">
            <a:extLst xmlns:a="http://schemas.openxmlformats.org/drawingml/2006/main">
              <a:ext uri="{FF2B5EF4-FFF2-40B4-BE49-F238E27FC236}">
                <a16:creationId xmlns:a16="http://schemas.microsoft.com/office/drawing/2014/main" id="{0A3C04D1-CE3D-4E3E-A0F5-DFD6A55E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8857" y="446033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74" name="m4d2844a45c 74">
            <a:extLst xmlns:a="http://schemas.openxmlformats.org/drawingml/2006/main">
              <a:ext uri="{FF2B5EF4-FFF2-40B4-BE49-F238E27FC236}">
                <a16:creationId xmlns:a16="http://schemas.microsoft.com/office/drawing/2014/main" id="{74361144-2FDA-4972-9E01-8BA694D8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321" y="446033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75" name="m4d2844a45c 75">
            <a:extLst xmlns:a="http://schemas.openxmlformats.org/drawingml/2006/main">
              <a:ext uri="{FF2B5EF4-FFF2-40B4-BE49-F238E27FC236}">
                <a16:creationId xmlns:a16="http://schemas.microsoft.com/office/drawing/2014/main" id="{6BAED504-4EE8-4253-A74B-169CE641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210" y="446033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76" name="m4d2844a45c 76">
            <a:extLst xmlns:a="http://schemas.openxmlformats.org/drawingml/2006/main">
              <a:ext uri="{FF2B5EF4-FFF2-40B4-BE49-F238E27FC236}">
                <a16:creationId xmlns:a16="http://schemas.microsoft.com/office/drawing/2014/main" id="{20E8012B-C652-4D3D-B47C-2FA6782A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573" y="446033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77" name="Vector 77">
            <a:extLst xmlns:a="http://schemas.openxmlformats.org/drawingml/2006/main">
              <a:ext uri="{FF2B5EF4-FFF2-40B4-BE49-F238E27FC236}">
                <a16:creationId xmlns:a16="http://schemas.microsoft.com/office/drawing/2014/main" id="{D7DB991F-5B25-413C-9C84-5877D655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980968"/>
            <a:ext cx="10" cy="3928811"/>
          </a:xfrm>
          <a:custGeom xmlns:a="http://schemas.openxmlformats.org/drawingml/2006/main">
            <a:pathLst>
              <a:path w="10" h="3928811">
                <a:moveTo>
                  <a:pt x="0" y="39288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78" name="Vector 78">
            <a:extLst xmlns:a="http://schemas.openxmlformats.org/drawingml/2006/main">
              <a:ext uri="{FF2B5EF4-FFF2-40B4-BE49-F238E27FC236}">
                <a16:creationId xmlns:a16="http://schemas.microsoft.com/office/drawing/2014/main" id="{DD5A0D7E-9FD0-4711-BA14-CCD6CDBC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909779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79" name="Text 79: 109 (0)">
            <a:extLst xmlns:a="http://schemas.openxmlformats.org/drawingml/2006/main">
              <a:ext uri="{FF2B5EF4-FFF2-40B4-BE49-F238E27FC236}">
                <a16:creationId xmlns:a16="http://schemas.microsoft.com/office/drawing/2014/main" id="{57156987-4195-490D-AC4A-B9C38D0C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6996" y="5954333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109 (0)</a:t>
            </a:r>
          </a:p>
        </p:txBody>
      </p:sp>
      <p:sp>
        <p:nvSpPr>
          <p:cNvPr id="80" name="Text 80: 50 (0)">
            <a:extLst xmlns:a="http://schemas.openxmlformats.org/drawingml/2006/main">
              <a:ext uri="{FF2B5EF4-FFF2-40B4-BE49-F238E27FC236}">
                <a16:creationId xmlns:a16="http://schemas.microsoft.com/office/drawing/2014/main" id="{6123F5C6-5FBC-4213-852F-96ECB6E7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646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 (0)</a:t>
            </a:r>
          </a:p>
        </p:txBody>
      </p:sp>
      <p:sp>
        <p:nvSpPr>
          <p:cNvPr id="81" name="Text 81: 21 (0)">
            <a:extLst xmlns:a="http://schemas.openxmlformats.org/drawingml/2006/main">
              <a:ext uri="{FF2B5EF4-FFF2-40B4-BE49-F238E27FC236}">
                <a16:creationId xmlns:a16="http://schemas.microsoft.com/office/drawing/2014/main" id="{B567D311-D7D5-4FB4-A50B-0F34CE5D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990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21 (0)</a:t>
            </a:r>
          </a:p>
        </p:txBody>
      </p:sp>
      <p:sp>
        <p:nvSpPr>
          <p:cNvPr id="82" name="Text 82: 7 (7)">
            <a:extLst xmlns:a="http://schemas.openxmlformats.org/drawingml/2006/main">
              <a:ext uri="{FF2B5EF4-FFF2-40B4-BE49-F238E27FC236}">
                <a16:creationId xmlns:a16="http://schemas.microsoft.com/office/drawing/2014/main" id="{21876C9A-8BA5-4DE8-A747-A358765F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5640" y="5954333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 (7)</a:t>
            </a:r>
          </a:p>
        </p:txBody>
      </p:sp>
      <p:sp>
        <p:nvSpPr>
          <p:cNvPr id="83" name="Text 83: 1 (10)">
            <a:extLst xmlns:a="http://schemas.openxmlformats.org/drawingml/2006/main">
              <a:ext uri="{FF2B5EF4-FFF2-40B4-BE49-F238E27FC236}">
                <a16:creationId xmlns:a16="http://schemas.microsoft.com/office/drawing/2014/main" id="{DD276F4F-A679-429C-A92B-7FB8651B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678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(10)</a:t>
            </a:r>
          </a:p>
        </p:txBody>
      </p:sp>
      <p:sp>
        <p:nvSpPr>
          <p:cNvPr id="84" name="Text 84: 98 (0)">
            <a:extLst xmlns:a="http://schemas.openxmlformats.org/drawingml/2006/main">
              <a:ext uri="{FF2B5EF4-FFF2-40B4-BE49-F238E27FC236}">
                <a16:creationId xmlns:a16="http://schemas.microsoft.com/office/drawing/2014/main" id="{20325F7E-91D6-4812-ABEB-47F7099B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302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98 (0)</a:t>
            </a:r>
          </a:p>
        </p:txBody>
      </p:sp>
      <p:sp>
        <p:nvSpPr>
          <p:cNvPr id="85" name="Text 85: 58 (0)">
            <a:extLst xmlns:a="http://schemas.openxmlformats.org/drawingml/2006/main">
              <a:ext uri="{FF2B5EF4-FFF2-40B4-BE49-F238E27FC236}">
                <a16:creationId xmlns:a16="http://schemas.microsoft.com/office/drawing/2014/main" id="{5BBEAD02-5316-4812-BAFC-28CC5BB0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646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58 (0)</a:t>
            </a:r>
          </a:p>
        </p:txBody>
      </p:sp>
      <p:sp>
        <p:nvSpPr>
          <p:cNvPr id="86" name="Text 86: 43 (0)">
            <a:extLst xmlns:a="http://schemas.openxmlformats.org/drawingml/2006/main">
              <a:ext uri="{FF2B5EF4-FFF2-40B4-BE49-F238E27FC236}">
                <a16:creationId xmlns:a16="http://schemas.microsoft.com/office/drawing/2014/main" id="{A060567C-A5BC-4964-BC12-24FBF5A9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990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 (0)</a:t>
            </a:r>
          </a:p>
        </p:txBody>
      </p:sp>
      <p:sp>
        <p:nvSpPr>
          <p:cNvPr id="87" name="Text 87: 23 (11)">
            <a:extLst xmlns:a="http://schemas.openxmlformats.org/drawingml/2006/main">
              <a:ext uri="{FF2B5EF4-FFF2-40B4-BE49-F238E27FC236}">
                <a16:creationId xmlns:a16="http://schemas.microsoft.com/office/drawing/2014/main" id="{70D024BF-ED75-4575-A4F8-9AF88F53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5101" y="6250270"/>
            <a:ext cx="427589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 (11)</a:t>
            </a:r>
          </a:p>
        </p:txBody>
      </p:sp>
      <p:sp>
        <p:nvSpPr>
          <p:cNvPr id="88" name="Text 88: 6 (22)">
            <a:extLst xmlns:a="http://schemas.openxmlformats.org/drawingml/2006/main">
              <a:ext uri="{FF2B5EF4-FFF2-40B4-BE49-F238E27FC236}">
                <a16:creationId xmlns:a16="http://schemas.microsoft.com/office/drawing/2014/main" id="{EB5D1535-98BF-471B-9F77-0AD8E8B4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678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 (22)</a:t>
            </a:r>
          </a:p>
        </p:txBody>
      </p:sp>
      <p:sp>
        <p:nvSpPr>
          <p:cNvPr id="89" name="Text 89: 71 (0)">
            <a:extLst xmlns:a="http://schemas.openxmlformats.org/drawingml/2006/main">
              <a:ext uri="{FF2B5EF4-FFF2-40B4-BE49-F238E27FC236}">
                <a16:creationId xmlns:a16="http://schemas.microsoft.com/office/drawing/2014/main" id="{4EB328EE-AADB-4484-89B5-67C05117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302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71 (0)</a:t>
            </a:r>
          </a:p>
        </p:txBody>
      </p:sp>
      <p:sp>
        <p:nvSpPr>
          <p:cNvPr id="90" name="Text 90: 35 (0)">
            <a:extLst xmlns:a="http://schemas.openxmlformats.org/drawingml/2006/main">
              <a:ext uri="{FF2B5EF4-FFF2-40B4-BE49-F238E27FC236}">
                <a16:creationId xmlns:a16="http://schemas.microsoft.com/office/drawing/2014/main" id="{A930D980-3E8F-43F7-8229-80037FD7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646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 (0)</a:t>
            </a:r>
          </a:p>
        </p:txBody>
      </p:sp>
      <p:sp>
        <p:nvSpPr>
          <p:cNvPr id="91" name="Text 91: 16 (0)">
            <a:extLst xmlns:a="http://schemas.openxmlformats.org/drawingml/2006/main">
              <a:ext uri="{FF2B5EF4-FFF2-40B4-BE49-F238E27FC236}">
                <a16:creationId xmlns:a16="http://schemas.microsoft.com/office/drawing/2014/main" id="{D2AE1BF5-B012-42E2-939F-EADB3774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990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 (0)</a:t>
            </a:r>
          </a:p>
        </p:txBody>
      </p:sp>
      <p:sp>
        <p:nvSpPr>
          <p:cNvPr id="92" name="Text 92: 10 (3)">
            <a:extLst xmlns:a="http://schemas.openxmlformats.org/drawingml/2006/main">
              <a:ext uri="{FF2B5EF4-FFF2-40B4-BE49-F238E27FC236}">
                <a16:creationId xmlns:a16="http://schemas.microsoft.com/office/drawing/2014/main" id="{B58BA2F2-806F-4066-A3E8-EFC18588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0334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 (3)</a:t>
            </a:r>
          </a:p>
        </p:txBody>
      </p:sp>
      <p:sp>
        <p:nvSpPr>
          <p:cNvPr id="93" name="Text 93: 3 (7)">
            <a:extLst xmlns:a="http://schemas.openxmlformats.org/drawingml/2006/main">
              <a:ext uri="{FF2B5EF4-FFF2-40B4-BE49-F238E27FC236}">
                <a16:creationId xmlns:a16="http://schemas.microsoft.com/office/drawing/2014/main" id="{4D30B000-54C0-4944-AA3C-C3D593B9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4984" y="6546206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(7)</a:t>
            </a:r>
          </a:p>
        </p:txBody>
      </p:sp>
      <p:sp>
        <p:nvSpPr>
          <p:cNvPr id="94" name="Text 94: 82 (0)">
            <a:extLst xmlns:a="http://schemas.openxmlformats.org/drawingml/2006/main">
              <a:ext uri="{FF2B5EF4-FFF2-40B4-BE49-F238E27FC236}">
                <a16:creationId xmlns:a16="http://schemas.microsoft.com/office/drawing/2014/main" id="{E1BE4821-CE6D-4BD3-AD1E-E8394EB1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302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82 (0)</a:t>
            </a:r>
          </a:p>
        </p:txBody>
      </p:sp>
      <p:sp>
        <p:nvSpPr>
          <p:cNvPr id="95" name="Text 95: 24 (0)">
            <a:extLst xmlns:a="http://schemas.openxmlformats.org/drawingml/2006/main">
              <a:ext uri="{FF2B5EF4-FFF2-40B4-BE49-F238E27FC236}">
                <a16:creationId xmlns:a16="http://schemas.microsoft.com/office/drawing/2014/main" id="{F13DC2D3-2FDD-43E5-897A-B738AC1C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646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 (0)</a:t>
            </a:r>
          </a:p>
        </p:txBody>
      </p:sp>
      <p:sp>
        <p:nvSpPr>
          <p:cNvPr id="96" name="Text 96: 15 (0)">
            <a:extLst xmlns:a="http://schemas.openxmlformats.org/drawingml/2006/main">
              <a:ext uri="{FF2B5EF4-FFF2-40B4-BE49-F238E27FC236}">
                <a16:creationId xmlns:a16="http://schemas.microsoft.com/office/drawing/2014/main" id="{287814A4-D262-47DD-96AD-91CA1D33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990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 (0)</a:t>
            </a:r>
          </a:p>
        </p:txBody>
      </p:sp>
      <p:sp>
        <p:nvSpPr>
          <p:cNvPr id="97" name="Text 97: 6 (3)">
            <a:extLst xmlns:a="http://schemas.openxmlformats.org/drawingml/2006/main">
              <a:ext uri="{FF2B5EF4-FFF2-40B4-BE49-F238E27FC236}">
                <a16:creationId xmlns:a16="http://schemas.microsoft.com/office/drawing/2014/main" id="{66EF5CD8-E0D2-48D2-8E07-D74EFF34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5640" y="6842142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 (3)</a:t>
            </a:r>
          </a:p>
        </p:txBody>
      </p:sp>
      <p:sp>
        <p:nvSpPr>
          <p:cNvPr id="98" name="Text 98: 4 (5)">
            <a:extLst xmlns:a="http://schemas.openxmlformats.org/drawingml/2006/main">
              <a:ext uri="{FF2B5EF4-FFF2-40B4-BE49-F238E27FC236}">
                <a16:creationId xmlns:a16="http://schemas.microsoft.com/office/drawing/2014/main" id="{21302783-DD28-445F-8B3F-7E8877F1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4984" y="6842142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 (5)</a:t>
            </a:r>
          </a:p>
        </p:txBody>
      </p:sp>
      <p:sp>
        <p:nvSpPr>
          <p:cNvPr id="99" name="Vector 99">
            <a:extLst xmlns:a="http://schemas.openxmlformats.org/drawingml/2006/main">
              <a:ext uri="{FF2B5EF4-FFF2-40B4-BE49-F238E27FC236}">
                <a16:creationId xmlns:a16="http://schemas.microsoft.com/office/drawing/2014/main" id="{FD3C3FA5-F75F-4D3C-8546-7E6B2B94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8277332"/>
            <a:ext cx="1207008" cy="1347021"/>
          </a:xfrm>
          <a:custGeom xmlns:a="http://schemas.openxmlformats.org/drawingml/2006/main">
            <a:pathLst>
              <a:path w="1207008" h="1347021">
                <a:moveTo>
                  <a:pt x="0" y="1347021"/>
                </a:moveTo>
                <a:lnTo>
                  <a:pt x="1207008" y="1347021"/>
                </a:lnTo>
                <a:lnTo>
                  <a:pt x="12070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00" name="m42521e0738 100">
            <a:extLst xmlns:a="http://schemas.openxmlformats.org/drawingml/2006/main">
              <a:ext uri="{FF2B5EF4-FFF2-40B4-BE49-F238E27FC236}">
                <a16:creationId xmlns:a16="http://schemas.microsoft.com/office/drawing/2014/main" id="{9B6D27F2-580C-4821-99FB-4FBBE6A1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51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1" name="Text 101: 0.25">
            <a:extLst xmlns:a="http://schemas.openxmlformats.org/drawingml/2006/main">
              <a:ext uri="{FF2B5EF4-FFF2-40B4-BE49-F238E27FC236}">
                <a16:creationId xmlns:a16="http://schemas.microsoft.com/office/drawing/2014/main" id="{3AA85E7E-00B7-4EEC-A182-2E26A059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6144651" y="9763725"/>
            <a:ext cx="24782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02" name="m42521e0738 102">
            <a:extLst xmlns:a="http://schemas.openxmlformats.org/drawingml/2006/main">
              <a:ext uri="{FF2B5EF4-FFF2-40B4-BE49-F238E27FC236}">
                <a16:creationId xmlns:a16="http://schemas.microsoft.com/office/drawing/2014/main" id="{AC9BB16F-F954-4E8F-9D52-873CF6EC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526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3" name="Text 103: 0.5">
            <a:extLst xmlns:a="http://schemas.openxmlformats.org/drawingml/2006/main">
              <a:ext uri="{FF2B5EF4-FFF2-40B4-BE49-F238E27FC236}">
                <a16:creationId xmlns:a16="http://schemas.microsoft.com/office/drawing/2014/main" id="{902F80BE-C26C-46A9-A3C6-B9B68254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6458944" y="9734771"/>
            <a:ext cx="184277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04" name="m42521e0738 104">
            <a:extLst xmlns:a="http://schemas.openxmlformats.org/drawingml/2006/main">
              <a:ext uri="{FF2B5EF4-FFF2-40B4-BE49-F238E27FC236}">
                <a16:creationId xmlns:a16="http://schemas.microsoft.com/office/drawing/2014/main" id="{4051C3A2-FAD4-4DB2-8CE8-CBC1C23C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801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5" name="Text 105: 1">
            <a:extLst xmlns:a="http://schemas.openxmlformats.org/drawingml/2006/main">
              <a:ext uri="{FF2B5EF4-FFF2-40B4-BE49-F238E27FC236}">
                <a16:creationId xmlns:a16="http://schemas.microsoft.com/office/drawing/2014/main" id="{AEDFC704-C7E6-4A4D-B174-E22E2CE9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6790735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6" name="m42521e0738 106">
            <a:extLst xmlns:a="http://schemas.openxmlformats.org/drawingml/2006/main">
              <a:ext uri="{FF2B5EF4-FFF2-40B4-BE49-F238E27FC236}">
                <a16:creationId xmlns:a16="http://schemas.microsoft.com/office/drawing/2014/main" id="{B969FA33-7243-4636-BE3B-9A16170E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077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7" name="Text 107: 2">
            <a:extLst xmlns:a="http://schemas.openxmlformats.org/drawingml/2006/main">
              <a:ext uri="{FF2B5EF4-FFF2-40B4-BE49-F238E27FC236}">
                <a16:creationId xmlns:a16="http://schemas.microsoft.com/office/drawing/2014/main" id="{EA0C8B64-4395-45BF-8EFE-7C9DCE6F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7070010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8" name="m42521e0738 108">
            <a:extLst xmlns:a="http://schemas.openxmlformats.org/drawingml/2006/main">
              <a:ext uri="{FF2B5EF4-FFF2-40B4-BE49-F238E27FC236}">
                <a16:creationId xmlns:a16="http://schemas.microsoft.com/office/drawing/2014/main" id="{5E93E301-7D17-4895-8FEA-999567B2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9" name="Text 109: 4">
            <a:extLst xmlns:a="http://schemas.openxmlformats.org/drawingml/2006/main">
              <a:ext uri="{FF2B5EF4-FFF2-40B4-BE49-F238E27FC236}">
                <a16:creationId xmlns:a16="http://schemas.microsoft.com/office/drawing/2014/main" id="{8D6B3A61-8ADA-49C5-AF22-C97CAF1B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7349286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0" name="Vector 110">
            <a:extLst xmlns:a="http://schemas.openxmlformats.org/drawingml/2006/main">
              <a:ext uri="{FF2B5EF4-FFF2-40B4-BE49-F238E27FC236}">
                <a16:creationId xmlns:a16="http://schemas.microsoft.com/office/drawing/2014/main" id="{9B51DE1B-EB12-4F5A-AFE4-EEFDBFF4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801" y="8277332"/>
            <a:ext cx="10" cy="1347021"/>
          </a:xfrm>
          <a:custGeom xmlns:a="http://schemas.openxmlformats.org/drawingml/2006/main">
            <a:pathLst>
              <a:path w="10" h="1347021">
                <a:moveTo>
                  <a:pt x="0" y="1347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AEB3B8"/>
            </a:solidFill>
            <a:prstDash val="dash"/>
          </a:ln>
        </p:spPr>
      </p:sp>
      <p:sp>
        <p:nvSpPr>
          <p:cNvPr id="111" name="Vector 111">
            <a:extLst xmlns:a="http://schemas.openxmlformats.org/drawingml/2006/main">
              <a:ext uri="{FF2B5EF4-FFF2-40B4-BE49-F238E27FC236}">
                <a16:creationId xmlns:a16="http://schemas.microsoft.com/office/drawing/2014/main" id="{61C3435E-49B6-41EB-A4B1-162BFF97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472" y="8501835"/>
            <a:ext cx="182314" cy="10"/>
          </a:xfrm>
          <a:custGeom xmlns:a="http://schemas.openxmlformats.org/drawingml/2006/main">
            <a:pathLst>
              <a:path w="182314" h="10">
                <a:moveTo>
                  <a:pt x="0" y="0"/>
                </a:moveTo>
                <a:lnTo>
                  <a:pt x="1823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97480"/>
            </a:solidFill>
            <a:prstDash val="solid"/>
          </a:ln>
        </p:spPr>
      </p:sp>
      <p:sp>
        <p:nvSpPr>
          <p:cNvPr id="112" name="m9e65a69a7c 112">
            <a:extLst xmlns:a="http://schemas.openxmlformats.org/drawingml/2006/main">
              <a:ext uri="{FF2B5EF4-FFF2-40B4-BE49-F238E27FC236}">
                <a16:creationId xmlns:a16="http://schemas.microsoft.com/office/drawing/2014/main" id="{EDD07B57-EC92-4DFA-A2B4-A31F9062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472" y="8476435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13" name="m9e65a69a7c 113">
            <a:extLst xmlns:a="http://schemas.openxmlformats.org/drawingml/2006/main">
              <a:ext uri="{FF2B5EF4-FFF2-40B4-BE49-F238E27FC236}">
                <a16:creationId xmlns:a16="http://schemas.microsoft.com/office/drawing/2014/main" id="{331710ED-02E1-4243-9A32-E7EB526D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785" y="8476435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14" name="Vector 114">
            <a:extLst xmlns:a="http://schemas.openxmlformats.org/drawingml/2006/main">
              <a:ext uri="{FF2B5EF4-FFF2-40B4-BE49-F238E27FC236}">
                <a16:creationId xmlns:a16="http://schemas.microsoft.com/office/drawing/2014/main" id="{66AEA4B0-6E5F-4CD2-9E87-57705587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409" y="8950842"/>
            <a:ext cx="252749" cy="10"/>
          </a:xfrm>
          <a:custGeom xmlns:a="http://schemas.openxmlformats.org/drawingml/2006/main">
            <a:pathLst>
              <a:path w="252749" h="10">
                <a:moveTo>
                  <a:pt x="0" y="0"/>
                </a:moveTo>
                <a:lnTo>
                  <a:pt x="2527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97480"/>
            </a:solidFill>
            <a:prstDash val="solid"/>
          </a:ln>
        </p:spPr>
      </p:sp>
      <p:sp>
        <p:nvSpPr>
          <p:cNvPr id="115" name="m9e65a69a7c 115">
            <a:extLst xmlns:a="http://schemas.openxmlformats.org/drawingml/2006/main">
              <a:ext uri="{FF2B5EF4-FFF2-40B4-BE49-F238E27FC236}">
                <a16:creationId xmlns:a16="http://schemas.microsoft.com/office/drawing/2014/main" id="{A9AFD60A-9545-4F75-A8C6-3C45E05C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409" y="8925442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16" name="m9e65a69a7c 116">
            <a:extLst xmlns:a="http://schemas.openxmlformats.org/drawingml/2006/main">
              <a:ext uri="{FF2B5EF4-FFF2-40B4-BE49-F238E27FC236}">
                <a16:creationId xmlns:a16="http://schemas.microsoft.com/office/drawing/2014/main" id="{C91217B5-6438-47CA-BC09-DFEB3D5D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158" y="8925442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17" name="Vector 117">
            <a:extLst xmlns:a="http://schemas.openxmlformats.org/drawingml/2006/main">
              <a:ext uri="{FF2B5EF4-FFF2-40B4-BE49-F238E27FC236}">
                <a16:creationId xmlns:a16="http://schemas.microsoft.com/office/drawing/2014/main" id="{6C392576-D229-4312-8F46-603EFEFB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649" y="9399849"/>
            <a:ext cx="271962" cy="10"/>
          </a:xfrm>
          <a:custGeom xmlns:a="http://schemas.openxmlformats.org/drawingml/2006/main">
            <a:pathLst>
              <a:path w="271962" h="10">
                <a:moveTo>
                  <a:pt x="0" y="0"/>
                </a:moveTo>
                <a:lnTo>
                  <a:pt x="2719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55E00"/>
            </a:solidFill>
            <a:prstDash val="solid"/>
          </a:ln>
        </p:spPr>
      </p:sp>
      <p:sp>
        <p:nvSpPr>
          <p:cNvPr id="118" name="m2e24ef3999 118">
            <a:extLst xmlns:a="http://schemas.openxmlformats.org/drawingml/2006/main">
              <a:ext uri="{FF2B5EF4-FFF2-40B4-BE49-F238E27FC236}">
                <a16:creationId xmlns:a16="http://schemas.microsoft.com/office/drawing/2014/main" id="{9F9E96D5-A351-43BA-B4C5-F19AB893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649" y="9374449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119" name="m2e24ef3999 119">
            <a:extLst xmlns:a="http://schemas.openxmlformats.org/drawingml/2006/main">
              <a:ext uri="{FF2B5EF4-FFF2-40B4-BE49-F238E27FC236}">
                <a16:creationId xmlns:a16="http://schemas.microsoft.com/office/drawing/2014/main" id="{0D8EC959-2EAE-4819-8437-A81C98F4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612" y="9374449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120" name="mf7002b7926 120">
            <a:extLst xmlns:a="http://schemas.openxmlformats.org/drawingml/2006/main">
              <a:ext uri="{FF2B5EF4-FFF2-40B4-BE49-F238E27FC236}">
                <a16:creationId xmlns:a16="http://schemas.microsoft.com/office/drawing/2014/main" id="{1ED7361C-697B-4ED6-BCB5-EC56F9B8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529" y="846373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21" name="mf7002b7926 121">
            <a:extLst xmlns:a="http://schemas.openxmlformats.org/drawingml/2006/main">
              <a:ext uri="{FF2B5EF4-FFF2-40B4-BE49-F238E27FC236}">
                <a16:creationId xmlns:a16="http://schemas.microsoft.com/office/drawing/2014/main" id="{911A596A-7569-41A0-AC54-71ACBD87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683" y="8912742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22" name="m863aa96fcb 122">
            <a:extLst xmlns:a="http://schemas.openxmlformats.org/drawingml/2006/main">
              <a:ext uri="{FF2B5EF4-FFF2-40B4-BE49-F238E27FC236}">
                <a16:creationId xmlns:a16="http://schemas.microsoft.com/office/drawing/2014/main" id="{4518E565-E705-4038-9D7B-9DE70AD6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006" y="9352224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95250" y="9525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123" name="Vector 123">
            <a:extLst xmlns:a="http://schemas.openxmlformats.org/drawingml/2006/main">
              <a:ext uri="{FF2B5EF4-FFF2-40B4-BE49-F238E27FC236}">
                <a16:creationId xmlns:a16="http://schemas.microsoft.com/office/drawing/2014/main" id="{6E31BF5F-91FB-4A39-B3B7-DEB1F976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9624353"/>
            <a:ext cx="1207008" cy="10"/>
          </a:xfrm>
          <a:custGeom xmlns:a="http://schemas.openxmlformats.org/drawingml/2006/main">
            <a:pathLst>
              <a:path w="1207008" h="10">
                <a:moveTo>
                  <a:pt x="0" y="0"/>
                </a:moveTo>
                <a:lnTo>
                  <a:pt x="12070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B0B0B0"/>
            </a:solidFill>
            <a:prstDash val="solid"/>
          </a:ln>
        </p:spPr>
      </p:sp>
      <p:sp>
        <p:nvSpPr>
          <p:cNvPr id="124" name="Vector 124">
            <a:extLst xmlns:a="http://schemas.openxmlformats.org/drawingml/2006/main">
              <a:ext uri="{FF2B5EF4-FFF2-40B4-BE49-F238E27FC236}">
                <a16:creationId xmlns:a16="http://schemas.microsoft.com/office/drawing/2014/main" id="{7F6FE361-F753-44A1-9C92-2E6A692E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980968"/>
            <a:ext cx="6437376" cy="3928811"/>
          </a:xfrm>
          <a:custGeom xmlns:a="http://schemas.openxmlformats.org/drawingml/2006/main">
            <a:pathLst>
              <a:path w="6437376" h="3928811">
                <a:moveTo>
                  <a:pt x="0" y="3928811"/>
                </a:moveTo>
                <a:lnTo>
                  <a:pt x="6437376" y="3928811"/>
                </a:lnTo>
                <a:lnTo>
                  <a:pt x="64373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5" name="Vector 125">
            <a:extLst xmlns:a="http://schemas.openxmlformats.org/drawingml/2006/main">
              <a:ext uri="{FF2B5EF4-FFF2-40B4-BE49-F238E27FC236}">
                <a16:creationId xmlns:a16="http://schemas.microsoft.com/office/drawing/2014/main" id="{3C308065-F0BF-4F4D-800B-A1761B97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3951533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126" name="Vector 126">
            <a:extLst xmlns:a="http://schemas.openxmlformats.org/drawingml/2006/main">
              <a:ext uri="{FF2B5EF4-FFF2-40B4-BE49-F238E27FC236}">
                <a16:creationId xmlns:a16="http://schemas.microsoft.com/office/drawing/2014/main" id="{53840E56-8167-4C45-BEDB-2B75B8B3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2993286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127" name="Vector 127">
            <a:extLst xmlns:a="http://schemas.openxmlformats.org/drawingml/2006/main">
              <a:ext uri="{FF2B5EF4-FFF2-40B4-BE49-F238E27FC236}">
                <a16:creationId xmlns:a16="http://schemas.microsoft.com/office/drawing/2014/main" id="{A95BC30E-EC05-4F70-AAE3-136A3BF2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2035040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128" name="Vector 128">
            <a:extLst xmlns:a="http://schemas.openxmlformats.org/drawingml/2006/main">
              <a:ext uri="{FF2B5EF4-FFF2-40B4-BE49-F238E27FC236}">
                <a16:creationId xmlns:a16="http://schemas.microsoft.com/office/drawing/2014/main" id="{20C7BC19-696B-4A88-8862-8DB29CA9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129" name="m6e2f8553c8 129">
            <a:extLst xmlns:a="http://schemas.openxmlformats.org/drawingml/2006/main">
              <a:ext uri="{FF2B5EF4-FFF2-40B4-BE49-F238E27FC236}">
                <a16:creationId xmlns:a16="http://schemas.microsoft.com/office/drawing/2014/main" id="{D87167C8-AF04-4910-9F26-C9E20D3E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0" name="Text 130: 0">
            <a:extLst xmlns:a="http://schemas.openxmlformats.org/drawingml/2006/main">
              <a:ext uri="{FF2B5EF4-FFF2-40B4-BE49-F238E27FC236}">
                <a16:creationId xmlns:a16="http://schemas.microsoft.com/office/drawing/2014/main" id="{85126E5F-AA76-471A-BC24-1BE4995E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3327" y="4981259"/>
            <a:ext cx="103073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1" name="m6e2f8553c8 131">
            <a:extLst xmlns:a="http://schemas.openxmlformats.org/drawingml/2006/main">
              <a:ext uri="{FF2B5EF4-FFF2-40B4-BE49-F238E27FC236}">
                <a16:creationId xmlns:a16="http://schemas.microsoft.com/office/drawing/2014/main" id="{AE4E377B-9A4E-4DEA-AC4C-43A7838D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8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2" name="Text 132: 12">
            <a:extLst xmlns:a="http://schemas.openxmlformats.org/drawingml/2006/main">
              <a:ext uri="{FF2B5EF4-FFF2-40B4-BE49-F238E27FC236}">
                <a16:creationId xmlns:a16="http://schemas.microsoft.com/office/drawing/2014/main" id="{E5D2629E-C596-4CD3-826F-96DD869E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3835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33" name="m6e2f8553c8 133">
            <a:extLst xmlns:a="http://schemas.openxmlformats.org/drawingml/2006/main">
              <a:ext uri="{FF2B5EF4-FFF2-40B4-BE49-F238E27FC236}">
                <a16:creationId xmlns:a16="http://schemas.microsoft.com/office/drawing/2014/main" id="{18266CB8-4538-4918-9BB9-2D2960E2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3552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4" name="Text 134: 24">
            <a:extLst xmlns:a="http://schemas.openxmlformats.org/drawingml/2006/main">
              <a:ext uri="{FF2B5EF4-FFF2-40B4-BE49-F238E27FC236}">
                <a16:creationId xmlns:a16="http://schemas.microsoft.com/office/drawing/2014/main" id="{ACA7A0A0-64DE-4164-9AFF-5D695F5C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3179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35" name="m6e2f8553c8 135">
            <a:extLst xmlns:a="http://schemas.openxmlformats.org/drawingml/2006/main">
              <a:ext uri="{FF2B5EF4-FFF2-40B4-BE49-F238E27FC236}">
                <a16:creationId xmlns:a16="http://schemas.microsoft.com/office/drawing/2014/main" id="{44CFFC10-44B5-440C-B776-3973400C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2896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6" name="Text 136: 36">
            <a:extLst xmlns:a="http://schemas.openxmlformats.org/drawingml/2006/main">
              <a:ext uri="{FF2B5EF4-FFF2-40B4-BE49-F238E27FC236}">
                <a16:creationId xmlns:a16="http://schemas.microsoft.com/office/drawing/2014/main" id="{26D1AD25-6085-467B-87AB-B924CC8C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22523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37" name="m6e2f8553c8 137">
            <a:extLst xmlns:a="http://schemas.openxmlformats.org/drawingml/2006/main">
              <a:ext uri="{FF2B5EF4-FFF2-40B4-BE49-F238E27FC236}">
                <a16:creationId xmlns:a16="http://schemas.microsoft.com/office/drawing/2014/main" id="{99712A80-1D6E-4549-A48B-ED8EB76E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0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8" name="Text 138: 48">
            <a:extLst xmlns:a="http://schemas.openxmlformats.org/drawingml/2006/main">
              <a:ext uri="{FF2B5EF4-FFF2-40B4-BE49-F238E27FC236}">
                <a16:creationId xmlns:a16="http://schemas.microsoft.com/office/drawing/2014/main" id="{2E184735-A5CC-400F-B844-6D541484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1867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39" name="Text 139: Time (months)">
            <a:extLst xmlns:a="http://schemas.openxmlformats.org/drawingml/2006/main">
              <a:ext uri="{FF2B5EF4-FFF2-40B4-BE49-F238E27FC236}">
                <a16:creationId xmlns:a16="http://schemas.microsoft.com/office/drawing/2014/main" id="{06ACD875-540A-44F5-ACAC-3E42E5E0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8865" y="5251840"/>
            <a:ext cx="1089374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(months)</a:t>
            </a:r>
          </a:p>
        </p:txBody>
      </p:sp>
      <p:sp>
        <p:nvSpPr>
          <p:cNvPr id="140" name="m173d494499 140">
            <a:extLst xmlns:a="http://schemas.openxmlformats.org/drawingml/2006/main">
              <a:ext uri="{FF2B5EF4-FFF2-40B4-BE49-F238E27FC236}">
                <a16:creationId xmlns:a16="http://schemas.microsoft.com/office/drawing/2014/main" id="{325F1942-7664-4A4F-B650-E4A0833E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4909779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1" name="Text 141: 0.00">
            <a:extLst xmlns:a="http://schemas.openxmlformats.org/drawingml/2006/main">
              <a:ext uri="{FF2B5EF4-FFF2-40B4-BE49-F238E27FC236}">
                <a16:creationId xmlns:a16="http://schemas.microsoft.com/office/drawing/2014/main" id="{69C63489-5E5B-497E-9E86-95D77A88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4832933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142" name="m173d494499 142">
            <a:extLst xmlns:a="http://schemas.openxmlformats.org/drawingml/2006/main">
              <a:ext uri="{FF2B5EF4-FFF2-40B4-BE49-F238E27FC236}">
                <a16:creationId xmlns:a16="http://schemas.microsoft.com/office/drawing/2014/main" id="{3470CCA6-295F-4F5B-B83F-9C49E2E6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3951533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3" name="Text 143: 0.25">
            <a:extLst xmlns:a="http://schemas.openxmlformats.org/drawingml/2006/main">
              <a:ext uri="{FF2B5EF4-FFF2-40B4-BE49-F238E27FC236}">
                <a16:creationId xmlns:a16="http://schemas.microsoft.com/office/drawing/2014/main" id="{E9437C35-5B52-4A43-9AC4-9985CC8E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3874687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44" name="m173d494499 144">
            <a:extLst xmlns:a="http://schemas.openxmlformats.org/drawingml/2006/main">
              <a:ext uri="{FF2B5EF4-FFF2-40B4-BE49-F238E27FC236}">
                <a16:creationId xmlns:a16="http://schemas.microsoft.com/office/drawing/2014/main" id="{E188F311-B0F2-4A7A-AF83-6152201C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2993286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5" name="Text 145: 0.50">
            <a:extLst xmlns:a="http://schemas.openxmlformats.org/drawingml/2006/main">
              <a:ext uri="{FF2B5EF4-FFF2-40B4-BE49-F238E27FC236}">
                <a16:creationId xmlns:a16="http://schemas.microsoft.com/office/drawing/2014/main" id="{9CFC923E-6D3A-4B50-B118-30BBF436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2916440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146" name="m173d494499 146">
            <a:extLst xmlns:a="http://schemas.openxmlformats.org/drawingml/2006/main">
              <a:ext uri="{FF2B5EF4-FFF2-40B4-BE49-F238E27FC236}">
                <a16:creationId xmlns:a16="http://schemas.microsoft.com/office/drawing/2014/main" id="{3FF6F6AF-8E7E-4A12-B147-614095F1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2035040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7" name="Text 147: 0.75">
            <a:extLst xmlns:a="http://schemas.openxmlformats.org/drawingml/2006/main">
              <a:ext uri="{FF2B5EF4-FFF2-40B4-BE49-F238E27FC236}">
                <a16:creationId xmlns:a16="http://schemas.microsoft.com/office/drawing/2014/main" id="{7BFD446C-DC45-4880-AE88-69238B4D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1958194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148" name="m173d494499 148">
            <a:extLst xmlns:a="http://schemas.openxmlformats.org/drawingml/2006/main">
              <a:ext uri="{FF2B5EF4-FFF2-40B4-BE49-F238E27FC236}">
                <a16:creationId xmlns:a16="http://schemas.microsoft.com/office/drawing/2014/main" id="{D9E56D6A-0CCB-455C-8144-75D839DD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1076793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9" name="Text 149: 1.00">
            <a:extLst xmlns:a="http://schemas.openxmlformats.org/drawingml/2006/main">
              <a:ext uri="{FF2B5EF4-FFF2-40B4-BE49-F238E27FC236}">
                <a16:creationId xmlns:a16="http://schemas.microsoft.com/office/drawing/2014/main" id="{0EFB7C25-BADB-481E-8FA0-2B2BC3E5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999947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50" name="Text 150: OS probability">
            <a:extLst xmlns:a="http://schemas.openxmlformats.org/drawingml/2006/main">
              <a:ext uri="{FF2B5EF4-FFF2-40B4-BE49-F238E27FC236}">
                <a16:creationId xmlns:a16="http://schemas.microsoft.com/office/drawing/2014/main" id="{93AD97EA-F7A8-419F-88D5-FF1A6AC2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339886" y="2838059"/>
            <a:ext cx="1062228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OS probability</a:t>
            </a:r>
          </a:p>
        </p:txBody>
      </p:sp>
      <p:sp>
        <p:nvSpPr>
          <p:cNvPr id="151" name="Vector 151">
            <a:extLst xmlns:a="http://schemas.openxmlformats.org/drawingml/2006/main">
              <a:ext uri="{FF2B5EF4-FFF2-40B4-BE49-F238E27FC236}">
                <a16:creationId xmlns:a16="http://schemas.microsoft.com/office/drawing/2014/main" id="{1FC4BE2D-298F-43F2-86C0-CCDF2DDC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3233980"/>
          </a:xfrm>
          <a:custGeom xmlns:a="http://schemas.openxmlformats.org/drawingml/2006/main">
            <a:pathLst>
              <a:path w="6437376" h="3233980">
                <a:moveTo>
                  <a:pt x="0" y="0"/>
                </a:moveTo>
                <a:lnTo>
                  <a:pt x="120735" y="0"/>
                </a:lnTo>
                <a:lnTo>
                  <a:pt x="120735" y="35165"/>
                </a:lnTo>
                <a:lnTo>
                  <a:pt x="335410" y="35165"/>
                </a:lnTo>
                <a:lnTo>
                  <a:pt x="335410" y="70330"/>
                </a:lnTo>
                <a:lnTo>
                  <a:pt x="516338" y="70330"/>
                </a:lnTo>
                <a:lnTo>
                  <a:pt x="516338" y="105495"/>
                </a:lnTo>
                <a:lnTo>
                  <a:pt x="579511" y="105495"/>
                </a:lnTo>
                <a:lnTo>
                  <a:pt x="579511" y="140660"/>
                </a:lnTo>
                <a:lnTo>
                  <a:pt x="617032" y="140660"/>
                </a:lnTo>
                <a:lnTo>
                  <a:pt x="617032" y="175825"/>
                </a:lnTo>
                <a:lnTo>
                  <a:pt x="649476" y="175825"/>
                </a:lnTo>
                <a:lnTo>
                  <a:pt x="649476" y="210990"/>
                </a:lnTo>
                <a:lnTo>
                  <a:pt x="694518" y="210990"/>
                </a:lnTo>
                <a:lnTo>
                  <a:pt x="694518" y="246155"/>
                </a:lnTo>
                <a:lnTo>
                  <a:pt x="722745" y="246155"/>
                </a:lnTo>
                <a:lnTo>
                  <a:pt x="722745" y="281320"/>
                </a:lnTo>
                <a:lnTo>
                  <a:pt x="745186" y="281320"/>
                </a:lnTo>
                <a:lnTo>
                  <a:pt x="745186" y="316485"/>
                </a:lnTo>
                <a:lnTo>
                  <a:pt x="755210" y="316485"/>
                </a:lnTo>
                <a:lnTo>
                  <a:pt x="755210" y="351650"/>
                </a:lnTo>
                <a:lnTo>
                  <a:pt x="947669" y="351650"/>
                </a:lnTo>
                <a:lnTo>
                  <a:pt x="948272" y="421980"/>
                </a:lnTo>
                <a:lnTo>
                  <a:pt x="1107315" y="421980"/>
                </a:lnTo>
                <a:lnTo>
                  <a:pt x="1107315" y="457145"/>
                </a:lnTo>
                <a:lnTo>
                  <a:pt x="1152863" y="457145"/>
                </a:lnTo>
                <a:lnTo>
                  <a:pt x="1152863" y="492310"/>
                </a:lnTo>
                <a:lnTo>
                  <a:pt x="1154479" y="492310"/>
                </a:lnTo>
                <a:lnTo>
                  <a:pt x="1154479" y="527475"/>
                </a:lnTo>
                <a:lnTo>
                  <a:pt x="1251682" y="527475"/>
                </a:lnTo>
                <a:lnTo>
                  <a:pt x="1251682" y="562640"/>
                </a:lnTo>
                <a:lnTo>
                  <a:pt x="1315825" y="562640"/>
                </a:lnTo>
                <a:lnTo>
                  <a:pt x="1315825" y="597805"/>
                </a:lnTo>
                <a:lnTo>
                  <a:pt x="1432724" y="597805"/>
                </a:lnTo>
                <a:lnTo>
                  <a:pt x="1432724" y="632970"/>
                </a:lnTo>
                <a:lnTo>
                  <a:pt x="1512352" y="632970"/>
                </a:lnTo>
                <a:lnTo>
                  <a:pt x="1513615" y="703300"/>
                </a:lnTo>
                <a:lnTo>
                  <a:pt x="1515171" y="703300"/>
                </a:lnTo>
                <a:lnTo>
                  <a:pt x="1515171" y="738465"/>
                </a:lnTo>
                <a:lnTo>
                  <a:pt x="1517971" y="738465"/>
                </a:lnTo>
                <a:lnTo>
                  <a:pt x="1517971" y="773630"/>
                </a:lnTo>
                <a:lnTo>
                  <a:pt x="1627671" y="773630"/>
                </a:lnTo>
                <a:lnTo>
                  <a:pt x="1627671" y="808795"/>
                </a:lnTo>
                <a:lnTo>
                  <a:pt x="1667343" y="808795"/>
                </a:lnTo>
                <a:lnTo>
                  <a:pt x="1667343" y="843960"/>
                </a:lnTo>
                <a:lnTo>
                  <a:pt x="1705564" y="843960"/>
                </a:lnTo>
                <a:lnTo>
                  <a:pt x="1705564" y="879125"/>
                </a:lnTo>
                <a:lnTo>
                  <a:pt x="1749336" y="879125"/>
                </a:lnTo>
                <a:lnTo>
                  <a:pt x="1749336" y="914290"/>
                </a:lnTo>
                <a:lnTo>
                  <a:pt x="2052992" y="914290"/>
                </a:lnTo>
                <a:lnTo>
                  <a:pt x="2052992" y="949455"/>
                </a:lnTo>
                <a:lnTo>
                  <a:pt x="2077307" y="949455"/>
                </a:lnTo>
                <a:lnTo>
                  <a:pt x="2077307" y="984620"/>
                </a:lnTo>
                <a:lnTo>
                  <a:pt x="2079752" y="984620"/>
                </a:lnTo>
                <a:lnTo>
                  <a:pt x="2079752" y="1019785"/>
                </a:lnTo>
                <a:lnTo>
                  <a:pt x="2084211" y="1019785"/>
                </a:lnTo>
                <a:lnTo>
                  <a:pt x="2084211" y="1054950"/>
                </a:lnTo>
                <a:lnTo>
                  <a:pt x="2089541" y="1054950"/>
                </a:lnTo>
                <a:lnTo>
                  <a:pt x="2089541" y="1090115"/>
                </a:lnTo>
                <a:lnTo>
                  <a:pt x="2109627" y="1090115"/>
                </a:lnTo>
                <a:lnTo>
                  <a:pt x="2109627" y="1125280"/>
                </a:lnTo>
                <a:lnTo>
                  <a:pt x="2111512" y="1125280"/>
                </a:lnTo>
                <a:lnTo>
                  <a:pt x="2111512" y="1160445"/>
                </a:lnTo>
                <a:lnTo>
                  <a:pt x="2135402" y="1160445"/>
                </a:lnTo>
                <a:lnTo>
                  <a:pt x="2135402" y="1195610"/>
                </a:lnTo>
                <a:lnTo>
                  <a:pt x="2150870" y="1195610"/>
                </a:lnTo>
                <a:lnTo>
                  <a:pt x="2150870" y="1230775"/>
                </a:lnTo>
                <a:lnTo>
                  <a:pt x="2191625" y="1230775"/>
                </a:lnTo>
                <a:lnTo>
                  <a:pt x="2191625" y="1265940"/>
                </a:lnTo>
                <a:lnTo>
                  <a:pt x="2303343" y="1265940"/>
                </a:lnTo>
                <a:lnTo>
                  <a:pt x="2303343" y="1301105"/>
                </a:lnTo>
                <a:lnTo>
                  <a:pt x="2306498" y="1301105"/>
                </a:lnTo>
                <a:lnTo>
                  <a:pt x="2306498" y="1336270"/>
                </a:lnTo>
                <a:lnTo>
                  <a:pt x="2417585" y="1336270"/>
                </a:lnTo>
                <a:lnTo>
                  <a:pt x="2417585" y="1371435"/>
                </a:lnTo>
                <a:lnTo>
                  <a:pt x="2474139" y="1371435"/>
                </a:lnTo>
                <a:lnTo>
                  <a:pt x="2474139" y="1406601"/>
                </a:lnTo>
                <a:lnTo>
                  <a:pt x="2601158" y="1406601"/>
                </a:lnTo>
                <a:lnTo>
                  <a:pt x="2601158" y="1441766"/>
                </a:lnTo>
                <a:lnTo>
                  <a:pt x="2615017" y="1441766"/>
                </a:lnTo>
                <a:lnTo>
                  <a:pt x="2615017" y="1476931"/>
                </a:lnTo>
                <a:lnTo>
                  <a:pt x="2640555" y="1476931"/>
                </a:lnTo>
                <a:lnTo>
                  <a:pt x="2640555" y="1512096"/>
                </a:lnTo>
                <a:lnTo>
                  <a:pt x="2677760" y="1512096"/>
                </a:lnTo>
                <a:lnTo>
                  <a:pt x="2677760" y="1547261"/>
                </a:lnTo>
                <a:lnTo>
                  <a:pt x="2709272" y="1547261"/>
                </a:lnTo>
                <a:lnTo>
                  <a:pt x="2709272" y="1582426"/>
                </a:lnTo>
                <a:lnTo>
                  <a:pt x="2715112" y="1582426"/>
                </a:lnTo>
                <a:lnTo>
                  <a:pt x="2715112" y="1617591"/>
                </a:lnTo>
                <a:lnTo>
                  <a:pt x="2736361" y="1617591"/>
                </a:lnTo>
                <a:lnTo>
                  <a:pt x="2736361" y="1652756"/>
                </a:lnTo>
                <a:lnTo>
                  <a:pt x="2784121" y="1652756"/>
                </a:lnTo>
                <a:lnTo>
                  <a:pt x="2784121" y="1687921"/>
                </a:lnTo>
                <a:lnTo>
                  <a:pt x="2829844" y="1687921"/>
                </a:lnTo>
                <a:lnTo>
                  <a:pt x="2829844" y="1723086"/>
                </a:lnTo>
                <a:lnTo>
                  <a:pt x="2876003" y="1723086"/>
                </a:lnTo>
                <a:lnTo>
                  <a:pt x="2876003" y="1758251"/>
                </a:lnTo>
                <a:lnTo>
                  <a:pt x="2924870" y="1758251"/>
                </a:lnTo>
                <a:lnTo>
                  <a:pt x="2924870" y="1793416"/>
                </a:lnTo>
                <a:lnTo>
                  <a:pt x="2998874" y="1793416"/>
                </a:lnTo>
                <a:lnTo>
                  <a:pt x="3000200" y="1863746"/>
                </a:lnTo>
                <a:lnTo>
                  <a:pt x="3161037" y="1863746"/>
                </a:lnTo>
                <a:lnTo>
                  <a:pt x="3161037" y="1898911"/>
                </a:lnTo>
                <a:lnTo>
                  <a:pt x="3171737" y="1898911"/>
                </a:lnTo>
                <a:lnTo>
                  <a:pt x="3171737" y="1934076"/>
                </a:lnTo>
                <a:lnTo>
                  <a:pt x="3178751" y="1934076"/>
                </a:lnTo>
                <a:lnTo>
                  <a:pt x="3178751" y="1969241"/>
                </a:lnTo>
                <a:lnTo>
                  <a:pt x="3352689" y="1969241"/>
                </a:lnTo>
                <a:lnTo>
                  <a:pt x="3352689" y="2004406"/>
                </a:lnTo>
                <a:lnTo>
                  <a:pt x="3391869" y="2004406"/>
                </a:lnTo>
                <a:lnTo>
                  <a:pt x="3391869" y="2039571"/>
                </a:lnTo>
                <a:lnTo>
                  <a:pt x="3407542" y="2039571"/>
                </a:lnTo>
                <a:lnTo>
                  <a:pt x="3407542" y="2074736"/>
                </a:lnTo>
                <a:lnTo>
                  <a:pt x="3411261" y="2074736"/>
                </a:lnTo>
                <a:lnTo>
                  <a:pt x="3411261" y="2109901"/>
                </a:lnTo>
                <a:lnTo>
                  <a:pt x="3554985" y="2109901"/>
                </a:lnTo>
                <a:lnTo>
                  <a:pt x="3554985" y="2145066"/>
                </a:lnTo>
                <a:lnTo>
                  <a:pt x="3590289" y="2145066"/>
                </a:lnTo>
                <a:lnTo>
                  <a:pt x="3590289" y="2180231"/>
                </a:lnTo>
                <a:lnTo>
                  <a:pt x="3665246" y="2180231"/>
                </a:lnTo>
                <a:lnTo>
                  <a:pt x="3665246" y="2215396"/>
                </a:lnTo>
                <a:lnTo>
                  <a:pt x="3712849" y="2215396"/>
                </a:lnTo>
                <a:lnTo>
                  <a:pt x="3712849" y="2250561"/>
                </a:lnTo>
                <a:lnTo>
                  <a:pt x="3789142" y="2250561"/>
                </a:lnTo>
                <a:lnTo>
                  <a:pt x="3789142" y="2286525"/>
                </a:lnTo>
                <a:lnTo>
                  <a:pt x="3941848" y="2286525"/>
                </a:lnTo>
                <a:lnTo>
                  <a:pt x="3941848" y="2323346"/>
                </a:lnTo>
                <a:lnTo>
                  <a:pt x="3961587" y="2323346"/>
                </a:lnTo>
                <a:lnTo>
                  <a:pt x="3961587" y="2362054"/>
                </a:lnTo>
                <a:lnTo>
                  <a:pt x="3961829" y="2362054"/>
                </a:lnTo>
                <a:lnTo>
                  <a:pt x="3964629" y="2362054"/>
                </a:lnTo>
                <a:lnTo>
                  <a:pt x="3964629" y="2401809"/>
                </a:lnTo>
                <a:lnTo>
                  <a:pt x="4006413" y="2401809"/>
                </a:lnTo>
                <a:lnTo>
                  <a:pt x="4006413" y="2441564"/>
                </a:lnTo>
                <a:lnTo>
                  <a:pt x="4102960" y="2441564"/>
                </a:lnTo>
                <a:lnTo>
                  <a:pt x="4102960" y="2483728"/>
                </a:lnTo>
                <a:lnTo>
                  <a:pt x="4103007" y="2483728"/>
                </a:lnTo>
                <a:lnTo>
                  <a:pt x="4182599" y="2483728"/>
                </a:lnTo>
                <a:lnTo>
                  <a:pt x="4182599" y="2528704"/>
                </a:lnTo>
                <a:lnTo>
                  <a:pt x="4198604" y="2528704"/>
                </a:lnTo>
                <a:lnTo>
                  <a:pt x="4198604" y="2573679"/>
                </a:lnTo>
                <a:lnTo>
                  <a:pt x="4260232" y="2573679"/>
                </a:lnTo>
                <a:lnTo>
                  <a:pt x="4260232" y="2618654"/>
                </a:lnTo>
                <a:lnTo>
                  <a:pt x="4400350" y="2618654"/>
                </a:lnTo>
                <a:lnTo>
                  <a:pt x="4400350" y="2667228"/>
                </a:lnTo>
                <a:lnTo>
                  <a:pt x="4486625" y="2667228"/>
                </a:lnTo>
                <a:lnTo>
                  <a:pt x="4486625" y="2717913"/>
                </a:lnTo>
                <a:lnTo>
                  <a:pt x="4578039" y="2717913"/>
                </a:lnTo>
                <a:lnTo>
                  <a:pt x="4578039" y="2768598"/>
                </a:lnTo>
                <a:lnTo>
                  <a:pt x="4589779" y="2768598"/>
                </a:lnTo>
                <a:lnTo>
                  <a:pt x="4589779" y="2819283"/>
                </a:lnTo>
                <a:lnTo>
                  <a:pt x="4622846" y="2819283"/>
                </a:lnTo>
                <a:lnTo>
                  <a:pt x="4622846" y="2869968"/>
                </a:lnTo>
                <a:lnTo>
                  <a:pt x="4914288" y="2869968"/>
                </a:lnTo>
                <a:lnTo>
                  <a:pt x="4914288" y="2920653"/>
                </a:lnTo>
                <a:lnTo>
                  <a:pt x="5038619" y="2920653"/>
                </a:lnTo>
                <a:lnTo>
                  <a:pt x="5038619" y="2977674"/>
                </a:lnTo>
                <a:lnTo>
                  <a:pt x="5082276" y="2977674"/>
                </a:lnTo>
                <a:lnTo>
                  <a:pt x="5082276" y="3034695"/>
                </a:lnTo>
                <a:lnTo>
                  <a:pt x="5105988" y="3034695"/>
                </a:lnTo>
                <a:lnTo>
                  <a:pt x="5105988" y="3091716"/>
                </a:lnTo>
                <a:lnTo>
                  <a:pt x="5314468" y="3091716"/>
                </a:lnTo>
                <a:lnTo>
                  <a:pt x="5314468" y="3159104"/>
                </a:lnTo>
                <a:lnTo>
                  <a:pt x="5774574" y="3159104"/>
                </a:lnTo>
                <a:lnTo>
                  <a:pt x="5774574" y="3233980"/>
                </a:lnTo>
                <a:lnTo>
                  <a:pt x="6437376" y="3233980"/>
                </a:lnTo>
              </a:path>
            </a:pathLst>
          </a:custGeom>
          <a:noFill xmlns:a="http://schemas.openxmlformats.org/drawingml/2006/main"/>
          <a:ln xmlns:a="http://schemas.openxmlformats.org/drawingml/2006/main" w="21590">
            <a:solidFill>
              <a:srgbClr val="B3B7BC"/>
            </a:solidFill>
            <a:prstDash val="dash"/>
          </a:ln>
        </p:spPr>
      </p:sp>
      <p:sp>
        <p:nvSpPr>
          <p:cNvPr id="152" name="m506b04936d 152">
            <a:extLst xmlns:a="http://schemas.openxmlformats.org/drawingml/2006/main">
              <a:ext uri="{FF2B5EF4-FFF2-40B4-BE49-F238E27FC236}">
                <a16:creationId xmlns:a16="http://schemas.microsoft.com/office/drawing/2014/main" id="{08B211C5-16A4-479C-9893-421D3EA2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2038" y="328925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3" name="m506b04936d 153">
            <a:extLst xmlns:a="http://schemas.openxmlformats.org/drawingml/2006/main">
              <a:ext uri="{FF2B5EF4-FFF2-40B4-BE49-F238E27FC236}">
                <a16:creationId xmlns:a16="http://schemas.microsoft.com/office/drawing/2014/main" id="{81E8F9FD-01BA-459E-891A-567E332E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555" y="332521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4" name="m506b04936d 154">
            <a:extLst xmlns:a="http://schemas.openxmlformats.org/drawingml/2006/main">
              <a:ext uri="{FF2B5EF4-FFF2-40B4-BE49-F238E27FC236}">
                <a16:creationId xmlns:a16="http://schemas.microsoft.com/office/drawing/2014/main" id="{D5AE7963-D6A7-47A7-9C5F-9A7D0B67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999" y="336203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5" name="m506b04936d 155">
            <a:extLst xmlns:a="http://schemas.openxmlformats.org/drawingml/2006/main">
              <a:ext uri="{FF2B5EF4-FFF2-40B4-BE49-F238E27FC236}">
                <a16:creationId xmlns:a16="http://schemas.microsoft.com/office/drawing/2014/main" id="{0E99D1A6-0061-471C-9557-4F1D47EB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4881" y="336203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6" name="m506b04936d 156">
            <a:extLst xmlns:a="http://schemas.openxmlformats.org/drawingml/2006/main">
              <a:ext uri="{FF2B5EF4-FFF2-40B4-BE49-F238E27FC236}">
                <a16:creationId xmlns:a16="http://schemas.microsoft.com/office/drawing/2014/main" id="{70224761-DB04-426A-AA3E-2E515924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6693" y="340074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7" name="m506b04936d 157">
            <a:extLst xmlns:a="http://schemas.openxmlformats.org/drawingml/2006/main">
              <a:ext uri="{FF2B5EF4-FFF2-40B4-BE49-F238E27FC236}">
                <a16:creationId xmlns:a16="http://schemas.microsoft.com/office/drawing/2014/main" id="{FA626AD7-050B-4765-95B5-46B7EC45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943" y="348025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8" name="m506b04936d 158">
            <a:extLst xmlns:a="http://schemas.openxmlformats.org/drawingml/2006/main">
              <a:ext uri="{FF2B5EF4-FFF2-40B4-BE49-F238E27FC236}">
                <a16:creationId xmlns:a16="http://schemas.microsoft.com/office/drawing/2014/main" id="{BFDB92A2-1205-4B04-B72A-9C691B81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7246" y="348025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9" name="m506b04936d 159">
            <a:extLst xmlns:a="http://schemas.openxmlformats.org/drawingml/2006/main">
              <a:ext uri="{FF2B5EF4-FFF2-40B4-BE49-F238E27FC236}">
                <a16:creationId xmlns:a16="http://schemas.microsoft.com/office/drawing/2014/main" id="{C2984652-A637-4096-BE52-4C5F2329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871" y="352242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0" name="m506b04936d 160">
            <a:extLst xmlns:a="http://schemas.openxmlformats.org/drawingml/2006/main">
              <a:ext uri="{FF2B5EF4-FFF2-40B4-BE49-F238E27FC236}">
                <a16:creationId xmlns:a16="http://schemas.microsoft.com/office/drawing/2014/main" id="{0F15DACE-4F39-4D29-A650-94E83A21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9582" y="352242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1" name="m506b04936d 161">
            <a:extLst xmlns:a="http://schemas.openxmlformats.org/drawingml/2006/main">
              <a:ext uri="{FF2B5EF4-FFF2-40B4-BE49-F238E27FC236}">
                <a16:creationId xmlns:a16="http://schemas.microsoft.com/office/drawing/2014/main" id="{490CB19F-F578-4011-836C-91485F45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689" y="365734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2" name="m506b04936d 162">
            <a:extLst xmlns:a="http://schemas.openxmlformats.org/drawingml/2006/main">
              <a:ext uri="{FF2B5EF4-FFF2-40B4-BE49-F238E27FC236}">
                <a16:creationId xmlns:a16="http://schemas.microsoft.com/office/drawing/2014/main" id="{7F807A17-8A72-4161-9AB5-81699628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5863" y="365734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3" name="m506b04936d 163">
            <a:extLst xmlns:a="http://schemas.openxmlformats.org/drawingml/2006/main">
              <a:ext uri="{FF2B5EF4-FFF2-40B4-BE49-F238E27FC236}">
                <a16:creationId xmlns:a16="http://schemas.microsoft.com/office/drawing/2014/main" id="{884AE81B-5E22-436F-855C-59D03410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8851" y="370592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4" name="m506b04936d 164">
            <a:extLst xmlns:a="http://schemas.openxmlformats.org/drawingml/2006/main">
              <a:ext uri="{FF2B5EF4-FFF2-40B4-BE49-F238E27FC236}">
                <a16:creationId xmlns:a16="http://schemas.microsoft.com/office/drawing/2014/main" id="{D5215A7D-EE31-4AD0-8AA3-88F9D07B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0004" y="395934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5" name="m506b04936d 165">
            <a:extLst xmlns:a="http://schemas.openxmlformats.org/drawingml/2006/main">
              <a:ext uri="{FF2B5EF4-FFF2-40B4-BE49-F238E27FC236}">
                <a16:creationId xmlns:a16="http://schemas.microsoft.com/office/drawing/2014/main" id="{5FD9E255-5112-4684-BC19-92DE6F2E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7191" y="395934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6" name="m506b04936d 166">
            <a:extLst xmlns:a="http://schemas.openxmlformats.org/drawingml/2006/main">
              <a:ext uri="{FF2B5EF4-FFF2-40B4-BE49-F238E27FC236}">
                <a16:creationId xmlns:a16="http://schemas.microsoft.com/office/drawing/2014/main" id="{14DD8D56-93F7-4BD5-A575-C551370D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4025" y="413040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7" name="m506b04936d 167">
            <a:extLst xmlns:a="http://schemas.openxmlformats.org/drawingml/2006/main">
              <a:ext uri="{FF2B5EF4-FFF2-40B4-BE49-F238E27FC236}">
                <a16:creationId xmlns:a16="http://schemas.microsoft.com/office/drawing/2014/main" id="{A7788B42-E723-4827-9FA4-A8D3E6F8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7835" y="413040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8" name="m506b04936d 168">
            <a:extLst xmlns:a="http://schemas.openxmlformats.org/drawingml/2006/main">
              <a:ext uri="{FF2B5EF4-FFF2-40B4-BE49-F238E27FC236}">
                <a16:creationId xmlns:a16="http://schemas.microsoft.com/office/drawing/2014/main" id="{667CC4FC-61A0-4DAA-ADCF-DB091064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3048" y="419779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9" name="m506b04936d 169">
            <a:extLst xmlns:a="http://schemas.openxmlformats.org/drawingml/2006/main">
              <a:ext uri="{FF2B5EF4-FFF2-40B4-BE49-F238E27FC236}">
                <a16:creationId xmlns:a16="http://schemas.microsoft.com/office/drawing/2014/main" id="{0FD54115-7EA9-4BF8-8FB7-F015540C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3678" y="427267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0" name="m506b04936d 170">
            <a:extLst xmlns:a="http://schemas.openxmlformats.org/drawingml/2006/main">
              <a:ext uri="{FF2B5EF4-FFF2-40B4-BE49-F238E27FC236}">
                <a16:creationId xmlns:a16="http://schemas.microsoft.com/office/drawing/2014/main" id="{AB12A54B-10D1-4586-A2A3-505C851E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4234" y="427267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1" name="m506b04936d 171">
            <a:extLst xmlns:a="http://schemas.openxmlformats.org/drawingml/2006/main">
              <a:ext uri="{FF2B5EF4-FFF2-40B4-BE49-F238E27FC236}">
                <a16:creationId xmlns:a16="http://schemas.microsoft.com/office/drawing/2014/main" id="{A229DD48-88F0-46F1-B8D1-4604D5A3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6349" y="427267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2" name="Vector 172">
            <a:extLst xmlns:a="http://schemas.openxmlformats.org/drawingml/2006/main">
              <a:ext uri="{FF2B5EF4-FFF2-40B4-BE49-F238E27FC236}">
                <a16:creationId xmlns:a16="http://schemas.microsoft.com/office/drawing/2014/main" id="{98435868-C74B-4C2C-80AB-FA19322D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2557236"/>
          </a:xfrm>
          <a:custGeom xmlns:a="http://schemas.openxmlformats.org/drawingml/2006/main">
            <a:pathLst>
              <a:path w="6437376" h="2557236">
                <a:moveTo>
                  <a:pt x="0" y="0"/>
                </a:moveTo>
                <a:lnTo>
                  <a:pt x="66938" y="0"/>
                </a:lnTo>
                <a:lnTo>
                  <a:pt x="66938" y="39112"/>
                </a:lnTo>
                <a:lnTo>
                  <a:pt x="366297" y="39112"/>
                </a:lnTo>
                <a:lnTo>
                  <a:pt x="366297" y="78224"/>
                </a:lnTo>
                <a:lnTo>
                  <a:pt x="372186" y="78224"/>
                </a:lnTo>
                <a:lnTo>
                  <a:pt x="372186" y="117336"/>
                </a:lnTo>
                <a:lnTo>
                  <a:pt x="518313" y="117336"/>
                </a:lnTo>
                <a:lnTo>
                  <a:pt x="518313" y="156448"/>
                </a:lnTo>
                <a:lnTo>
                  <a:pt x="685875" y="156448"/>
                </a:lnTo>
                <a:lnTo>
                  <a:pt x="685875" y="195561"/>
                </a:lnTo>
                <a:lnTo>
                  <a:pt x="806223" y="195561"/>
                </a:lnTo>
                <a:lnTo>
                  <a:pt x="806223" y="234673"/>
                </a:lnTo>
                <a:lnTo>
                  <a:pt x="1068531" y="234673"/>
                </a:lnTo>
                <a:lnTo>
                  <a:pt x="1068531" y="273785"/>
                </a:lnTo>
                <a:lnTo>
                  <a:pt x="1148268" y="273785"/>
                </a:lnTo>
                <a:lnTo>
                  <a:pt x="1148268" y="312897"/>
                </a:lnTo>
                <a:lnTo>
                  <a:pt x="1294731" y="312897"/>
                </a:lnTo>
                <a:lnTo>
                  <a:pt x="1294731" y="352009"/>
                </a:lnTo>
                <a:lnTo>
                  <a:pt x="1322282" y="352009"/>
                </a:lnTo>
                <a:lnTo>
                  <a:pt x="1322282" y="391121"/>
                </a:lnTo>
                <a:lnTo>
                  <a:pt x="1328049" y="391121"/>
                </a:lnTo>
                <a:lnTo>
                  <a:pt x="1328049" y="430233"/>
                </a:lnTo>
                <a:lnTo>
                  <a:pt x="1400780" y="430233"/>
                </a:lnTo>
                <a:lnTo>
                  <a:pt x="1400780" y="469345"/>
                </a:lnTo>
                <a:lnTo>
                  <a:pt x="1522514" y="469345"/>
                </a:lnTo>
                <a:lnTo>
                  <a:pt x="1522514" y="508457"/>
                </a:lnTo>
                <a:lnTo>
                  <a:pt x="1633842" y="508457"/>
                </a:lnTo>
                <a:lnTo>
                  <a:pt x="1633842" y="547569"/>
                </a:lnTo>
                <a:lnTo>
                  <a:pt x="1721033" y="547569"/>
                </a:lnTo>
                <a:lnTo>
                  <a:pt x="1721033" y="586682"/>
                </a:lnTo>
                <a:lnTo>
                  <a:pt x="1747225" y="586682"/>
                </a:lnTo>
                <a:lnTo>
                  <a:pt x="1747225" y="625794"/>
                </a:lnTo>
                <a:lnTo>
                  <a:pt x="1922812" y="625794"/>
                </a:lnTo>
                <a:lnTo>
                  <a:pt x="1922812" y="664906"/>
                </a:lnTo>
                <a:lnTo>
                  <a:pt x="1982841" y="664906"/>
                </a:lnTo>
                <a:lnTo>
                  <a:pt x="1982841" y="704018"/>
                </a:lnTo>
                <a:lnTo>
                  <a:pt x="2055977" y="704018"/>
                </a:lnTo>
                <a:lnTo>
                  <a:pt x="2055977" y="743130"/>
                </a:lnTo>
                <a:lnTo>
                  <a:pt x="2144460" y="743130"/>
                </a:lnTo>
                <a:lnTo>
                  <a:pt x="2144460" y="782242"/>
                </a:lnTo>
                <a:lnTo>
                  <a:pt x="2316316" y="782242"/>
                </a:lnTo>
                <a:lnTo>
                  <a:pt x="2316316" y="821354"/>
                </a:lnTo>
                <a:lnTo>
                  <a:pt x="2324846" y="821354"/>
                </a:lnTo>
                <a:lnTo>
                  <a:pt x="2324846" y="860466"/>
                </a:lnTo>
                <a:lnTo>
                  <a:pt x="2404043" y="860466"/>
                </a:lnTo>
                <a:lnTo>
                  <a:pt x="2404762" y="938691"/>
                </a:lnTo>
                <a:lnTo>
                  <a:pt x="2455402" y="938691"/>
                </a:lnTo>
                <a:lnTo>
                  <a:pt x="2455402" y="977803"/>
                </a:lnTo>
                <a:lnTo>
                  <a:pt x="2529725" y="977803"/>
                </a:lnTo>
                <a:lnTo>
                  <a:pt x="2529725" y="1016915"/>
                </a:lnTo>
                <a:lnTo>
                  <a:pt x="2582013" y="1016915"/>
                </a:lnTo>
                <a:lnTo>
                  <a:pt x="2583004" y="1095139"/>
                </a:lnTo>
                <a:lnTo>
                  <a:pt x="2606698" y="1095139"/>
                </a:lnTo>
                <a:lnTo>
                  <a:pt x="2606698" y="1134251"/>
                </a:lnTo>
                <a:lnTo>
                  <a:pt x="2795147" y="1134251"/>
                </a:lnTo>
                <a:lnTo>
                  <a:pt x="2795147" y="1173363"/>
                </a:lnTo>
                <a:lnTo>
                  <a:pt x="2922809" y="1173363"/>
                </a:lnTo>
                <a:lnTo>
                  <a:pt x="2922809" y="1212475"/>
                </a:lnTo>
                <a:lnTo>
                  <a:pt x="2984369" y="1212475"/>
                </a:lnTo>
                <a:lnTo>
                  <a:pt x="2984369" y="1251587"/>
                </a:lnTo>
                <a:lnTo>
                  <a:pt x="3021332" y="1251587"/>
                </a:lnTo>
                <a:lnTo>
                  <a:pt x="3021332" y="1290699"/>
                </a:lnTo>
                <a:lnTo>
                  <a:pt x="3091657" y="1290699"/>
                </a:lnTo>
                <a:lnTo>
                  <a:pt x="3091657" y="1329812"/>
                </a:lnTo>
                <a:lnTo>
                  <a:pt x="3232959" y="1329812"/>
                </a:lnTo>
                <a:lnTo>
                  <a:pt x="3232959" y="1368924"/>
                </a:lnTo>
                <a:lnTo>
                  <a:pt x="3426484" y="1368924"/>
                </a:lnTo>
                <a:lnTo>
                  <a:pt x="3426484" y="1408036"/>
                </a:lnTo>
                <a:lnTo>
                  <a:pt x="3517895" y="1408036"/>
                </a:lnTo>
                <a:lnTo>
                  <a:pt x="3517895" y="1447148"/>
                </a:lnTo>
                <a:lnTo>
                  <a:pt x="3605500" y="1447148"/>
                </a:lnTo>
                <a:lnTo>
                  <a:pt x="3605500" y="1486260"/>
                </a:lnTo>
                <a:lnTo>
                  <a:pt x="3660437" y="1486260"/>
                </a:lnTo>
                <a:lnTo>
                  <a:pt x="3660437" y="1525372"/>
                </a:lnTo>
                <a:lnTo>
                  <a:pt x="3775107" y="1525372"/>
                </a:lnTo>
                <a:lnTo>
                  <a:pt x="3775107" y="1565857"/>
                </a:lnTo>
                <a:lnTo>
                  <a:pt x="3845909" y="1565857"/>
                </a:lnTo>
                <a:lnTo>
                  <a:pt x="3845909" y="1607077"/>
                </a:lnTo>
                <a:lnTo>
                  <a:pt x="3870753" y="1607077"/>
                </a:lnTo>
                <a:lnTo>
                  <a:pt x="3870753" y="1648298"/>
                </a:lnTo>
                <a:lnTo>
                  <a:pt x="3889845" y="1648298"/>
                </a:lnTo>
                <a:lnTo>
                  <a:pt x="3889845" y="1689518"/>
                </a:lnTo>
                <a:lnTo>
                  <a:pt x="3897210" y="1689518"/>
                </a:lnTo>
                <a:lnTo>
                  <a:pt x="3897210" y="1730739"/>
                </a:lnTo>
                <a:lnTo>
                  <a:pt x="3971907" y="1730739"/>
                </a:lnTo>
                <a:lnTo>
                  <a:pt x="3971907" y="1774536"/>
                </a:lnTo>
                <a:lnTo>
                  <a:pt x="4469427" y="1774536"/>
                </a:lnTo>
                <a:lnTo>
                  <a:pt x="4469427" y="1823546"/>
                </a:lnTo>
                <a:lnTo>
                  <a:pt x="4649000" y="1823546"/>
                </a:lnTo>
                <a:lnTo>
                  <a:pt x="4649000" y="1873782"/>
                </a:lnTo>
                <a:lnTo>
                  <a:pt x="4661845" y="1873782"/>
                </a:lnTo>
                <a:lnTo>
                  <a:pt x="4661845" y="1924018"/>
                </a:lnTo>
                <a:lnTo>
                  <a:pt x="4663805" y="1924018"/>
                </a:lnTo>
                <a:lnTo>
                  <a:pt x="4663805" y="1974254"/>
                </a:lnTo>
                <a:lnTo>
                  <a:pt x="4868052" y="1974254"/>
                </a:lnTo>
                <a:lnTo>
                  <a:pt x="4868052" y="2025886"/>
                </a:lnTo>
                <a:lnTo>
                  <a:pt x="4915096" y="2025886"/>
                </a:lnTo>
                <a:lnTo>
                  <a:pt x="4915096" y="2077517"/>
                </a:lnTo>
                <a:lnTo>
                  <a:pt x="5139839" y="2077517"/>
                </a:lnTo>
                <a:lnTo>
                  <a:pt x="5139839" y="2138051"/>
                </a:lnTo>
                <a:lnTo>
                  <a:pt x="5209908" y="2138051"/>
                </a:lnTo>
                <a:lnTo>
                  <a:pt x="5209908" y="2198584"/>
                </a:lnTo>
                <a:lnTo>
                  <a:pt x="5302881" y="2198584"/>
                </a:lnTo>
                <a:lnTo>
                  <a:pt x="5302881" y="2259117"/>
                </a:lnTo>
                <a:lnTo>
                  <a:pt x="5633674" y="2259117"/>
                </a:lnTo>
                <a:lnTo>
                  <a:pt x="5633674" y="2330657"/>
                </a:lnTo>
                <a:lnTo>
                  <a:pt x="5647160" y="2330657"/>
                </a:lnTo>
                <a:lnTo>
                  <a:pt x="5647160" y="2402196"/>
                </a:lnTo>
                <a:lnTo>
                  <a:pt x="5803040" y="2402196"/>
                </a:lnTo>
                <a:lnTo>
                  <a:pt x="5803040" y="2477501"/>
                </a:lnTo>
                <a:lnTo>
                  <a:pt x="5891196" y="2477501"/>
                </a:lnTo>
                <a:lnTo>
                  <a:pt x="5891196" y="2557236"/>
                </a:lnTo>
                <a:lnTo>
                  <a:pt x="6437376" y="2557236"/>
                </a:lnTo>
              </a:path>
            </a:pathLst>
          </a:custGeom>
          <a:noFill xmlns:a="http://schemas.openxmlformats.org/drawingml/2006/main"/>
          <a:ln xmlns:a="http://schemas.openxmlformats.org/drawingml/2006/main" w="21590">
            <a:solidFill>
              <a:srgbClr val="697480"/>
            </a:solidFill>
            <a:prstDash val="solid"/>
          </a:ln>
        </p:spPr>
      </p:sp>
      <p:sp>
        <p:nvSpPr>
          <p:cNvPr id="173" name="mafe6cd6861 173">
            <a:extLst xmlns:a="http://schemas.openxmlformats.org/drawingml/2006/main">
              <a:ext uri="{FF2B5EF4-FFF2-40B4-BE49-F238E27FC236}">
                <a16:creationId xmlns:a16="http://schemas.microsoft.com/office/drawing/2014/main" id="{81962030-1E63-47FA-A677-D38791F2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6464" y="256406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74" name="mafe6cd6861 174">
            <a:extLst xmlns:a="http://schemas.openxmlformats.org/drawingml/2006/main">
              <a:ext uri="{FF2B5EF4-FFF2-40B4-BE49-F238E27FC236}">
                <a16:creationId xmlns:a16="http://schemas.microsoft.com/office/drawing/2014/main" id="{1A6DBAAA-C0A4-4E71-9750-E802948D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7102" y="256406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75" name="mafe6cd6861 175">
            <a:extLst xmlns:a="http://schemas.openxmlformats.org/drawingml/2006/main">
              <a:ext uri="{FF2B5EF4-FFF2-40B4-BE49-F238E27FC236}">
                <a16:creationId xmlns:a16="http://schemas.microsoft.com/office/drawing/2014/main" id="{C4077E0B-03F7-4164-8AB1-973A4694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7817" y="260455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76" name="mafe6cd6861 176">
            <a:extLst xmlns:a="http://schemas.openxmlformats.org/drawingml/2006/main">
              <a:ext uri="{FF2B5EF4-FFF2-40B4-BE49-F238E27FC236}">
                <a16:creationId xmlns:a16="http://schemas.microsoft.com/office/drawing/2014/main" id="{97C2C66D-020D-4780-9337-3F3EA0EE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8977" y="276943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77" name="mafe6cd6861 177">
            <a:extLst xmlns:a="http://schemas.openxmlformats.org/drawingml/2006/main">
              <a:ext uri="{FF2B5EF4-FFF2-40B4-BE49-F238E27FC236}">
                <a16:creationId xmlns:a16="http://schemas.microsoft.com/office/drawing/2014/main" id="{0357EE54-8629-47A1-B9C6-978F86E4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5421" y="276943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78" name="mafe6cd6861 178">
            <a:extLst xmlns:a="http://schemas.openxmlformats.org/drawingml/2006/main">
              <a:ext uri="{FF2B5EF4-FFF2-40B4-BE49-F238E27FC236}">
                <a16:creationId xmlns:a16="http://schemas.microsoft.com/office/drawing/2014/main" id="{FAD979F9-6BDE-48E8-84B7-B5120C51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8364" y="276943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79" name="mafe6cd6861 179">
            <a:extLst xmlns:a="http://schemas.openxmlformats.org/drawingml/2006/main">
              <a:ext uri="{FF2B5EF4-FFF2-40B4-BE49-F238E27FC236}">
                <a16:creationId xmlns:a16="http://schemas.microsoft.com/office/drawing/2014/main" id="{751DCCFC-A905-4B94-A8FB-DCCE0318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3403" y="281322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0" name="mafe6cd6861 180">
            <a:extLst xmlns:a="http://schemas.openxmlformats.org/drawingml/2006/main">
              <a:ext uri="{FF2B5EF4-FFF2-40B4-BE49-F238E27FC236}">
                <a16:creationId xmlns:a16="http://schemas.microsoft.com/office/drawing/2014/main" id="{4A26DBD9-4909-467A-8136-A2071D2A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462" y="281322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1" name="mafe6cd6861 181">
            <a:extLst xmlns:a="http://schemas.openxmlformats.org/drawingml/2006/main">
              <a:ext uri="{FF2B5EF4-FFF2-40B4-BE49-F238E27FC236}">
                <a16:creationId xmlns:a16="http://schemas.microsoft.com/office/drawing/2014/main" id="{91F19C01-0F72-4E8C-B46A-ACE5ECD1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732" y="281322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2" name="mafe6cd6861 182">
            <a:extLst xmlns:a="http://schemas.openxmlformats.org/drawingml/2006/main">
              <a:ext uri="{FF2B5EF4-FFF2-40B4-BE49-F238E27FC236}">
                <a16:creationId xmlns:a16="http://schemas.microsoft.com/office/drawing/2014/main" id="{9F49ABE3-9CEB-4F29-AB45-E0BCFB7E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9749" y="281322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3" name="mafe6cd6861 183">
            <a:extLst xmlns:a="http://schemas.openxmlformats.org/drawingml/2006/main">
              <a:ext uri="{FF2B5EF4-FFF2-40B4-BE49-F238E27FC236}">
                <a16:creationId xmlns:a16="http://schemas.microsoft.com/office/drawing/2014/main" id="{7C219E15-BFE8-4C49-925D-59073F98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2457" y="281322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4" name="mafe6cd6861 184">
            <a:extLst xmlns:a="http://schemas.openxmlformats.org/drawingml/2006/main">
              <a:ext uri="{FF2B5EF4-FFF2-40B4-BE49-F238E27FC236}">
                <a16:creationId xmlns:a16="http://schemas.microsoft.com/office/drawing/2014/main" id="{6A75180E-FCA7-4ACC-BB65-00FA3F43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0089" y="286223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5" name="mafe6cd6861 185">
            <a:extLst xmlns:a="http://schemas.openxmlformats.org/drawingml/2006/main">
              <a:ext uri="{FF2B5EF4-FFF2-40B4-BE49-F238E27FC236}">
                <a16:creationId xmlns:a16="http://schemas.microsoft.com/office/drawing/2014/main" id="{D4B240F2-C547-4284-97DF-584915ED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454" y="301294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6" name="mafe6cd6861 186">
            <a:extLst xmlns:a="http://schemas.openxmlformats.org/drawingml/2006/main">
              <a:ext uri="{FF2B5EF4-FFF2-40B4-BE49-F238E27FC236}">
                <a16:creationId xmlns:a16="http://schemas.microsoft.com/office/drawing/2014/main" id="{0DE7C069-0D88-4B6A-B2B5-274469D7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6326" y="311621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7" name="mafe6cd6861 187">
            <a:extLst xmlns:a="http://schemas.openxmlformats.org/drawingml/2006/main">
              <a:ext uri="{FF2B5EF4-FFF2-40B4-BE49-F238E27FC236}">
                <a16:creationId xmlns:a16="http://schemas.microsoft.com/office/drawing/2014/main" id="{92662BE1-77BA-44BF-8617-3088C052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9618" y="311621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8" name="mafe6cd6861 188">
            <a:extLst xmlns:a="http://schemas.openxmlformats.org/drawingml/2006/main">
              <a:ext uri="{FF2B5EF4-FFF2-40B4-BE49-F238E27FC236}">
                <a16:creationId xmlns:a16="http://schemas.microsoft.com/office/drawing/2014/main" id="{BC4827A3-75F8-4C5A-A0D1-FA963AE1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3803" y="311621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9" name="mafe6cd6861 189">
            <a:extLst xmlns:a="http://schemas.openxmlformats.org/drawingml/2006/main">
              <a:ext uri="{FF2B5EF4-FFF2-40B4-BE49-F238E27FC236}">
                <a16:creationId xmlns:a16="http://schemas.microsoft.com/office/drawing/2014/main" id="{A52211DA-B3B4-4E30-864F-5A05EF5F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6699" y="311621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0" name="mafe6cd6861 190">
            <a:extLst xmlns:a="http://schemas.openxmlformats.org/drawingml/2006/main">
              <a:ext uri="{FF2B5EF4-FFF2-40B4-BE49-F238E27FC236}">
                <a16:creationId xmlns:a16="http://schemas.microsoft.com/office/drawing/2014/main" id="{B7AF8178-420A-4549-A40C-CF51E256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4438" y="311621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1" name="mafe6cd6861 191">
            <a:extLst xmlns:a="http://schemas.openxmlformats.org/drawingml/2006/main">
              <a:ext uri="{FF2B5EF4-FFF2-40B4-BE49-F238E27FC236}">
                <a16:creationId xmlns:a16="http://schemas.microsoft.com/office/drawing/2014/main" id="{293A09B9-F862-4C03-89A8-F465595D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1633" y="329781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2" name="mafe6cd6861 192">
            <a:extLst xmlns:a="http://schemas.openxmlformats.org/drawingml/2006/main">
              <a:ext uri="{FF2B5EF4-FFF2-40B4-BE49-F238E27FC236}">
                <a16:creationId xmlns:a16="http://schemas.microsoft.com/office/drawing/2014/main" id="{DD2C7006-EF62-46FF-A426-7DC5ABC1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5255" y="329781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3" name="mafe6cd6861 193">
            <a:extLst xmlns:a="http://schemas.openxmlformats.org/drawingml/2006/main">
              <a:ext uri="{FF2B5EF4-FFF2-40B4-BE49-F238E27FC236}">
                <a16:creationId xmlns:a16="http://schemas.microsoft.com/office/drawing/2014/main" id="{467D6D97-500E-4C8E-B4E2-3405B926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482" y="329781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4" name="mafe6cd6861 194">
            <a:extLst xmlns:a="http://schemas.openxmlformats.org/drawingml/2006/main">
              <a:ext uri="{FF2B5EF4-FFF2-40B4-BE49-F238E27FC236}">
                <a16:creationId xmlns:a16="http://schemas.microsoft.com/office/drawing/2014/main" id="{531446EC-2716-4650-9D39-936E1FB4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5522" y="329781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5" name="mafe6cd6861 195">
            <a:extLst xmlns:a="http://schemas.openxmlformats.org/drawingml/2006/main">
              <a:ext uri="{FF2B5EF4-FFF2-40B4-BE49-F238E27FC236}">
                <a16:creationId xmlns:a16="http://schemas.microsoft.com/office/drawing/2014/main" id="{FE17F5D7-50A7-48A1-A1A3-8D1742C2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3375" y="344088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6" name="mafe6cd6861 196">
            <a:extLst xmlns:a="http://schemas.openxmlformats.org/drawingml/2006/main">
              <a:ext uri="{FF2B5EF4-FFF2-40B4-BE49-F238E27FC236}">
                <a16:creationId xmlns:a16="http://schemas.microsoft.com/office/drawing/2014/main" id="{15C0EB0D-ECD3-472E-8B55-EDBEC1F8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1651" y="351619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7" name="mafe6cd6861 197">
            <a:extLst xmlns:a="http://schemas.openxmlformats.org/drawingml/2006/main">
              <a:ext uri="{FF2B5EF4-FFF2-40B4-BE49-F238E27FC236}">
                <a16:creationId xmlns:a16="http://schemas.microsoft.com/office/drawing/2014/main" id="{A7035D65-C9AE-4D12-966A-C64A8C80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0404" y="359592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8" name="mafe6cd6861 198">
            <a:extLst xmlns:a="http://schemas.openxmlformats.org/drawingml/2006/main">
              <a:ext uri="{FF2B5EF4-FFF2-40B4-BE49-F238E27FC236}">
                <a16:creationId xmlns:a16="http://schemas.microsoft.com/office/drawing/2014/main" id="{FDA1548D-348A-4AF1-A778-BB283909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0753" y="359592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9" name="mafe6cd6861 199">
            <a:extLst xmlns:a="http://schemas.openxmlformats.org/drawingml/2006/main">
              <a:ext uri="{FF2B5EF4-FFF2-40B4-BE49-F238E27FC236}">
                <a16:creationId xmlns:a16="http://schemas.microsoft.com/office/drawing/2014/main" id="{E6805D89-25C3-4F9C-9A67-250444F8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3624" y="359592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0" name="mafe6cd6861 200">
            <a:extLst xmlns:a="http://schemas.openxmlformats.org/drawingml/2006/main">
              <a:ext uri="{FF2B5EF4-FFF2-40B4-BE49-F238E27FC236}">
                <a16:creationId xmlns:a16="http://schemas.microsoft.com/office/drawing/2014/main" id="{9CB22650-D60E-42E2-B895-03D5FAF1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6447" y="359592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1" name="mafe6cd6861 201">
            <a:extLst xmlns:a="http://schemas.openxmlformats.org/drawingml/2006/main">
              <a:ext uri="{FF2B5EF4-FFF2-40B4-BE49-F238E27FC236}">
                <a16:creationId xmlns:a16="http://schemas.microsoft.com/office/drawing/2014/main" id="{AFA49B7E-42E9-436C-835A-B4E4CD6A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5253" y="359592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2" name="mafe6cd6861 202">
            <a:extLst xmlns:a="http://schemas.openxmlformats.org/drawingml/2006/main">
              <a:ext uri="{FF2B5EF4-FFF2-40B4-BE49-F238E27FC236}">
                <a16:creationId xmlns:a16="http://schemas.microsoft.com/office/drawing/2014/main" id="{AA81FCBE-0ACD-45B4-A29E-95D3DB85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765" y="359592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3" name="Vector 203">
            <a:extLst xmlns:a="http://schemas.openxmlformats.org/drawingml/2006/main">
              <a:ext uri="{FF2B5EF4-FFF2-40B4-BE49-F238E27FC236}">
                <a16:creationId xmlns:a16="http://schemas.microsoft.com/office/drawing/2014/main" id="{37B0F622-F60E-47F1-9F58-2A54CD4E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3069993"/>
          </a:xfrm>
          <a:custGeom xmlns:a="http://schemas.openxmlformats.org/drawingml/2006/main">
            <a:pathLst>
              <a:path w="6437376" h="3069993">
                <a:moveTo>
                  <a:pt x="0" y="0"/>
                </a:moveTo>
                <a:lnTo>
                  <a:pt x="350873" y="0"/>
                </a:lnTo>
                <a:lnTo>
                  <a:pt x="350873" y="53986"/>
                </a:lnTo>
                <a:lnTo>
                  <a:pt x="499771" y="53986"/>
                </a:lnTo>
                <a:lnTo>
                  <a:pt x="499771" y="107971"/>
                </a:lnTo>
                <a:lnTo>
                  <a:pt x="556823" y="107971"/>
                </a:lnTo>
                <a:lnTo>
                  <a:pt x="556823" y="161957"/>
                </a:lnTo>
                <a:lnTo>
                  <a:pt x="589229" y="161957"/>
                </a:lnTo>
                <a:lnTo>
                  <a:pt x="589229" y="215943"/>
                </a:lnTo>
                <a:lnTo>
                  <a:pt x="598187" y="215943"/>
                </a:lnTo>
                <a:lnTo>
                  <a:pt x="598187" y="269929"/>
                </a:lnTo>
                <a:lnTo>
                  <a:pt x="850169" y="269929"/>
                </a:lnTo>
                <a:lnTo>
                  <a:pt x="850169" y="323914"/>
                </a:lnTo>
                <a:lnTo>
                  <a:pt x="877698" y="323914"/>
                </a:lnTo>
                <a:lnTo>
                  <a:pt x="877698" y="377900"/>
                </a:lnTo>
                <a:lnTo>
                  <a:pt x="1008768" y="377900"/>
                </a:lnTo>
                <a:lnTo>
                  <a:pt x="1008768" y="431886"/>
                </a:lnTo>
                <a:lnTo>
                  <a:pt x="1223205" y="431886"/>
                </a:lnTo>
                <a:lnTo>
                  <a:pt x="1223205" y="485872"/>
                </a:lnTo>
                <a:lnTo>
                  <a:pt x="1285075" y="485872"/>
                </a:lnTo>
                <a:lnTo>
                  <a:pt x="1285075" y="539857"/>
                </a:lnTo>
                <a:lnTo>
                  <a:pt x="1286708" y="539857"/>
                </a:lnTo>
                <a:lnTo>
                  <a:pt x="1286708" y="593843"/>
                </a:lnTo>
                <a:lnTo>
                  <a:pt x="1306668" y="593843"/>
                </a:lnTo>
                <a:lnTo>
                  <a:pt x="1306668" y="647829"/>
                </a:lnTo>
                <a:lnTo>
                  <a:pt x="1333084" y="647829"/>
                </a:lnTo>
                <a:lnTo>
                  <a:pt x="1333084" y="701814"/>
                </a:lnTo>
                <a:lnTo>
                  <a:pt x="1366954" y="701814"/>
                </a:lnTo>
                <a:lnTo>
                  <a:pt x="1366954" y="755800"/>
                </a:lnTo>
                <a:lnTo>
                  <a:pt x="1371166" y="755800"/>
                </a:lnTo>
                <a:lnTo>
                  <a:pt x="1371166" y="809786"/>
                </a:lnTo>
                <a:lnTo>
                  <a:pt x="1601193" y="809786"/>
                </a:lnTo>
                <a:lnTo>
                  <a:pt x="1601193" y="863772"/>
                </a:lnTo>
                <a:lnTo>
                  <a:pt x="1696035" y="863772"/>
                </a:lnTo>
                <a:lnTo>
                  <a:pt x="1696035" y="917757"/>
                </a:lnTo>
                <a:lnTo>
                  <a:pt x="1805620" y="917757"/>
                </a:lnTo>
                <a:lnTo>
                  <a:pt x="1805620" y="971743"/>
                </a:lnTo>
                <a:lnTo>
                  <a:pt x="1992150" y="971743"/>
                </a:lnTo>
                <a:lnTo>
                  <a:pt x="1992150" y="1025729"/>
                </a:lnTo>
                <a:lnTo>
                  <a:pt x="2032617" y="1025729"/>
                </a:lnTo>
                <a:lnTo>
                  <a:pt x="2032617" y="1079714"/>
                </a:lnTo>
                <a:lnTo>
                  <a:pt x="2110408" y="1079714"/>
                </a:lnTo>
                <a:lnTo>
                  <a:pt x="2110408" y="1133700"/>
                </a:lnTo>
                <a:lnTo>
                  <a:pt x="2281826" y="1133700"/>
                </a:lnTo>
                <a:lnTo>
                  <a:pt x="2281826" y="1187686"/>
                </a:lnTo>
                <a:lnTo>
                  <a:pt x="2319422" y="1187686"/>
                </a:lnTo>
                <a:lnTo>
                  <a:pt x="2319422" y="1241672"/>
                </a:lnTo>
                <a:lnTo>
                  <a:pt x="2330140" y="1241672"/>
                </a:lnTo>
                <a:lnTo>
                  <a:pt x="2330140" y="1295657"/>
                </a:lnTo>
                <a:lnTo>
                  <a:pt x="2379904" y="1295657"/>
                </a:lnTo>
                <a:lnTo>
                  <a:pt x="2379904" y="1349643"/>
                </a:lnTo>
                <a:lnTo>
                  <a:pt x="2547977" y="1349643"/>
                </a:lnTo>
                <a:lnTo>
                  <a:pt x="2547977" y="1403629"/>
                </a:lnTo>
                <a:lnTo>
                  <a:pt x="2575831" y="1403629"/>
                </a:lnTo>
                <a:lnTo>
                  <a:pt x="2575831" y="1457615"/>
                </a:lnTo>
                <a:lnTo>
                  <a:pt x="2600310" y="1457615"/>
                </a:lnTo>
                <a:lnTo>
                  <a:pt x="2600310" y="1511600"/>
                </a:lnTo>
                <a:lnTo>
                  <a:pt x="2608401" y="1511600"/>
                </a:lnTo>
                <a:lnTo>
                  <a:pt x="2608401" y="1565586"/>
                </a:lnTo>
                <a:lnTo>
                  <a:pt x="2625083" y="1565586"/>
                </a:lnTo>
                <a:lnTo>
                  <a:pt x="2625083" y="1619572"/>
                </a:lnTo>
                <a:lnTo>
                  <a:pt x="2712761" y="1619572"/>
                </a:lnTo>
                <a:lnTo>
                  <a:pt x="2712761" y="1673557"/>
                </a:lnTo>
                <a:lnTo>
                  <a:pt x="2774933" y="1673557"/>
                </a:lnTo>
                <a:lnTo>
                  <a:pt x="2774933" y="1727543"/>
                </a:lnTo>
                <a:lnTo>
                  <a:pt x="3127081" y="1727543"/>
                </a:lnTo>
                <a:lnTo>
                  <a:pt x="3127081" y="1781529"/>
                </a:lnTo>
                <a:lnTo>
                  <a:pt x="3191069" y="1781529"/>
                </a:lnTo>
                <a:lnTo>
                  <a:pt x="3191069" y="1835515"/>
                </a:lnTo>
                <a:lnTo>
                  <a:pt x="3210138" y="1835515"/>
                </a:lnTo>
                <a:lnTo>
                  <a:pt x="3210138" y="1889500"/>
                </a:lnTo>
                <a:lnTo>
                  <a:pt x="3326200" y="1889500"/>
                </a:lnTo>
                <a:lnTo>
                  <a:pt x="3326200" y="1943486"/>
                </a:lnTo>
                <a:lnTo>
                  <a:pt x="3359491" y="1943486"/>
                </a:lnTo>
                <a:lnTo>
                  <a:pt x="3359491" y="1997472"/>
                </a:lnTo>
                <a:lnTo>
                  <a:pt x="3389009" y="1997472"/>
                </a:lnTo>
                <a:lnTo>
                  <a:pt x="3389009" y="2051457"/>
                </a:lnTo>
                <a:lnTo>
                  <a:pt x="3466959" y="2051457"/>
                </a:lnTo>
                <a:lnTo>
                  <a:pt x="3466959" y="2105443"/>
                </a:lnTo>
                <a:lnTo>
                  <a:pt x="3491294" y="2105443"/>
                </a:lnTo>
                <a:lnTo>
                  <a:pt x="3491294" y="2159429"/>
                </a:lnTo>
                <a:lnTo>
                  <a:pt x="3521941" y="2159429"/>
                </a:lnTo>
                <a:lnTo>
                  <a:pt x="3521941" y="2213415"/>
                </a:lnTo>
                <a:lnTo>
                  <a:pt x="3844742" y="2213415"/>
                </a:lnTo>
                <a:lnTo>
                  <a:pt x="3844742" y="2273399"/>
                </a:lnTo>
                <a:lnTo>
                  <a:pt x="3981308" y="2273399"/>
                </a:lnTo>
                <a:lnTo>
                  <a:pt x="3981308" y="2333383"/>
                </a:lnTo>
                <a:lnTo>
                  <a:pt x="4041864" y="2333383"/>
                </a:lnTo>
                <a:lnTo>
                  <a:pt x="4041864" y="2393367"/>
                </a:lnTo>
                <a:lnTo>
                  <a:pt x="4290715" y="2393367"/>
                </a:lnTo>
                <a:lnTo>
                  <a:pt x="4290715" y="2453351"/>
                </a:lnTo>
                <a:lnTo>
                  <a:pt x="4318827" y="2453351"/>
                </a:lnTo>
                <a:lnTo>
                  <a:pt x="4318827" y="2513335"/>
                </a:lnTo>
                <a:lnTo>
                  <a:pt x="4475906" y="2513335"/>
                </a:lnTo>
                <a:lnTo>
                  <a:pt x="4475906" y="2573319"/>
                </a:lnTo>
                <a:lnTo>
                  <a:pt x="4720905" y="2573319"/>
                </a:lnTo>
                <a:lnTo>
                  <a:pt x="4720905" y="2639618"/>
                </a:lnTo>
                <a:lnTo>
                  <a:pt x="4798389" y="2639618"/>
                </a:lnTo>
                <a:lnTo>
                  <a:pt x="4798389" y="2705916"/>
                </a:lnTo>
                <a:lnTo>
                  <a:pt x="4864387" y="2705916"/>
                </a:lnTo>
                <a:lnTo>
                  <a:pt x="4864387" y="2772214"/>
                </a:lnTo>
                <a:lnTo>
                  <a:pt x="5249449" y="2772214"/>
                </a:lnTo>
                <a:lnTo>
                  <a:pt x="5249449" y="2853812"/>
                </a:lnTo>
                <a:lnTo>
                  <a:pt x="5280553" y="2853812"/>
                </a:lnTo>
                <a:lnTo>
                  <a:pt x="5280553" y="2942828"/>
                </a:lnTo>
                <a:lnTo>
                  <a:pt x="5562761" y="2942828"/>
                </a:lnTo>
                <a:lnTo>
                  <a:pt x="5562761" y="3069993"/>
                </a:lnTo>
                <a:lnTo>
                  <a:pt x="6437376" y="3069993"/>
                </a:lnTo>
              </a:path>
            </a:pathLst>
          </a:custGeom>
          <a:noFill xmlns:a="http://schemas.openxmlformats.org/drawingml/2006/main"/>
          <a:ln xmlns:a="http://schemas.openxmlformats.org/drawingml/2006/main" w="29210">
            <a:solidFill>
              <a:srgbClr val="0072B2"/>
            </a:solidFill>
            <a:prstDash val="dash"/>
          </a:ln>
        </p:spPr>
      </p:sp>
      <p:sp>
        <p:nvSpPr>
          <p:cNvPr id="204" name="mbf8dd2dee2 204">
            <a:extLst xmlns:a="http://schemas.openxmlformats.org/drawingml/2006/main">
              <a:ext uri="{FF2B5EF4-FFF2-40B4-BE49-F238E27FC236}">
                <a16:creationId xmlns:a16="http://schemas.microsoft.com/office/drawing/2014/main" id="{FAA1892E-6732-4FD7-AA27-89F3D6C1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7643" y="325210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05" name="mbf8dd2dee2 205">
            <a:extLst xmlns:a="http://schemas.openxmlformats.org/drawingml/2006/main">
              <a:ext uri="{FF2B5EF4-FFF2-40B4-BE49-F238E27FC236}">
                <a16:creationId xmlns:a16="http://schemas.microsoft.com/office/drawing/2014/main" id="{7803372C-A6E8-4457-8A20-E4C3AB1D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3109" y="325210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06" name="mbf8dd2dee2 206">
            <a:extLst xmlns:a="http://schemas.openxmlformats.org/drawingml/2006/main">
              <a:ext uri="{FF2B5EF4-FFF2-40B4-BE49-F238E27FC236}">
                <a16:creationId xmlns:a16="http://schemas.microsoft.com/office/drawing/2014/main" id="{88EDF598-74F7-4151-8943-0AEC1410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2428" y="325210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07" name="mbf8dd2dee2 207">
            <a:extLst xmlns:a="http://schemas.openxmlformats.org/drawingml/2006/main">
              <a:ext uri="{FF2B5EF4-FFF2-40B4-BE49-F238E27FC236}">
                <a16:creationId xmlns:a16="http://schemas.microsoft.com/office/drawing/2014/main" id="{B9832028-C4CD-4261-9E73-0584586E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6920" y="361201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08" name="mbf8dd2dee2 208">
            <a:extLst xmlns:a="http://schemas.openxmlformats.org/drawingml/2006/main">
              <a:ext uri="{FF2B5EF4-FFF2-40B4-BE49-F238E27FC236}">
                <a16:creationId xmlns:a16="http://schemas.microsoft.com/office/drawing/2014/main" id="{DA32E9FE-478A-4DB3-9B26-93316178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6674" y="361201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09" name="mbf8dd2dee2 209">
            <a:extLst xmlns:a="http://schemas.openxmlformats.org/drawingml/2006/main">
              <a:ext uri="{FF2B5EF4-FFF2-40B4-BE49-F238E27FC236}">
                <a16:creationId xmlns:a16="http://schemas.microsoft.com/office/drawing/2014/main" id="{1D234492-8B49-48B1-9FF7-F78D167D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119" y="381090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10" name="mbf8dd2dee2 210">
            <a:extLst xmlns:a="http://schemas.openxmlformats.org/drawingml/2006/main">
              <a:ext uri="{FF2B5EF4-FFF2-40B4-BE49-F238E27FC236}">
                <a16:creationId xmlns:a16="http://schemas.microsoft.com/office/drawing/2014/main" id="{2D9280F0-1D78-4047-BE67-9D3C0FE9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5825" y="381090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11" name="mbf8dd2dee2 211">
            <a:extLst xmlns:a="http://schemas.openxmlformats.org/drawingml/2006/main">
              <a:ext uri="{FF2B5EF4-FFF2-40B4-BE49-F238E27FC236}">
                <a16:creationId xmlns:a16="http://schemas.microsoft.com/office/drawing/2014/main" id="{40A0F318-B0BC-4A19-818A-1E61E5E2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41" y="381090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12" name="mbf8dd2dee2 212">
            <a:extLst xmlns:a="http://schemas.openxmlformats.org/drawingml/2006/main">
              <a:ext uri="{FF2B5EF4-FFF2-40B4-BE49-F238E27FC236}">
                <a16:creationId xmlns:a16="http://schemas.microsoft.com/office/drawing/2014/main" id="{5FF6BB60-48E0-4664-81F2-B5AF5B9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3780" y="389250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13" name="mbf8dd2dee2 213">
            <a:extLst xmlns:a="http://schemas.openxmlformats.org/drawingml/2006/main">
              <a:ext uri="{FF2B5EF4-FFF2-40B4-BE49-F238E27FC236}">
                <a16:creationId xmlns:a16="http://schemas.microsoft.com/office/drawing/2014/main" id="{68E3BBC2-E81A-42F9-B9C2-FA0BEB66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7204" y="398152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14" name="mbf8dd2dee2 214">
            <a:extLst xmlns:a="http://schemas.openxmlformats.org/drawingml/2006/main">
              <a:ext uri="{FF2B5EF4-FFF2-40B4-BE49-F238E27FC236}">
                <a16:creationId xmlns:a16="http://schemas.microsoft.com/office/drawing/2014/main" id="{A0C9B6BE-DAB7-48A0-B4C9-EA80D742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7846" y="398152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15" name="mbf8dd2dee2 215">
            <a:extLst xmlns:a="http://schemas.openxmlformats.org/drawingml/2006/main">
              <a:ext uri="{FF2B5EF4-FFF2-40B4-BE49-F238E27FC236}">
                <a16:creationId xmlns:a16="http://schemas.microsoft.com/office/drawing/2014/main" id="{16804E5B-2164-4C6F-B4AC-4F57DCC1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9843" y="398152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16" name="mbf8dd2dee2 216">
            <a:extLst xmlns:a="http://schemas.openxmlformats.org/drawingml/2006/main">
              <a:ext uri="{FF2B5EF4-FFF2-40B4-BE49-F238E27FC236}">
                <a16:creationId xmlns:a16="http://schemas.microsoft.com/office/drawing/2014/main" id="{70BBAD6F-BE3F-4C4C-8470-1A0F9E3D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3580" y="410868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17" name="mbf8dd2dee2 217">
            <a:extLst xmlns:a="http://schemas.openxmlformats.org/drawingml/2006/main">
              <a:ext uri="{FF2B5EF4-FFF2-40B4-BE49-F238E27FC236}">
                <a16:creationId xmlns:a16="http://schemas.microsoft.com/office/drawing/2014/main" id="{1475CCD9-9DE6-4FEA-80F6-B170137E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9756" y="410868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18" name="Vector 218">
            <a:extLst xmlns:a="http://schemas.openxmlformats.org/drawingml/2006/main">
              <a:ext uri="{FF2B5EF4-FFF2-40B4-BE49-F238E27FC236}">
                <a16:creationId xmlns:a16="http://schemas.microsoft.com/office/drawing/2014/main" id="{D6776137-0296-4089-9FE1-589CC0B3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3176849"/>
          </a:xfrm>
          <a:custGeom xmlns:a="http://schemas.openxmlformats.org/drawingml/2006/main">
            <a:pathLst>
              <a:path w="6437376" h="3176849">
                <a:moveTo>
                  <a:pt x="0" y="0"/>
                </a:moveTo>
                <a:lnTo>
                  <a:pt x="110381" y="0"/>
                </a:lnTo>
                <a:lnTo>
                  <a:pt x="110381" y="46744"/>
                </a:lnTo>
                <a:lnTo>
                  <a:pt x="138474" y="46744"/>
                </a:lnTo>
                <a:lnTo>
                  <a:pt x="138474" y="93487"/>
                </a:lnTo>
                <a:lnTo>
                  <a:pt x="204798" y="93487"/>
                </a:lnTo>
                <a:lnTo>
                  <a:pt x="204798" y="140231"/>
                </a:lnTo>
                <a:lnTo>
                  <a:pt x="339673" y="140231"/>
                </a:lnTo>
                <a:lnTo>
                  <a:pt x="339673" y="186975"/>
                </a:lnTo>
                <a:lnTo>
                  <a:pt x="643050" y="186975"/>
                </a:lnTo>
                <a:lnTo>
                  <a:pt x="643050" y="233719"/>
                </a:lnTo>
                <a:lnTo>
                  <a:pt x="689536" y="233719"/>
                </a:lnTo>
                <a:lnTo>
                  <a:pt x="689536" y="280462"/>
                </a:lnTo>
                <a:lnTo>
                  <a:pt x="706674" y="280462"/>
                </a:lnTo>
                <a:lnTo>
                  <a:pt x="706674" y="327206"/>
                </a:lnTo>
                <a:lnTo>
                  <a:pt x="780144" y="327206"/>
                </a:lnTo>
                <a:lnTo>
                  <a:pt x="780144" y="373950"/>
                </a:lnTo>
                <a:lnTo>
                  <a:pt x="814524" y="373950"/>
                </a:lnTo>
                <a:lnTo>
                  <a:pt x="814524" y="420694"/>
                </a:lnTo>
                <a:lnTo>
                  <a:pt x="849385" y="420694"/>
                </a:lnTo>
                <a:lnTo>
                  <a:pt x="849385" y="467437"/>
                </a:lnTo>
                <a:lnTo>
                  <a:pt x="856044" y="467437"/>
                </a:lnTo>
                <a:lnTo>
                  <a:pt x="856044" y="514181"/>
                </a:lnTo>
                <a:lnTo>
                  <a:pt x="861419" y="514181"/>
                </a:lnTo>
                <a:lnTo>
                  <a:pt x="861419" y="560925"/>
                </a:lnTo>
                <a:lnTo>
                  <a:pt x="866153" y="560925"/>
                </a:lnTo>
                <a:lnTo>
                  <a:pt x="866153" y="607669"/>
                </a:lnTo>
                <a:lnTo>
                  <a:pt x="888677" y="607669"/>
                </a:lnTo>
                <a:lnTo>
                  <a:pt x="888677" y="654412"/>
                </a:lnTo>
                <a:lnTo>
                  <a:pt x="930235" y="654412"/>
                </a:lnTo>
                <a:lnTo>
                  <a:pt x="930235" y="701156"/>
                </a:lnTo>
                <a:lnTo>
                  <a:pt x="942906" y="701156"/>
                </a:lnTo>
                <a:lnTo>
                  <a:pt x="942906" y="747900"/>
                </a:lnTo>
                <a:lnTo>
                  <a:pt x="950143" y="747900"/>
                </a:lnTo>
                <a:lnTo>
                  <a:pt x="950143" y="794644"/>
                </a:lnTo>
                <a:lnTo>
                  <a:pt x="992735" y="794644"/>
                </a:lnTo>
                <a:lnTo>
                  <a:pt x="992735" y="841387"/>
                </a:lnTo>
                <a:lnTo>
                  <a:pt x="996244" y="841387"/>
                </a:lnTo>
                <a:lnTo>
                  <a:pt x="996244" y="888131"/>
                </a:lnTo>
                <a:lnTo>
                  <a:pt x="1019607" y="888131"/>
                </a:lnTo>
                <a:lnTo>
                  <a:pt x="1019607" y="934875"/>
                </a:lnTo>
                <a:lnTo>
                  <a:pt x="1057521" y="934875"/>
                </a:lnTo>
                <a:lnTo>
                  <a:pt x="1057521" y="981618"/>
                </a:lnTo>
                <a:lnTo>
                  <a:pt x="1094081" y="981618"/>
                </a:lnTo>
                <a:lnTo>
                  <a:pt x="1094081" y="1028362"/>
                </a:lnTo>
                <a:lnTo>
                  <a:pt x="1160964" y="1028362"/>
                </a:lnTo>
                <a:lnTo>
                  <a:pt x="1160964" y="1075106"/>
                </a:lnTo>
                <a:lnTo>
                  <a:pt x="1173769" y="1075106"/>
                </a:lnTo>
                <a:lnTo>
                  <a:pt x="1173769" y="1121850"/>
                </a:lnTo>
                <a:lnTo>
                  <a:pt x="1248676" y="1121850"/>
                </a:lnTo>
                <a:lnTo>
                  <a:pt x="1248676" y="1168593"/>
                </a:lnTo>
                <a:lnTo>
                  <a:pt x="1264494" y="1168593"/>
                </a:lnTo>
                <a:lnTo>
                  <a:pt x="1264517" y="1262081"/>
                </a:lnTo>
                <a:lnTo>
                  <a:pt x="1274197" y="1262081"/>
                </a:lnTo>
                <a:lnTo>
                  <a:pt x="1274197" y="1308825"/>
                </a:lnTo>
                <a:lnTo>
                  <a:pt x="1292042" y="1308825"/>
                </a:lnTo>
                <a:lnTo>
                  <a:pt x="1292042" y="1355568"/>
                </a:lnTo>
                <a:lnTo>
                  <a:pt x="1314646" y="1355568"/>
                </a:lnTo>
                <a:lnTo>
                  <a:pt x="1314646" y="1402312"/>
                </a:lnTo>
                <a:lnTo>
                  <a:pt x="1472314" y="1402312"/>
                </a:lnTo>
                <a:lnTo>
                  <a:pt x="1472314" y="1449056"/>
                </a:lnTo>
                <a:lnTo>
                  <a:pt x="1708674" y="1449056"/>
                </a:lnTo>
                <a:lnTo>
                  <a:pt x="1708674" y="1495800"/>
                </a:lnTo>
                <a:lnTo>
                  <a:pt x="1821637" y="1495800"/>
                </a:lnTo>
                <a:lnTo>
                  <a:pt x="1821637" y="1542543"/>
                </a:lnTo>
                <a:lnTo>
                  <a:pt x="1827854" y="1542543"/>
                </a:lnTo>
                <a:lnTo>
                  <a:pt x="1827854" y="1589287"/>
                </a:lnTo>
                <a:lnTo>
                  <a:pt x="1908337" y="1589287"/>
                </a:lnTo>
                <a:lnTo>
                  <a:pt x="1908337" y="1636031"/>
                </a:lnTo>
                <a:lnTo>
                  <a:pt x="1961745" y="1636031"/>
                </a:lnTo>
                <a:lnTo>
                  <a:pt x="1961745" y="1682775"/>
                </a:lnTo>
                <a:lnTo>
                  <a:pt x="2015734" y="1682775"/>
                </a:lnTo>
                <a:lnTo>
                  <a:pt x="2015734" y="1729518"/>
                </a:lnTo>
                <a:lnTo>
                  <a:pt x="2042295" y="1729518"/>
                </a:lnTo>
                <a:lnTo>
                  <a:pt x="2042295" y="1776262"/>
                </a:lnTo>
                <a:lnTo>
                  <a:pt x="2090079" y="1776262"/>
                </a:lnTo>
                <a:lnTo>
                  <a:pt x="2090079" y="1823006"/>
                </a:lnTo>
                <a:lnTo>
                  <a:pt x="2184254" y="1823006"/>
                </a:lnTo>
                <a:lnTo>
                  <a:pt x="2184254" y="1869749"/>
                </a:lnTo>
                <a:lnTo>
                  <a:pt x="2245375" y="1869749"/>
                </a:lnTo>
                <a:lnTo>
                  <a:pt x="2245375" y="1916493"/>
                </a:lnTo>
                <a:lnTo>
                  <a:pt x="2247208" y="1916493"/>
                </a:lnTo>
                <a:lnTo>
                  <a:pt x="2247208" y="1963237"/>
                </a:lnTo>
                <a:lnTo>
                  <a:pt x="2334260" y="1963237"/>
                </a:lnTo>
                <a:lnTo>
                  <a:pt x="2334260" y="2009981"/>
                </a:lnTo>
                <a:lnTo>
                  <a:pt x="2366349" y="2009981"/>
                </a:lnTo>
                <a:lnTo>
                  <a:pt x="2366349" y="2056724"/>
                </a:lnTo>
                <a:lnTo>
                  <a:pt x="2386656" y="2056724"/>
                </a:lnTo>
                <a:lnTo>
                  <a:pt x="2386656" y="2103468"/>
                </a:lnTo>
                <a:lnTo>
                  <a:pt x="2439942" y="2103468"/>
                </a:lnTo>
                <a:lnTo>
                  <a:pt x="2439942" y="2150212"/>
                </a:lnTo>
                <a:lnTo>
                  <a:pt x="2540230" y="2150212"/>
                </a:lnTo>
                <a:lnTo>
                  <a:pt x="2540230" y="2196956"/>
                </a:lnTo>
                <a:lnTo>
                  <a:pt x="2655030" y="2196956"/>
                </a:lnTo>
                <a:lnTo>
                  <a:pt x="2655030" y="2243699"/>
                </a:lnTo>
                <a:lnTo>
                  <a:pt x="3089039" y="2243699"/>
                </a:lnTo>
                <a:lnTo>
                  <a:pt x="3089039" y="2290443"/>
                </a:lnTo>
                <a:lnTo>
                  <a:pt x="3297721" y="2290443"/>
                </a:lnTo>
                <a:lnTo>
                  <a:pt x="3297721" y="2337187"/>
                </a:lnTo>
                <a:lnTo>
                  <a:pt x="3383603" y="2337187"/>
                </a:lnTo>
                <a:lnTo>
                  <a:pt x="3383603" y="2383931"/>
                </a:lnTo>
                <a:lnTo>
                  <a:pt x="3533272" y="2383931"/>
                </a:lnTo>
                <a:lnTo>
                  <a:pt x="3533272" y="2430674"/>
                </a:lnTo>
                <a:lnTo>
                  <a:pt x="3683311" y="2430674"/>
                </a:lnTo>
                <a:lnTo>
                  <a:pt x="3683311" y="2480757"/>
                </a:lnTo>
                <a:lnTo>
                  <a:pt x="3773291" y="2480757"/>
                </a:lnTo>
                <a:lnTo>
                  <a:pt x="3773291" y="2532766"/>
                </a:lnTo>
                <a:lnTo>
                  <a:pt x="3892738" y="2532766"/>
                </a:lnTo>
                <a:lnTo>
                  <a:pt x="3892738" y="2586942"/>
                </a:lnTo>
                <a:lnTo>
                  <a:pt x="4011419" y="2586942"/>
                </a:lnTo>
                <a:lnTo>
                  <a:pt x="4011419" y="2641117"/>
                </a:lnTo>
                <a:lnTo>
                  <a:pt x="4190851" y="2641117"/>
                </a:lnTo>
                <a:lnTo>
                  <a:pt x="4190851" y="2695293"/>
                </a:lnTo>
                <a:lnTo>
                  <a:pt x="4240913" y="2695293"/>
                </a:lnTo>
                <a:lnTo>
                  <a:pt x="4240913" y="2749469"/>
                </a:lnTo>
                <a:lnTo>
                  <a:pt x="4396958" y="2749469"/>
                </a:lnTo>
                <a:lnTo>
                  <a:pt x="4396958" y="2806496"/>
                </a:lnTo>
                <a:lnTo>
                  <a:pt x="4772185" y="2806496"/>
                </a:lnTo>
                <a:lnTo>
                  <a:pt x="4772185" y="2870652"/>
                </a:lnTo>
                <a:lnTo>
                  <a:pt x="5400093" y="2870652"/>
                </a:lnTo>
                <a:lnTo>
                  <a:pt x="5400093" y="2958137"/>
                </a:lnTo>
                <a:lnTo>
                  <a:pt x="5497585" y="2958137"/>
                </a:lnTo>
                <a:lnTo>
                  <a:pt x="5497585" y="3045622"/>
                </a:lnTo>
                <a:lnTo>
                  <a:pt x="6259985" y="3045622"/>
                </a:lnTo>
                <a:lnTo>
                  <a:pt x="6259985" y="3176849"/>
                </a:lnTo>
                <a:lnTo>
                  <a:pt x="6437376" y="3176849"/>
                </a:lnTo>
              </a:path>
            </a:pathLst>
          </a:custGeom>
          <a:noFill xmlns:a="http://schemas.openxmlformats.org/drawingml/2006/main"/>
          <a:ln xmlns:a="http://schemas.openxmlformats.org/drawingml/2006/main" w="29210">
            <a:solidFill>
              <a:srgbClr val="D55E00"/>
            </a:solidFill>
            <a:prstDash val="solid"/>
          </a:ln>
        </p:spPr>
      </p:sp>
      <p:sp>
        <p:nvSpPr>
          <p:cNvPr id="219" name="m4d2844a45c 219">
            <a:extLst xmlns:a="http://schemas.openxmlformats.org/drawingml/2006/main">
              <a:ext uri="{FF2B5EF4-FFF2-40B4-BE49-F238E27FC236}">
                <a16:creationId xmlns:a16="http://schemas.microsoft.com/office/drawing/2014/main" id="{0955565C-CF5A-4C4F-99FF-3D896F27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1546" y="346936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20" name="m4d2844a45c 220">
            <a:extLst xmlns:a="http://schemas.openxmlformats.org/drawingml/2006/main">
              <a:ext uri="{FF2B5EF4-FFF2-40B4-BE49-F238E27FC236}">
                <a16:creationId xmlns:a16="http://schemas.microsoft.com/office/drawing/2014/main" id="{AAC5D024-9AA8-4E2E-8FE5-5F6EB5D6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217" y="346936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21" name="m4d2844a45c 221">
            <a:extLst xmlns:a="http://schemas.openxmlformats.org/drawingml/2006/main">
              <a:ext uri="{FF2B5EF4-FFF2-40B4-BE49-F238E27FC236}">
                <a16:creationId xmlns:a16="http://schemas.microsoft.com/office/drawing/2014/main" id="{939A2708-3A67-4DC3-9F41-6D28A3A9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8818" y="351945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22" name="m4d2844a45c 222">
            <a:extLst xmlns:a="http://schemas.openxmlformats.org/drawingml/2006/main">
              <a:ext uri="{FF2B5EF4-FFF2-40B4-BE49-F238E27FC236}">
                <a16:creationId xmlns:a16="http://schemas.microsoft.com/office/drawing/2014/main" id="{00835205-6F32-499B-89EE-24CC7973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6688" y="357145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23" name="m4d2844a45c 223">
            <a:extLst xmlns:a="http://schemas.openxmlformats.org/drawingml/2006/main">
              <a:ext uri="{FF2B5EF4-FFF2-40B4-BE49-F238E27FC236}">
                <a16:creationId xmlns:a16="http://schemas.microsoft.com/office/drawing/2014/main" id="{65F86116-2676-4788-A859-D356FDAC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2857" y="378816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24" name="m4d2844a45c 224">
            <a:extLst xmlns:a="http://schemas.openxmlformats.org/drawingml/2006/main">
              <a:ext uri="{FF2B5EF4-FFF2-40B4-BE49-F238E27FC236}">
                <a16:creationId xmlns:a16="http://schemas.microsoft.com/office/drawing/2014/main" id="{6DDECD16-AD69-423C-9032-50A230F4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5321" y="384518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25" name="m4d2844a45c 225">
            <a:extLst xmlns:a="http://schemas.openxmlformats.org/drawingml/2006/main">
              <a:ext uri="{FF2B5EF4-FFF2-40B4-BE49-F238E27FC236}">
                <a16:creationId xmlns:a16="http://schemas.microsoft.com/office/drawing/2014/main" id="{1736DB8D-9413-43EF-B021-0730E9DD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8795" y="384518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26" name="m4d2844a45c 226">
            <a:extLst xmlns:a="http://schemas.openxmlformats.org/drawingml/2006/main">
              <a:ext uri="{FF2B5EF4-FFF2-40B4-BE49-F238E27FC236}">
                <a16:creationId xmlns:a16="http://schemas.microsoft.com/office/drawing/2014/main" id="{7584B0E0-A6EA-4B25-B5DD-29E496C4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210" y="390934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27" name="m4d2844a45c 227">
            <a:extLst xmlns:a="http://schemas.openxmlformats.org/drawingml/2006/main">
              <a:ext uri="{FF2B5EF4-FFF2-40B4-BE49-F238E27FC236}">
                <a16:creationId xmlns:a16="http://schemas.microsoft.com/office/drawing/2014/main" id="{F93C30A7-FC4C-44E4-84CB-906932FB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2340" y="390934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28" name="m4d2844a45c 228">
            <a:extLst xmlns:a="http://schemas.openxmlformats.org/drawingml/2006/main">
              <a:ext uri="{FF2B5EF4-FFF2-40B4-BE49-F238E27FC236}">
                <a16:creationId xmlns:a16="http://schemas.microsoft.com/office/drawing/2014/main" id="{2EE9FBB5-322D-4029-B3D2-E66F9D73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3584" y="390934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29" name="m4d2844a45c 229">
            <a:extLst xmlns:a="http://schemas.openxmlformats.org/drawingml/2006/main">
              <a:ext uri="{FF2B5EF4-FFF2-40B4-BE49-F238E27FC236}">
                <a16:creationId xmlns:a16="http://schemas.microsoft.com/office/drawing/2014/main" id="{21AD37FB-2AFE-4C27-8B98-535EDD41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9563" y="390934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30" name="m4d2844a45c 230">
            <a:extLst xmlns:a="http://schemas.openxmlformats.org/drawingml/2006/main">
              <a:ext uri="{FF2B5EF4-FFF2-40B4-BE49-F238E27FC236}">
                <a16:creationId xmlns:a16="http://schemas.microsoft.com/office/drawing/2014/main" id="{B1F0F9D7-1275-4A28-9339-3DFB4104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7694" y="408431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31" name="m4d2844a45c 231">
            <a:extLst xmlns:a="http://schemas.openxmlformats.org/drawingml/2006/main">
              <a:ext uri="{FF2B5EF4-FFF2-40B4-BE49-F238E27FC236}">
                <a16:creationId xmlns:a16="http://schemas.microsoft.com/office/drawing/2014/main" id="{9BC225FF-5B3D-49AC-B651-4E94792D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013" y="408431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32" name="m4d2844a45c 232">
            <a:extLst xmlns:a="http://schemas.openxmlformats.org/drawingml/2006/main">
              <a:ext uri="{FF2B5EF4-FFF2-40B4-BE49-F238E27FC236}">
                <a16:creationId xmlns:a16="http://schemas.microsoft.com/office/drawing/2014/main" id="{2C525DF5-E71E-4159-9408-92403E20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3573" y="408431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33" name="Vector 233">
            <a:extLst xmlns:a="http://schemas.openxmlformats.org/drawingml/2006/main">
              <a:ext uri="{FF2B5EF4-FFF2-40B4-BE49-F238E27FC236}">
                <a16:creationId xmlns:a16="http://schemas.microsoft.com/office/drawing/2014/main" id="{EA96E234-7EEB-489A-9D10-8ED92B01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980968"/>
            <a:ext cx="10" cy="3928811"/>
          </a:xfrm>
          <a:custGeom xmlns:a="http://schemas.openxmlformats.org/drawingml/2006/main">
            <a:pathLst>
              <a:path w="10" h="3928811">
                <a:moveTo>
                  <a:pt x="0" y="39288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234" name="Vector 234">
            <a:extLst xmlns:a="http://schemas.openxmlformats.org/drawingml/2006/main">
              <a:ext uri="{FF2B5EF4-FFF2-40B4-BE49-F238E27FC236}">
                <a16:creationId xmlns:a16="http://schemas.microsoft.com/office/drawing/2014/main" id="{C0A86B5C-43BE-42ED-888F-9908234A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4909779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235" name="Text 235: 109 (0)">
            <a:extLst xmlns:a="http://schemas.openxmlformats.org/drawingml/2006/main">
              <a:ext uri="{FF2B5EF4-FFF2-40B4-BE49-F238E27FC236}">
                <a16:creationId xmlns:a16="http://schemas.microsoft.com/office/drawing/2014/main" id="{E9AC7479-1022-4994-8D97-53413FA6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0996" y="5954333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109 (0)</a:t>
            </a:r>
          </a:p>
        </p:txBody>
      </p:sp>
      <p:sp>
        <p:nvSpPr>
          <p:cNvPr id="236" name="Text 236: 87 (0)">
            <a:extLst xmlns:a="http://schemas.openxmlformats.org/drawingml/2006/main">
              <a:ext uri="{FF2B5EF4-FFF2-40B4-BE49-F238E27FC236}">
                <a16:creationId xmlns:a16="http://schemas.microsoft.com/office/drawing/2014/main" id="{0E1C486B-E2C9-4585-8606-8D21B42A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646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 (0)</a:t>
            </a:r>
          </a:p>
        </p:txBody>
      </p:sp>
      <p:sp>
        <p:nvSpPr>
          <p:cNvPr id="237" name="Text 237: 53 (0)">
            <a:extLst xmlns:a="http://schemas.openxmlformats.org/drawingml/2006/main">
              <a:ext uri="{FF2B5EF4-FFF2-40B4-BE49-F238E27FC236}">
                <a16:creationId xmlns:a16="http://schemas.microsoft.com/office/drawing/2014/main" id="{FD231CDB-4F14-4DDB-A104-CE48F105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4990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53 (0)</a:t>
            </a:r>
          </a:p>
        </p:txBody>
      </p:sp>
      <p:sp>
        <p:nvSpPr>
          <p:cNvPr id="238" name="Text 238: 19 (12)">
            <a:extLst xmlns:a="http://schemas.openxmlformats.org/drawingml/2006/main">
              <a:ext uri="{FF2B5EF4-FFF2-40B4-BE49-F238E27FC236}">
                <a16:creationId xmlns:a16="http://schemas.microsoft.com/office/drawing/2014/main" id="{F5AF8CD5-63DE-4844-B360-2BB64076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9028" y="5954333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 (12)</a:t>
            </a:r>
          </a:p>
        </p:txBody>
      </p:sp>
      <p:sp>
        <p:nvSpPr>
          <p:cNvPr id="239" name="Text 239: 5 (20)">
            <a:extLst xmlns:a="http://schemas.openxmlformats.org/drawingml/2006/main">
              <a:ext uri="{FF2B5EF4-FFF2-40B4-BE49-F238E27FC236}">
                <a16:creationId xmlns:a16="http://schemas.microsoft.com/office/drawing/2014/main" id="{26FC42D4-22DA-446A-B038-2EACF533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43678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(20)</a:t>
            </a:r>
          </a:p>
        </p:txBody>
      </p:sp>
      <p:sp>
        <p:nvSpPr>
          <p:cNvPr id="240" name="Text 240: 98 (0)">
            <a:extLst xmlns:a="http://schemas.openxmlformats.org/drawingml/2006/main">
              <a:ext uri="{FF2B5EF4-FFF2-40B4-BE49-F238E27FC236}">
                <a16:creationId xmlns:a16="http://schemas.microsoft.com/office/drawing/2014/main" id="{5CB9BC70-F2E4-45BE-8A51-242DAE9F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6302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98 (0)</a:t>
            </a:r>
          </a:p>
        </p:txBody>
      </p:sp>
      <p:sp>
        <p:nvSpPr>
          <p:cNvPr id="241" name="Text 241: 85 (0)">
            <a:extLst xmlns:a="http://schemas.openxmlformats.org/drawingml/2006/main">
              <a:ext uri="{FF2B5EF4-FFF2-40B4-BE49-F238E27FC236}">
                <a16:creationId xmlns:a16="http://schemas.microsoft.com/office/drawing/2014/main" id="{C3E00328-B30B-4CA2-A65E-6B356122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646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 (0)</a:t>
            </a:r>
          </a:p>
        </p:txBody>
      </p:sp>
      <p:sp>
        <p:nvSpPr>
          <p:cNvPr id="242" name="Text 242: 64 (0)">
            <a:extLst xmlns:a="http://schemas.openxmlformats.org/drawingml/2006/main">
              <a:ext uri="{FF2B5EF4-FFF2-40B4-BE49-F238E27FC236}">
                <a16:creationId xmlns:a16="http://schemas.microsoft.com/office/drawing/2014/main" id="{C44EA0EF-75F0-4F01-A6EF-D7CEA411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4990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64 (0)</a:t>
            </a:r>
          </a:p>
        </p:txBody>
      </p:sp>
      <p:sp>
        <p:nvSpPr>
          <p:cNvPr id="243" name="Text 243: 36 (13)">
            <a:extLst xmlns:a="http://schemas.openxmlformats.org/drawingml/2006/main">
              <a:ext uri="{FF2B5EF4-FFF2-40B4-BE49-F238E27FC236}">
                <a16:creationId xmlns:a16="http://schemas.microsoft.com/office/drawing/2014/main" id="{7FA1CA0E-D9D4-4A66-BEB7-54DFEE6D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9028" y="6250270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 (13)</a:t>
            </a:r>
          </a:p>
        </p:txBody>
      </p:sp>
      <p:sp>
        <p:nvSpPr>
          <p:cNvPr id="244" name="Text 244: 10 (30)">
            <a:extLst xmlns:a="http://schemas.openxmlformats.org/drawingml/2006/main">
              <a:ext uri="{FF2B5EF4-FFF2-40B4-BE49-F238E27FC236}">
                <a16:creationId xmlns:a16="http://schemas.microsoft.com/office/drawing/2014/main" id="{1070AE9E-7C13-47B5-8A6C-8C5717F2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8372" y="6250270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 (30)</a:t>
            </a:r>
          </a:p>
        </p:txBody>
      </p:sp>
      <p:sp>
        <p:nvSpPr>
          <p:cNvPr id="245" name="Text 245: 71 (0)">
            <a:extLst xmlns:a="http://schemas.openxmlformats.org/drawingml/2006/main">
              <a:ext uri="{FF2B5EF4-FFF2-40B4-BE49-F238E27FC236}">
                <a16:creationId xmlns:a16="http://schemas.microsoft.com/office/drawing/2014/main" id="{0FB126DD-CD6C-4FAA-A621-102A2AB0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6302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71 (0)</a:t>
            </a:r>
          </a:p>
        </p:txBody>
      </p:sp>
      <p:sp>
        <p:nvSpPr>
          <p:cNvPr id="246" name="Text 246: 55 (0)">
            <a:extLst xmlns:a="http://schemas.openxmlformats.org/drawingml/2006/main">
              <a:ext uri="{FF2B5EF4-FFF2-40B4-BE49-F238E27FC236}">
                <a16:creationId xmlns:a16="http://schemas.microsoft.com/office/drawing/2014/main" id="{DCD87CBB-597F-4557-AE9A-8E238325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646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55 (0)</a:t>
            </a:r>
          </a:p>
        </p:txBody>
      </p:sp>
      <p:sp>
        <p:nvSpPr>
          <p:cNvPr id="247" name="Text 247: 36 (0)">
            <a:extLst xmlns:a="http://schemas.openxmlformats.org/drawingml/2006/main">
              <a:ext uri="{FF2B5EF4-FFF2-40B4-BE49-F238E27FC236}">
                <a16:creationId xmlns:a16="http://schemas.microsoft.com/office/drawing/2014/main" id="{63330BAA-C033-4454-9CB2-66F63B19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4990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 (0)</a:t>
            </a:r>
          </a:p>
        </p:txBody>
      </p:sp>
      <p:sp>
        <p:nvSpPr>
          <p:cNvPr id="248" name="Text 248: 17 (5)">
            <a:extLst xmlns:a="http://schemas.openxmlformats.org/drawingml/2006/main">
              <a:ext uri="{FF2B5EF4-FFF2-40B4-BE49-F238E27FC236}">
                <a16:creationId xmlns:a16="http://schemas.microsoft.com/office/drawing/2014/main" id="{F53456D5-6D74-4C69-8CB0-340753ED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34334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 (5)</a:t>
            </a:r>
          </a:p>
        </p:txBody>
      </p:sp>
      <p:sp>
        <p:nvSpPr>
          <p:cNvPr id="249" name="Text 249: 4 (14)">
            <a:extLst xmlns:a="http://schemas.openxmlformats.org/drawingml/2006/main">
              <a:ext uri="{FF2B5EF4-FFF2-40B4-BE49-F238E27FC236}">
                <a16:creationId xmlns:a16="http://schemas.microsoft.com/office/drawing/2014/main" id="{351FDEFF-7515-448E-98D5-1E3936EC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43678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 (14)</a:t>
            </a:r>
          </a:p>
        </p:txBody>
      </p:sp>
      <p:sp>
        <p:nvSpPr>
          <p:cNvPr id="250" name="Text 250: 82 (0)">
            <a:extLst xmlns:a="http://schemas.openxmlformats.org/drawingml/2006/main">
              <a:ext uri="{FF2B5EF4-FFF2-40B4-BE49-F238E27FC236}">
                <a16:creationId xmlns:a16="http://schemas.microsoft.com/office/drawing/2014/main" id="{DDA27C76-A6EC-46D2-8819-DBFE8885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6302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82 (0)</a:t>
            </a:r>
          </a:p>
        </p:txBody>
      </p:sp>
      <p:sp>
        <p:nvSpPr>
          <p:cNvPr id="251" name="Text 251: 51 (0)">
            <a:extLst xmlns:a="http://schemas.openxmlformats.org/drawingml/2006/main">
              <a:ext uri="{FF2B5EF4-FFF2-40B4-BE49-F238E27FC236}">
                <a16:creationId xmlns:a16="http://schemas.microsoft.com/office/drawing/2014/main" id="{E3987B80-BCB9-4127-9B55-C9EF18F7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646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 (0)</a:t>
            </a:r>
          </a:p>
        </p:txBody>
      </p:sp>
      <p:sp>
        <p:nvSpPr>
          <p:cNvPr id="252" name="Text 252: 33 (0)">
            <a:extLst xmlns:a="http://schemas.openxmlformats.org/drawingml/2006/main">
              <a:ext uri="{FF2B5EF4-FFF2-40B4-BE49-F238E27FC236}">
                <a16:creationId xmlns:a16="http://schemas.microsoft.com/office/drawing/2014/main" id="{D569BB56-35A1-42A7-A9E8-77E42436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4990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 (0)</a:t>
            </a:r>
          </a:p>
        </p:txBody>
      </p:sp>
      <p:sp>
        <p:nvSpPr>
          <p:cNvPr id="253" name="Text 253: 15 (7)">
            <a:extLst xmlns:a="http://schemas.openxmlformats.org/drawingml/2006/main">
              <a:ext uri="{FF2B5EF4-FFF2-40B4-BE49-F238E27FC236}">
                <a16:creationId xmlns:a16="http://schemas.microsoft.com/office/drawing/2014/main" id="{E2DBC063-EBEE-4CD3-B94D-D75720EE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34334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 (7)</a:t>
            </a:r>
          </a:p>
        </p:txBody>
      </p:sp>
      <p:sp>
        <p:nvSpPr>
          <p:cNvPr id="254" name="Text 254: 5 (14)">
            <a:extLst xmlns:a="http://schemas.openxmlformats.org/drawingml/2006/main">
              <a:ext uri="{FF2B5EF4-FFF2-40B4-BE49-F238E27FC236}">
                <a16:creationId xmlns:a16="http://schemas.microsoft.com/office/drawing/2014/main" id="{A02ADDA5-C2D0-4DF0-ADCF-10D87C0F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43678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(14)</a:t>
            </a:r>
          </a:p>
        </p:txBody>
      </p:sp>
      <p:sp>
        <p:nvSpPr>
          <p:cNvPr id="255" name="Vector 255">
            <a:extLst xmlns:a="http://schemas.openxmlformats.org/drawingml/2006/main">
              <a:ext uri="{FF2B5EF4-FFF2-40B4-BE49-F238E27FC236}">
                <a16:creationId xmlns:a16="http://schemas.microsoft.com/office/drawing/2014/main" id="{49FA91E6-0DA4-4A9E-933A-51E54608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344" y="8277332"/>
            <a:ext cx="1207008" cy="1347021"/>
          </a:xfrm>
          <a:custGeom xmlns:a="http://schemas.openxmlformats.org/drawingml/2006/main">
            <a:pathLst>
              <a:path w="1207008" h="1347021">
                <a:moveTo>
                  <a:pt x="0" y="1347021"/>
                </a:moveTo>
                <a:lnTo>
                  <a:pt x="1207008" y="1347021"/>
                </a:lnTo>
                <a:lnTo>
                  <a:pt x="12070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56" name="m42521e0738 256">
            <a:extLst xmlns:a="http://schemas.openxmlformats.org/drawingml/2006/main">
              <a:ext uri="{FF2B5EF4-FFF2-40B4-BE49-F238E27FC236}">
                <a16:creationId xmlns:a16="http://schemas.microsoft.com/office/drawing/2014/main" id="{7B1CE18E-4B9D-44A2-9502-5CD13E93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5251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7" name="Text 257: 0.25">
            <a:extLst xmlns:a="http://schemas.openxmlformats.org/drawingml/2006/main">
              <a:ext uri="{FF2B5EF4-FFF2-40B4-BE49-F238E27FC236}">
                <a16:creationId xmlns:a16="http://schemas.microsoft.com/office/drawing/2014/main" id="{4CE82F3C-2FFE-487B-AA0D-269547A9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5288651" y="9763725"/>
            <a:ext cx="24782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258" name="m42521e0738 258">
            <a:extLst xmlns:a="http://schemas.openxmlformats.org/drawingml/2006/main">
              <a:ext uri="{FF2B5EF4-FFF2-40B4-BE49-F238E27FC236}">
                <a16:creationId xmlns:a16="http://schemas.microsoft.com/office/drawing/2014/main" id="{A45556B0-5451-41B3-9C8F-C789C006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526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9" name="Text 259: 0.5">
            <a:extLst xmlns:a="http://schemas.openxmlformats.org/drawingml/2006/main">
              <a:ext uri="{FF2B5EF4-FFF2-40B4-BE49-F238E27FC236}">
                <a16:creationId xmlns:a16="http://schemas.microsoft.com/office/drawing/2014/main" id="{DC327138-39A8-429C-96A8-9E6CEB9F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5602944" y="9734771"/>
            <a:ext cx="184277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60" name="m42521e0738 260">
            <a:extLst xmlns:a="http://schemas.openxmlformats.org/drawingml/2006/main">
              <a:ext uri="{FF2B5EF4-FFF2-40B4-BE49-F238E27FC236}">
                <a16:creationId xmlns:a16="http://schemas.microsoft.com/office/drawing/2014/main" id="{4CDC9AE7-FF30-4DBA-9472-79C53D9A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801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1" name="Text 261: 1">
            <a:extLst xmlns:a="http://schemas.openxmlformats.org/drawingml/2006/main">
              <a:ext uri="{FF2B5EF4-FFF2-40B4-BE49-F238E27FC236}">
                <a16:creationId xmlns:a16="http://schemas.microsoft.com/office/drawing/2014/main" id="{CBD6CA7D-845B-4151-B1BC-D7C3F9EE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5934735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2" name="m42521e0738 262">
            <a:extLst xmlns:a="http://schemas.openxmlformats.org/drawingml/2006/main">
              <a:ext uri="{FF2B5EF4-FFF2-40B4-BE49-F238E27FC236}">
                <a16:creationId xmlns:a16="http://schemas.microsoft.com/office/drawing/2014/main" id="{DC8757B0-9B95-49DD-B9E7-58A0243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3077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3" name="Text 263: 2">
            <a:extLst xmlns:a="http://schemas.openxmlformats.org/drawingml/2006/main">
              <a:ext uri="{FF2B5EF4-FFF2-40B4-BE49-F238E27FC236}">
                <a16:creationId xmlns:a16="http://schemas.microsoft.com/office/drawing/2014/main" id="{442A4DC5-E387-4E14-93A8-6B44B40F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6214010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4" name="m42521e0738 264">
            <a:extLst xmlns:a="http://schemas.openxmlformats.org/drawingml/2006/main">
              <a:ext uri="{FF2B5EF4-FFF2-40B4-BE49-F238E27FC236}">
                <a16:creationId xmlns:a16="http://schemas.microsoft.com/office/drawing/2014/main" id="{1A317341-E513-47A0-B229-C64BE85F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2352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5" name="Text 265: 4">
            <a:extLst xmlns:a="http://schemas.openxmlformats.org/drawingml/2006/main">
              <a:ext uri="{FF2B5EF4-FFF2-40B4-BE49-F238E27FC236}">
                <a16:creationId xmlns:a16="http://schemas.microsoft.com/office/drawing/2014/main" id="{3DDFAEC2-10D9-4A7C-AB07-040FFBF2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6493286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6" name="Vector 266">
            <a:extLst xmlns:a="http://schemas.openxmlformats.org/drawingml/2006/main">
              <a:ext uri="{FF2B5EF4-FFF2-40B4-BE49-F238E27FC236}">
                <a16:creationId xmlns:a16="http://schemas.microsoft.com/office/drawing/2014/main" id="{C0746D36-BDE7-4FF7-8EDB-6CACADE7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801" y="8277332"/>
            <a:ext cx="10" cy="1347021"/>
          </a:xfrm>
          <a:custGeom xmlns:a="http://schemas.openxmlformats.org/drawingml/2006/main">
            <a:pathLst>
              <a:path w="10" h="1347021">
                <a:moveTo>
                  <a:pt x="0" y="1347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AEB3B8"/>
            </a:solidFill>
            <a:prstDash val="dash"/>
          </a:ln>
        </p:spPr>
      </p:sp>
      <p:sp>
        <p:nvSpPr>
          <p:cNvPr id="267" name="Vector 267">
            <a:extLst xmlns:a="http://schemas.openxmlformats.org/drawingml/2006/main">
              <a:ext uri="{FF2B5EF4-FFF2-40B4-BE49-F238E27FC236}">
                <a16:creationId xmlns:a16="http://schemas.microsoft.com/office/drawing/2014/main" id="{13FA1426-A6F1-4690-8673-2E5F5695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078" y="8501835"/>
            <a:ext cx="197955" cy="10"/>
          </a:xfrm>
          <a:custGeom xmlns:a="http://schemas.openxmlformats.org/drawingml/2006/main">
            <a:pathLst>
              <a:path w="197955" h="10">
                <a:moveTo>
                  <a:pt x="0" y="0"/>
                </a:moveTo>
                <a:lnTo>
                  <a:pt x="1979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97480"/>
            </a:solidFill>
            <a:prstDash val="solid"/>
          </a:ln>
        </p:spPr>
      </p:sp>
      <p:sp>
        <p:nvSpPr>
          <p:cNvPr id="268" name="m9e65a69a7c 268">
            <a:extLst xmlns:a="http://schemas.openxmlformats.org/drawingml/2006/main">
              <a:ext uri="{FF2B5EF4-FFF2-40B4-BE49-F238E27FC236}">
                <a16:creationId xmlns:a16="http://schemas.microsoft.com/office/drawing/2014/main" id="{29B49BFB-0973-4E2F-8D3F-E869E32A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078" y="8476435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69" name="m9e65a69a7c 269">
            <a:extLst xmlns:a="http://schemas.openxmlformats.org/drawingml/2006/main">
              <a:ext uri="{FF2B5EF4-FFF2-40B4-BE49-F238E27FC236}">
                <a16:creationId xmlns:a16="http://schemas.microsoft.com/office/drawing/2014/main" id="{2C9E141B-836B-4C33-A743-C6A20AA0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9033" y="8476435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70" name="Vector 270">
            <a:extLst xmlns:a="http://schemas.openxmlformats.org/drawingml/2006/main">
              <a:ext uri="{FF2B5EF4-FFF2-40B4-BE49-F238E27FC236}">
                <a16:creationId xmlns:a16="http://schemas.microsoft.com/office/drawing/2014/main" id="{CFF6350D-3940-4838-92CD-2A9784C6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9422" y="8950842"/>
            <a:ext cx="272045" cy="10"/>
          </a:xfrm>
          <a:custGeom xmlns:a="http://schemas.openxmlformats.org/drawingml/2006/main">
            <a:pathLst>
              <a:path w="272045" h="10">
                <a:moveTo>
                  <a:pt x="0" y="0"/>
                </a:moveTo>
                <a:lnTo>
                  <a:pt x="2720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97480"/>
            </a:solidFill>
            <a:prstDash val="solid"/>
          </a:ln>
        </p:spPr>
      </p:sp>
      <p:sp>
        <p:nvSpPr>
          <p:cNvPr id="271" name="m9e65a69a7c 271">
            <a:extLst xmlns:a="http://schemas.openxmlformats.org/drawingml/2006/main">
              <a:ext uri="{FF2B5EF4-FFF2-40B4-BE49-F238E27FC236}">
                <a16:creationId xmlns:a16="http://schemas.microsoft.com/office/drawing/2014/main" id="{A3DB23CF-084F-4B97-9BBA-DE1BF740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9422" y="8925442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72" name="m9e65a69a7c 272">
            <a:extLst xmlns:a="http://schemas.openxmlformats.org/drawingml/2006/main">
              <a:ext uri="{FF2B5EF4-FFF2-40B4-BE49-F238E27FC236}">
                <a16:creationId xmlns:a16="http://schemas.microsoft.com/office/drawing/2014/main" id="{54A51DA9-0607-456D-AA1D-CD941783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1467" y="8925442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73" name="Vector 273">
            <a:extLst xmlns:a="http://schemas.openxmlformats.org/drawingml/2006/main">
              <a:ext uri="{FF2B5EF4-FFF2-40B4-BE49-F238E27FC236}">
                <a16:creationId xmlns:a16="http://schemas.microsoft.com/office/drawing/2014/main" id="{CAE5EE7E-FFC7-4FF4-81D7-3311DD83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594" y="9399849"/>
            <a:ext cx="290757" cy="10"/>
          </a:xfrm>
          <a:custGeom xmlns:a="http://schemas.openxmlformats.org/drawingml/2006/main">
            <a:pathLst>
              <a:path w="290757" h="10">
                <a:moveTo>
                  <a:pt x="0" y="0"/>
                </a:moveTo>
                <a:lnTo>
                  <a:pt x="2907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55E00"/>
            </a:solidFill>
            <a:prstDash val="solid"/>
          </a:ln>
        </p:spPr>
      </p:sp>
      <p:sp>
        <p:nvSpPr>
          <p:cNvPr id="274" name="m2e24ef3999 274">
            <a:extLst xmlns:a="http://schemas.openxmlformats.org/drawingml/2006/main">
              <a:ext uri="{FF2B5EF4-FFF2-40B4-BE49-F238E27FC236}">
                <a16:creationId xmlns:a16="http://schemas.microsoft.com/office/drawing/2014/main" id="{7D836616-72ED-4462-AD57-2AC03305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594" y="9374449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275" name="m2e24ef3999 275">
            <a:extLst xmlns:a="http://schemas.openxmlformats.org/drawingml/2006/main">
              <a:ext uri="{FF2B5EF4-FFF2-40B4-BE49-F238E27FC236}">
                <a16:creationId xmlns:a16="http://schemas.microsoft.com/office/drawing/2014/main" id="{0DEBA5C3-E97F-4478-BB59-1B0D3287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6352" y="9374449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276" name="mf7002b7926 276">
            <a:extLst xmlns:a="http://schemas.openxmlformats.org/drawingml/2006/main">
              <a:ext uri="{FF2B5EF4-FFF2-40B4-BE49-F238E27FC236}">
                <a16:creationId xmlns:a16="http://schemas.microsoft.com/office/drawing/2014/main" id="{7D29D3DD-00AE-4F80-8611-C146DF5B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1956" y="846373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77" name="mf7002b7926 277">
            <a:extLst xmlns:a="http://schemas.openxmlformats.org/drawingml/2006/main">
              <a:ext uri="{FF2B5EF4-FFF2-40B4-BE49-F238E27FC236}">
                <a16:creationId xmlns:a16="http://schemas.microsoft.com/office/drawing/2014/main" id="{7326CC6A-76FE-47D3-9785-E3DB2756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7344" y="8912742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78" name="m863aa96fcb 278">
            <a:extLst xmlns:a="http://schemas.openxmlformats.org/drawingml/2006/main">
              <a:ext uri="{FF2B5EF4-FFF2-40B4-BE49-F238E27FC236}">
                <a16:creationId xmlns:a16="http://schemas.microsoft.com/office/drawing/2014/main" id="{8CD080BC-08D9-474E-A892-C29CFE4A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3348" y="9352224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95250" y="9525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279" name="Vector 279">
            <a:extLst xmlns:a="http://schemas.openxmlformats.org/drawingml/2006/main">
              <a:ext uri="{FF2B5EF4-FFF2-40B4-BE49-F238E27FC236}">
                <a16:creationId xmlns:a16="http://schemas.microsoft.com/office/drawing/2014/main" id="{BE7AAC1A-D314-467B-B29E-18A6CDE1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344" y="9624353"/>
            <a:ext cx="1207008" cy="10"/>
          </a:xfrm>
          <a:custGeom xmlns:a="http://schemas.openxmlformats.org/drawingml/2006/main">
            <a:pathLst>
              <a:path w="1207008" h="10">
                <a:moveTo>
                  <a:pt x="0" y="0"/>
                </a:moveTo>
                <a:lnTo>
                  <a:pt x="12070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B0B0B0"/>
            </a:solidFill>
            <a:prstDash val="solid"/>
          </a:ln>
        </p:spPr>
      </p:sp>
      <p:sp>
        <p:nvSpPr>
          <p:cNvPr id="280" name="Vector 280">
            <a:extLst xmlns:a="http://schemas.openxmlformats.org/drawingml/2006/main">
              <a:ext uri="{FF2B5EF4-FFF2-40B4-BE49-F238E27FC236}">
                <a16:creationId xmlns:a16="http://schemas.microsoft.com/office/drawing/2014/main" id="{13908939-9186-4507-86F2-EE357258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307946"/>
            <a:ext cx="8631936" cy="10"/>
          </a:xfrm>
          <a:custGeom xmlns:a="http://schemas.openxmlformats.org/drawingml/2006/main">
            <a:pathLst>
              <a:path w="8631936" h="10">
                <a:moveTo>
                  <a:pt x="0" y="0"/>
                </a:moveTo>
                <a:lnTo>
                  <a:pt x="8631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281" name="Vector 281">
            <a:extLst xmlns:a="http://schemas.openxmlformats.org/drawingml/2006/main">
              <a:ext uri="{FF2B5EF4-FFF2-40B4-BE49-F238E27FC236}">
                <a16:creationId xmlns:a16="http://schemas.microsoft.com/office/drawing/2014/main" id="{4C72BED1-4D13-49F4-8C04-3FB653E7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6" y="10206021"/>
            <a:ext cx="995929" cy="10"/>
          </a:xfrm>
          <a:custGeom xmlns:a="http://schemas.openxmlformats.org/drawingml/2006/main">
            <a:pathLst>
              <a:path w="995929" h="10">
                <a:moveTo>
                  <a:pt x="99592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0343B"/>
            </a:solidFill>
            <a:prstDash val="solid"/>
          </a:ln>
        </p:spPr>
      </p:sp>
      <p:sp>
        <p:nvSpPr>
          <p:cNvPr id="282" name="m6875ef9ac6 282">
            <a:extLst xmlns:a="http://schemas.openxmlformats.org/drawingml/2006/main">
              <a:ext uri="{FF2B5EF4-FFF2-40B4-BE49-F238E27FC236}">
                <a16:creationId xmlns:a16="http://schemas.microsoft.com/office/drawing/2014/main" id="{D77DCC75-ED09-463F-843C-314BE7EB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721" y="10177446"/>
            <a:ext cx="57150" cy="57150"/>
          </a:xfrm>
          <a:custGeom xmlns:a="http://schemas.openxmlformats.org/drawingml/2006/main">
            <a:pathLst>
              <a:path w="57150" h="57150">
                <a:moveTo>
                  <a:pt x="0" y="28575"/>
                </a:moveTo>
                <a:lnTo>
                  <a:pt x="57150" y="571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30343B"/>
          </a:solidFill>
          <a:ln xmlns:a="http://schemas.openxmlformats.org/drawingml/2006/main" w="12700">
            <a:solidFill>
              <a:srgbClr val="30343B"/>
            </a:solidFill>
            <a:prstDash val="solid"/>
          </a:ln>
        </p:spPr>
      </p:sp>
      <p:sp>
        <p:nvSpPr>
          <p:cNvPr id="283" name="Vector 283">
            <a:extLst xmlns:a="http://schemas.openxmlformats.org/drawingml/2006/main">
              <a:ext uri="{FF2B5EF4-FFF2-40B4-BE49-F238E27FC236}">
                <a16:creationId xmlns:a16="http://schemas.microsoft.com/office/drawing/2014/main" id="{DFC79ABD-41FB-49EB-9FB5-3247C79D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377" y="10206021"/>
            <a:ext cx="960887" cy="10"/>
          </a:xfrm>
          <a:custGeom xmlns:a="http://schemas.openxmlformats.org/drawingml/2006/main">
            <a:pathLst>
              <a:path w="960887" h="10">
                <a:moveTo>
                  <a:pt x="0" y="0"/>
                </a:moveTo>
                <a:lnTo>
                  <a:pt x="960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0343B"/>
            </a:solidFill>
            <a:prstDash val="solid"/>
          </a:ln>
        </p:spPr>
      </p:sp>
      <p:sp>
        <p:nvSpPr>
          <p:cNvPr id="284" name="m02ac06aaed 284">
            <a:extLst xmlns:a="http://schemas.openxmlformats.org/drawingml/2006/main">
              <a:ext uri="{FF2B5EF4-FFF2-40B4-BE49-F238E27FC236}">
                <a16:creationId xmlns:a16="http://schemas.microsoft.com/office/drawing/2014/main" id="{A2587D8D-6526-4FCC-8C9D-6D06FA8D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689" y="10177446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30343B"/>
          </a:solidFill>
          <a:ln xmlns:a="http://schemas.openxmlformats.org/drawingml/2006/main" w="12700">
            <a:solidFill>
              <a:srgbClr val="30343B"/>
            </a:solidFill>
            <a:prstDash val="solid"/>
          </a:ln>
        </p:spPr>
      </p:sp>
      <p:sp>
        <p:nvSpPr>
          <p:cNvPr id="285" name="Vector 285">
            <a:extLst xmlns:a="http://schemas.openxmlformats.org/drawingml/2006/main">
              <a:ext uri="{FF2B5EF4-FFF2-40B4-BE49-F238E27FC236}">
                <a16:creationId xmlns:a16="http://schemas.microsoft.com/office/drawing/2014/main" id="{C05AEF67-088F-4F49-8060-7466C0B1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8307946"/>
            <a:ext cx="8631936" cy="10"/>
          </a:xfrm>
          <a:custGeom xmlns:a="http://schemas.openxmlformats.org/drawingml/2006/main">
            <a:pathLst>
              <a:path w="8631936" h="10">
                <a:moveTo>
                  <a:pt x="0" y="0"/>
                </a:moveTo>
                <a:lnTo>
                  <a:pt x="8631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286" name="Vector 286">
            <a:extLst xmlns:a="http://schemas.openxmlformats.org/drawingml/2006/main">
              <a:ext uri="{FF2B5EF4-FFF2-40B4-BE49-F238E27FC236}">
                <a16:creationId xmlns:a16="http://schemas.microsoft.com/office/drawing/2014/main" id="{7B5A0594-C81D-4974-8187-8BC07F51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296" y="10206021"/>
            <a:ext cx="995929" cy="10"/>
          </a:xfrm>
          <a:custGeom xmlns:a="http://schemas.openxmlformats.org/drawingml/2006/main">
            <a:pathLst>
              <a:path w="995929" h="10">
                <a:moveTo>
                  <a:pt x="99592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0343B"/>
            </a:solidFill>
            <a:prstDash val="solid"/>
          </a:ln>
        </p:spPr>
      </p:sp>
      <p:sp>
        <p:nvSpPr>
          <p:cNvPr id="287" name="m6875ef9ac6 287">
            <a:extLst xmlns:a="http://schemas.openxmlformats.org/drawingml/2006/main">
              <a:ext uri="{FF2B5EF4-FFF2-40B4-BE49-F238E27FC236}">
                <a16:creationId xmlns:a16="http://schemas.microsoft.com/office/drawing/2014/main" id="{9F78B40C-794D-49E6-B24E-25DF25DA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2721" y="10177446"/>
            <a:ext cx="57150" cy="57150"/>
          </a:xfrm>
          <a:custGeom xmlns:a="http://schemas.openxmlformats.org/drawingml/2006/main">
            <a:pathLst>
              <a:path w="57150" h="57150">
                <a:moveTo>
                  <a:pt x="0" y="28575"/>
                </a:moveTo>
                <a:lnTo>
                  <a:pt x="57150" y="571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30343B"/>
          </a:solidFill>
          <a:ln xmlns:a="http://schemas.openxmlformats.org/drawingml/2006/main" w="12700">
            <a:solidFill>
              <a:srgbClr val="30343B"/>
            </a:solidFill>
            <a:prstDash val="solid"/>
          </a:ln>
        </p:spPr>
      </p:sp>
      <p:sp>
        <p:nvSpPr>
          <p:cNvPr id="288" name="Vector 288">
            <a:extLst xmlns:a="http://schemas.openxmlformats.org/drawingml/2006/main">
              <a:ext uri="{FF2B5EF4-FFF2-40B4-BE49-F238E27FC236}">
                <a16:creationId xmlns:a16="http://schemas.microsoft.com/office/drawing/2014/main" id="{917F13F9-A494-4DDE-BD4E-9FCFF1C1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0377" y="10206021"/>
            <a:ext cx="960887" cy="10"/>
          </a:xfrm>
          <a:custGeom xmlns:a="http://schemas.openxmlformats.org/drawingml/2006/main">
            <a:pathLst>
              <a:path w="960887" h="10">
                <a:moveTo>
                  <a:pt x="0" y="0"/>
                </a:moveTo>
                <a:lnTo>
                  <a:pt x="960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0343B"/>
            </a:solidFill>
            <a:prstDash val="solid"/>
          </a:ln>
        </p:spPr>
      </p:sp>
      <p:sp>
        <p:nvSpPr>
          <p:cNvPr id="289" name="m02ac06aaed 289">
            <a:extLst xmlns:a="http://schemas.openxmlformats.org/drawingml/2006/main">
              <a:ext uri="{FF2B5EF4-FFF2-40B4-BE49-F238E27FC236}">
                <a16:creationId xmlns:a16="http://schemas.microsoft.com/office/drawing/2014/main" id="{1380B716-147D-475F-A0A9-408E894D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2689" y="10177446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30343B"/>
          </a:solidFill>
          <a:ln xmlns:a="http://schemas.openxmlformats.org/drawingml/2006/main" w="12700">
            <a:solidFill>
              <a:srgbClr val="30343B"/>
            </a:solidFill>
            <a:prstDash val="solid"/>
          </a:ln>
        </p:spPr>
      </p:sp>
      <p:sp>
        <p:nvSpPr>
          <p:cNvPr id="290" name="Text 290: A">
            <a:extLst xmlns:a="http://schemas.openxmlformats.org/drawingml/2006/main">
              <a:ext uri="{FF2B5EF4-FFF2-40B4-BE49-F238E27FC236}">
                <a16:creationId xmlns:a16="http://schemas.microsoft.com/office/drawing/2014/main" id="{E97EDBA3-771E-4E7C-9FF6-15E2452E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470828"/>
            <a:ext cx="199619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91" name="Text 291: Progression-free survival">
            <a:extLst xmlns:a="http://schemas.openxmlformats.org/drawingml/2006/main">
              <a:ext uri="{FF2B5EF4-FFF2-40B4-BE49-F238E27FC236}">
                <a16:creationId xmlns:a16="http://schemas.microsoft.com/office/drawing/2014/main" id="{F4DB2EC2-BF8D-4E56-A141-5C0A1028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8137" y="529075"/>
            <a:ext cx="232283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Progression-free survival</a:t>
            </a:r>
          </a:p>
        </p:txBody>
      </p:sp>
      <p:sp>
        <p:nvSpPr>
          <p:cNvPr id="292" name="Text 292: No. at risk (cumulative censored)">
            <a:extLst xmlns:a="http://schemas.openxmlformats.org/drawingml/2006/main">
              <a:ext uri="{FF2B5EF4-FFF2-40B4-BE49-F238E27FC236}">
                <a16:creationId xmlns:a16="http://schemas.microsoft.com/office/drawing/2014/main" id="{C4C9663B-65D4-425D-AB4D-7B8CE5F0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5622550"/>
            <a:ext cx="1974310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303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0343B"/>
                </a:solidFill>
                <a:latin typeface="Arial"/>
                <a:ea typeface="Arial"/>
                <a:cs typeface="Arial"/>
              </a:rPr>
              <a:t>No. at risk (cumulative censored)</a:t>
            </a:r>
          </a:p>
        </p:txBody>
      </p:sp>
      <p:sp>
        <p:nvSpPr>
          <p:cNvPr id="293" name="Text 293: B | CT">
            <a:extLst xmlns:a="http://schemas.openxmlformats.org/drawingml/2006/main">
              <a:ext uri="{FF2B5EF4-FFF2-40B4-BE49-F238E27FC236}">
                <a16:creationId xmlns:a16="http://schemas.microsoft.com/office/drawing/2014/main" id="{7D42A634-32A7-4533-9B5E-BABBAB3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5948617"/>
            <a:ext cx="40091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3B7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3B7B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B7BC"/>
                </a:solidFill>
                <a:latin typeface="Arial"/>
                <a:ea typeface="Arial"/>
                <a:cs typeface="Arial"/>
              </a:rPr>
              <a:t>B | CT</a:t>
            </a:r>
          </a:p>
        </p:txBody>
      </p:sp>
      <p:sp>
        <p:nvSpPr>
          <p:cNvPr id="294" name="Text 294: B | ICI+CT">
            <a:extLst xmlns:a="http://schemas.openxmlformats.org/drawingml/2006/main">
              <a:ext uri="{FF2B5EF4-FFF2-40B4-BE49-F238E27FC236}">
                <a16:creationId xmlns:a16="http://schemas.microsoft.com/office/drawing/2014/main" id="{384DB6AD-E0F9-458D-A09A-E30A2B84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6244554"/>
            <a:ext cx="649211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B | ICI+CT</a:t>
            </a:r>
          </a:p>
        </p:txBody>
      </p:sp>
      <p:sp>
        <p:nvSpPr>
          <p:cNvPr id="295" name="Text 295: NB | CT">
            <a:extLst xmlns:a="http://schemas.openxmlformats.org/drawingml/2006/main">
              <a:ext uri="{FF2B5EF4-FFF2-40B4-BE49-F238E27FC236}">
                <a16:creationId xmlns:a16="http://schemas.microsoft.com/office/drawing/2014/main" id="{FF54476B-4FBE-4CD3-A935-DE31D242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6540490"/>
            <a:ext cx="50719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NB | CT</a:t>
            </a:r>
          </a:p>
        </p:txBody>
      </p:sp>
      <p:sp>
        <p:nvSpPr>
          <p:cNvPr id="296" name="Text 296: NB | ICI+CT">
            <a:extLst xmlns:a="http://schemas.openxmlformats.org/drawingml/2006/main">
              <a:ext uri="{FF2B5EF4-FFF2-40B4-BE49-F238E27FC236}">
                <a16:creationId xmlns:a16="http://schemas.microsoft.com/office/drawing/2014/main" id="{D615D018-9355-4ADA-A7DD-97CC60E8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6836426"/>
            <a:ext cx="755491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NB | ICI+CT</a:t>
            </a:r>
          </a:p>
        </p:txBody>
      </p:sp>
      <p:sp>
        <p:nvSpPr>
          <p:cNvPr id="297" name="Text 297: B">
            <a:extLst xmlns:a="http://schemas.openxmlformats.org/drawingml/2006/main">
              <a:ext uri="{FF2B5EF4-FFF2-40B4-BE49-F238E27FC236}">
                <a16:creationId xmlns:a16="http://schemas.microsoft.com/office/drawing/2014/main" id="{32751A36-BBA7-4F90-A250-9987389D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7267160"/>
            <a:ext cx="199619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98" name="Text 298: PFS treatment effects">
            <a:extLst xmlns:a="http://schemas.openxmlformats.org/drawingml/2006/main">
              <a:ext uri="{FF2B5EF4-FFF2-40B4-BE49-F238E27FC236}">
                <a16:creationId xmlns:a16="http://schemas.microsoft.com/office/drawing/2014/main" id="{8CD6A642-6F4D-4657-9672-0853A2D4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7342765"/>
            <a:ext cx="1722628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PFS treatment effects</a:t>
            </a:r>
          </a:p>
        </p:txBody>
      </p:sp>
      <p:sp>
        <p:nvSpPr>
          <p:cNvPr id="299" name="Text 299: ICI+CT">
            <a:extLst xmlns:a="http://schemas.openxmlformats.org/drawingml/2006/main">
              <a:ext uri="{FF2B5EF4-FFF2-40B4-BE49-F238E27FC236}">
                <a16:creationId xmlns:a16="http://schemas.microsoft.com/office/drawing/2014/main" id="{FDB17A12-BE18-42CD-B6FD-970267EA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4241" y="7694105"/>
            <a:ext cx="451453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300" name="Text 300: CT">
            <a:extLst xmlns:a="http://schemas.openxmlformats.org/drawingml/2006/main">
              <a:ext uri="{FF2B5EF4-FFF2-40B4-BE49-F238E27FC236}">
                <a16:creationId xmlns:a16="http://schemas.microsoft.com/office/drawing/2014/main" id="{966BCA16-5E3B-4C44-91F5-4A921631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1862" y="7694105"/>
            <a:ext cx="203156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301" name="Text 301: Subgroup">
            <a:extLst xmlns:a="http://schemas.openxmlformats.org/drawingml/2006/main">
              <a:ext uri="{FF2B5EF4-FFF2-40B4-BE49-F238E27FC236}">
                <a16:creationId xmlns:a16="http://schemas.microsoft.com/office/drawing/2014/main" id="{25DFE708-11DE-4A9E-B166-701D6F51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8041195"/>
            <a:ext cx="5760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Subgroup</a:t>
            </a:r>
          </a:p>
        </p:txBody>
      </p:sp>
      <p:sp>
        <p:nvSpPr>
          <p:cNvPr id="302" name="Text 302: Events/">
            <a:extLst xmlns:a="http://schemas.openxmlformats.org/drawingml/2006/main">
              <a:ext uri="{FF2B5EF4-FFF2-40B4-BE49-F238E27FC236}">
                <a16:creationId xmlns:a16="http://schemas.microsoft.com/office/drawing/2014/main" id="{9955C4E9-9D1B-48CD-B941-BAFCC5FF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8683" y="7970089"/>
            <a:ext cx="44894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Events/</a:t>
            </a:r>
          </a:p>
        </p:txBody>
      </p:sp>
      <p:sp>
        <p:nvSpPr>
          <p:cNvPr id="303" name="Text 303: patients">
            <a:extLst xmlns:a="http://schemas.openxmlformats.org/drawingml/2006/main">
              <a:ext uri="{FF2B5EF4-FFF2-40B4-BE49-F238E27FC236}">
                <a16:creationId xmlns:a16="http://schemas.microsoft.com/office/drawing/2014/main" id="{8BE9C98F-D680-4560-874F-CC3E8E8F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6022" y="8112301"/>
            <a:ext cx="470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304" name="Text 304: Median months">
            <a:extLst xmlns:a="http://schemas.openxmlformats.org/drawingml/2006/main">
              <a:ext uri="{FF2B5EF4-FFF2-40B4-BE49-F238E27FC236}">
                <a16:creationId xmlns:a16="http://schemas.microsoft.com/office/drawing/2014/main" id="{F95FD39A-57B4-4AC5-9F2E-6F36E445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1489" y="7970089"/>
            <a:ext cx="8935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months</a:t>
            </a:r>
          </a:p>
        </p:txBody>
      </p:sp>
      <p:sp>
        <p:nvSpPr>
          <p:cNvPr id="305" name="Text 305: (95% CI)">
            <a:extLst xmlns:a="http://schemas.openxmlformats.org/drawingml/2006/main">
              <a:ext uri="{FF2B5EF4-FFF2-40B4-BE49-F238E27FC236}">
                <a16:creationId xmlns:a16="http://schemas.microsoft.com/office/drawing/2014/main" id="{F76BC0DC-9369-42EE-95E3-D62BB524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7865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06" name="Text 306: Events/">
            <a:extLst xmlns:a="http://schemas.openxmlformats.org/drawingml/2006/main">
              <a:ext uri="{FF2B5EF4-FFF2-40B4-BE49-F238E27FC236}">
                <a16:creationId xmlns:a16="http://schemas.microsoft.com/office/drawing/2014/main" id="{461AB533-832F-4F80-8B81-E9E73AE2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211" y="7970089"/>
            <a:ext cx="44894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Events/</a:t>
            </a:r>
          </a:p>
        </p:txBody>
      </p:sp>
      <p:sp>
        <p:nvSpPr>
          <p:cNvPr id="307" name="Text 307: patients">
            <a:extLst xmlns:a="http://schemas.openxmlformats.org/drawingml/2006/main">
              <a:ext uri="{FF2B5EF4-FFF2-40B4-BE49-F238E27FC236}">
                <a16:creationId xmlns:a16="http://schemas.microsoft.com/office/drawing/2014/main" id="{223D72A9-605C-40E1-9FD5-D855EB5E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50" y="8112301"/>
            <a:ext cx="470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308" name="Text 308: Median months">
            <a:extLst xmlns:a="http://schemas.openxmlformats.org/drawingml/2006/main">
              <a:ext uri="{FF2B5EF4-FFF2-40B4-BE49-F238E27FC236}">
                <a16:creationId xmlns:a16="http://schemas.microsoft.com/office/drawing/2014/main" id="{1F5F5F80-49FA-4727-B0DD-7624807B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8017" y="7970089"/>
            <a:ext cx="8935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months</a:t>
            </a:r>
          </a:p>
        </p:txBody>
      </p:sp>
      <p:sp>
        <p:nvSpPr>
          <p:cNvPr id="309" name="Text 309: (95% CI)">
            <a:extLst xmlns:a="http://schemas.openxmlformats.org/drawingml/2006/main">
              <a:ext uri="{FF2B5EF4-FFF2-40B4-BE49-F238E27FC236}">
                <a16:creationId xmlns:a16="http://schemas.microsoft.com/office/drawing/2014/main" id="{D567A3D7-8D86-4515-817F-79D1D5DC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4393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10" name="Text 310: HR">
            <a:extLst xmlns:a="http://schemas.openxmlformats.org/drawingml/2006/main">
              <a:ext uri="{FF2B5EF4-FFF2-40B4-BE49-F238E27FC236}">
                <a16:creationId xmlns:a16="http://schemas.microsoft.com/office/drawing/2014/main" id="{78717282-E835-470A-AD45-A059687C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6011" y="7970089"/>
            <a:ext cx="20878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HR</a:t>
            </a:r>
          </a:p>
        </p:txBody>
      </p:sp>
      <p:sp>
        <p:nvSpPr>
          <p:cNvPr id="311" name="Text 311: (95% CI)">
            <a:extLst xmlns:a="http://schemas.openxmlformats.org/drawingml/2006/main">
              <a:ext uri="{FF2B5EF4-FFF2-40B4-BE49-F238E27FC236}">
                <a16:creationId xmlns:a16="http://schemas.microsoft.com/office/drawing/2014/main" id="{945F9625-3D42-46A5-B3AD-D6DC1A0E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945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12" name="Text 312: Overall">
            <a:extLst xmlns:a="http://schemas.openxmlformats.org/drawingml/2006/main">
              <a:ext uri="{FF2B5EF4-FFF2-40B4-BE49-F238E27FC236}">
                <a16:creationId xmlns:a16="http://schemas.microsoft.com/office/drawing/2014/main" id="{BF4C5501-F3DB-4599-91D9-C0CA5C94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8410463"/>
            <a:ext cx="46783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Overall</a:t>
            </a:r>
          </a:p>
        </p:txBody>
      </p:sp>
      <p:sp>
        <p:nvSpPr>
          <p:cNvPr id="313" name="Text 313: 160/180">
            <a:extLst xmlns:a="http://schemas.openxmlformats.org/drawingml/2006/main">
              <a:ext uri="{FF2B5EF4-FFF2-40B4-BE49-F238E27FC236}">
                <a16:creationId xmlns:a16="http://schemas.microsoft.com/office/drawing/2014/main" id="{0522011C-6808-4EF3-8871-2FDBBA04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883" y="8418769"/>
            <a:ext cx="48437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160/180</a:t>
            </a:r>
          </a:p>
        </p:txBody>
      </p:sp>
      <p:sp>
        <p:nvSpPr>
          <p:cNvPr id="314" name="Text 314: 10.60">
            <a:extLst xmlns:a="http://schemas.openxmlformats.org/drawingml/2006/main">
              <a:ext uri="{FF2B5EF4-FFF2-40B4-BE49-F238E27FC236}">
                <a16:creationId xmlns:a16="http://schemas.microsoft.com/office/drawing/2014/main" id="{4EDD9C42-40C9-4249-A038-F7640FF1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9109" y="8355372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10.60</a:t>
            </a:r>
          </a:p>
        </p:txBody>
      </p:sp>
      <p:sp>
        <p:nvSpPr>
          <p:cNvPr id="315" name="Text 315: (8.73-13.74)">
            <a:extLst xmlns:a="http://schemas.openxmlformats.org/drawingml/2006/main">
              <a:ext uri="{FF2B5EF4-FFF2-40B4-BE49-F238E27FC236}">
                <a16:creationId xmlns:a16="http://schemas.microsoft.com/office/drawing/2014/main" id="{68FBFA83-373B-4BA2-848D-FBEC679C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5955" y="8490473"/>
            <a:ext cx="682581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(8.73-13.74)</a:t>
            </a:r>
          </a:p>
        </p:txBody>
      </p:sp>
      <p:sp>
        <p:nvSpPr>
          <p:cNvPr id="316" name="Text 316: 147/180">
            <a:extLst xmlns:a="http://schemas.openxmlformats.org/drawingml/2006/main">
              <a:ext uri="{FF2B5EF4-FFF2-40B4-BE49-F238E27FC236}">
                <a16:creationId xmlns:a16="http://schemas.microsoft.com/office/drawing/2014/main" id="{B73B65C4-682E-4843-99A6-0933AF11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411" y="8418769"/>
            <a:ext cx="48437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147/180</a:t>
            </a:r>
          </a:p>
        </p:txBody>
      </p:sp>
      <p:sp>
        <p:nvSpPr>
          <p:cNvPr id="317" name="Text 317: 9.56">
            <a:extLst xmlns:a="http://schemas.openxmlformats.org/drawingml/2006/main">
              <a:ext uri="{FF2B5EF4-FFF2-40B4-BE49-F238E27FC236}">
                <a16:creationId xmlns:a16="http://schemas.microsoft.com/office/drawing/2014/main" id="{7AEF8B3E-7DAA-45EA-B544-1363A2C0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4019" y="8355372"/>
            <a:ext cx="260185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9.56</a:t>
            </a:r>
          </a:p>
        </p:txBody>
      </p:sp>
      <p:sp>
        <p:nvSpPr>
          <p:cNvPr id="318" name="Text 318: (7.07-14.87)">
            <a:extLst xmlns:a="http://schemas.openxmlformats.org/drawingml/2006/main">
              <a:ext uri="{FF2B5EF4-FFF2-40B4-BE49-F238E27FC236}">
                <a16:creationId xmlns:a16="http://schemas.microsoft.com/office/drawing/2014/main" id="{29BAE0E3-C24B-41C6-83C9-B8C957B7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2483" y="8490473"/>
            <a:ext cx="682581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(7.07-14.87)</a:t>
            </a:r>
          </a:p>
        </p:txBody>
      </p:sp>
      <p:sp>
        <p:nvSpPr>
          <p:cNvPr id="319" name="Text 319: 0.85">
            <a:extLst xmlns:a="http://schemas.openxmlformats.org/drawingml/2006/main">
              <a:ext uri="{FF2B5EF4-FFF2-40B4-BE49-F238E27FC236}">
                <a16:creationId xmlns:a16="http://schemas.microsoft.com/office/drawing/2014/main" id="{74D1B833-50C1-45F4-B7CC-8E0446E5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6501" y="8347663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0.85</a:t>
            </a:r>
          </a:p>
        </p:txBody>
      </p:sp>
      <p:sp>
        <p:nvSpPr>
          <p:cNvPr id="320" name="Text 320: (0.68-1.06)">
            <a:extLst xmlns:a="http://schemas.openxmlformats.org/drawingml/2006/main">
              <a:ext uri="{FF2B5EF4-FFF2-40B4-BE49-F238E27FC236}">
                <a16:creationId xmlns:a16="http://schemas.microsoft.com/office/drawing/2014/main" id="{BB549D19-320C-4F10-8727-3BC2025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655" y="8489875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(0.68-1.06)</a:t>
            </a:r>
          </a:p>
        </p:txBody>
      </p:sp>
      <p:sp>
        <p:nvSpPr>
          <p:cNvPr id="321" name="Text 321: B">
            <a:extLst xmlns:a="http://schemas.openxmlformats.org/drawingml/2006/main">
              <a:ext uri="{FF2B5EF4-FFF2-40B4-BE49-F238E27FC236}">
                <a16:creationId xmlns:a16="http://schemas.microsoft.com/office/drawing/2014/main" id="{3128136E-BDDA-443C-A5BC-1326AA0B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8859470"/>
            <a:ext cx="11858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22" name="Text 322: 98/109">
            <a:extLst xmlns:a="http://schemas.openxmlformats.org/drawingml/2006/main">
              <a:ext uri="{FF2B5EF4-FFF2-40B4-BE49-F238E27FC236}">
                <a16:creationId xmlns:a16="http://schemas.microsoft.com/office/drawing/2014/main" id="{C5BA9DF5-A430-42EE-B441-6B4C05A0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189" y="8867776"/>
            <a:ext cx="41376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98/109</a:t>
            </a:r>
          </a:p>
        </p:txBody>
      </p:sp>
      <p:sp>
        <p:nvSpPr>
          <p:cNvPr id="323" name="Text 323: 9.35">
            <a:extLst xmlns:a="http://schemas.openxmlformats.org/drawingml/2006/main">
              <a:ext uri="{FF2B5EF4-FFF2-40B4-BE49-F238E27FC236}">
                <a16:creationId xmlns:a16="http://schemas.microsoft.com/office/drawing/2014/main" id="{96F531F2-E501-4423-B943-1D54308F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7491" y="8804379"/>
            <a:ext cx="260185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9.35</a:t>
            </a:r>
          </a:p>
        </p:txBody>
      </p:sp>
      <p:sp>
        <p:nvSpPr>
          <p:cNvPr id="324" name="Text 324: (7.84-14.12)">
            <a:extLst xmlns:a="http://schemas.openxmlformats.org/drawingml/2006/main">
              <a:ext uri="{FF2B5EF4-FFF2-40B4-BE49-F238E27FC236}">
                <a16:creationId xmlns:a16="http://schemas.microsoft.com/office/drawing/2014/main" id="{BC3CBCA8-0939-400F-B294-16C86D52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5955" y="8939480"/>
            <a:ext cx="682581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(7.84-14.12)</a:t>
            </a:r>
          </a:p>
        </p:txBody>
      </p:sp>
      <p:sp>
        <p:nvSpPr>
          <p:cNvPr id="325" name="Text 325: 72/98">
            <a:extLst xmlns:a="http://schemas.openxmlformats.org/drawingml/2006/main">
              <a:ext uri="{FF2B5EF4-FFF2-40B4-BE49-F238E27FC236}">
                <a16:creationId xmlns:a16="http://schemas.microsoft.com/office/drawing/2014/main" id="{AAF7234D-FF7B-4BE5-9608-25E23EDA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023" y="8867776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72/98</a:t>
            </a:r>
          </a:p>
        </p:txBody>
      </p:sp>
      <p:sp>
        <p:nvSpPr>
          <p:cNvPr id="326" name="Text 326: 17.67">
            <a:extLst xmlns:a="http://schemas.openxmlformats.org/drawingml/2006/main">
              <a:ext uri="{FF2B5EF4-FFF2-40B4-BE49-F238E27FC236}">
                <a16:creationId xmlns:a16="http://schemas.microsoft.com/office/drawing/2014/main" id="{F3CBD587-0886-4249-A06D-6FBE27DC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5637" y="8804379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17.67</a:t>
            </a:r>
          </a:p>
        </p:txBody>
      </p:sp>
      <p:sp>
        <p:nvSpPr>
          <p:cNvPr id="327" name="Text 327: (11.29-27.84)">
            <a:extLst xmlns:a="http://schemas.openxmlformats.org/drawingml/2006/main">
              <a:ext uri="{FF2B5EF4-FFF2-40B4-BE49-F238E27FC236}">
                <a16:creationId xmlns:a16="http://schemas.microsoft.com/office/drawing/2014/main" id="{10C7FBA2-130A-4993-8C1B-1F5BAD4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4101" y="8939480"/>
            <a:ext cx="74952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(11.29-27.84)</a:t>
            </a:r>
          </a:p>
        </p:txBody>
      </p:sp>
      <p:sp>
        <p:nvSpPr>
          <p:cNvPr id="328" name="Text 328: 0.55">
            <a:extLst xmlns:a="http://schemas.openxmlformats.org/drawingml/2006/main">
              <a:ext uri="{FF2B5EF4-FFF2-40B4-BE49-F238E27FC236}">
                <a16:creationId xmlns:a16="http://schemas.microsoft.com/office/drawing/2014/main" id="{4517F52C-ADE0-444C-9E65-93E76239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6501" y="8796670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0.55</a:t>
            </a:r>
          </a:p>
        </p:txBody>
      </p:sp>
      <p:sp>
        <p:nvSpPr>
          <p:cNvPr id="329" name="Text 329: (0.40-0.76)">
            <a:extLst xmlns:a="http://schemas.openxmlformats.org/drawingml/2006/main">
              <a:ext uri="{FF2B5EF4-FFF2-40B4-BE49-F238E27FC236}">
                <a16:creationId xmlns:a16="http://schemas.microsoft.com/office/drawing/2014/main" id="{B23EC92C-82C9-4433-87AC-A4702265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655" y="8938882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(0.40-0.76)</a:t>
            </a:r>
          </a:p>
        </p:txBody>
      </p:sp>
      <p:sp>
        <p:nvSpPr>
          <p:cNvPr id="330" name="Text 330: NB">
            <a:extLst xmlns:a="http://schemas.openxmlformats.org/drawingml/2006/main">
              <a:ext uri="{FF2B5EF4-FFF2-40B4-BE49-F238E27FC236}">
                <a16:creationId xmlns:a16="http://schemas.microsoft.com/office/drawing/2014/main" id="{ECFEB4AB-7927-4FB7-96F9-F2A6303C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9308477"/>
            <a:ext cx="227127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331" name="Text 331: 62/71">
            <a:extLst xmlns:a="http://schemas.openxmlformats.org/drawingml/2006/main">
              <a:ext uri="{FF2B5EF4-FFF2-40B4-BE49-F238E27FC236}">
                <a16:creationId xmlns:a16="http://schemas.microsoft.com/office/drawing/2014/main" id="{4CF60454-E32F-4973-BD70-ACAFD839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3495" y="9316783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62/71</a:t>
            </a:r>
          </a:p>
        </p:txBody>
      </p:sp>
      <p:sp>
        <p:nvSpPr>
          <p:cNvPr id="332" name="Text 332: 11.92">
            <a:extLst xmlns:a="http://schemas.openxmlformats.org/drawingml/2006/main">
              <a:ext uri="{FF2B5EF4-FFF2-40B4-BE49-F238E27FC236}">
                <a16:creationId xmlns:a16="http://schemas.microsoft.com/office/drawing/2014/main" id="{BEC70574-96A6-4AC8-87D7-E83327A0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9109" y="9253386"/>
            <a:ext cx="327127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11.92</a:t>
            </a:r>
          </a:p>
        </p:txBody>
      </p:sp>
      <p:sp>
        <p:nvSpPr>
          <p:cNvPr id="333" name="Text 333: (9.48-15.20)">
            <a:extLst xmlns:a="http://schemas.openxmlformats.org/drawingml/2006/main">
              <a:ext uri="{FF2B5EF4-FFF2-40B4-BE49-F238E27FC236}">
                <a16:creationId xmlns:a16="http://schemas.microsoft.com/office/drawing/2014/main" id="{54FBB0E4-A43C-4EC7-A8E4-7CA5903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5955" y="9388487"/>
            <a:ext cx="682581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(9.48-15.20)</a:t>
            </a:r>
          </a:p>
        </p:txBody>
      </p:sp>
      <p:sp>
        <p:nvSpPr>
          <p:cNvPr id="334" name="Text 334: 75/82">
            <a:extLst xmlns:a="http://schemas.openxmlformats.org/drawingml/2006/main">
              <a:ext uri="{FF2B5EF4-FFF2-40B4-BE49-F238E27FC236}">
                <a16:creationId xmlns:a16="http://schemas.microsoft.com/office/drawing/2014/main" id="{434F2BD5-5911-4B30-B1BB-84E5EBDD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023" y="9316783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75/82</a:t>
            </a:r>
          </a:p>
        </p:txBody>
      </p:sp>
      <p:sp>
        <p:nvSpPr>
          <p:cNvPr id="335" name="Text 335: 5.97">
            <a:extLst xmlns:a="http://schemas.openxmlformats.org/drawingml/2006/main">
              <a:ext uri="{FF2B5EF4-FFF2-40B4-BE49-F238E27FC236}">
                <a16:creationId xmlns:a16="http://schemas.microsoft.com/office/drawing/2014/main" id="{2171740C-2447-40FF-B207-B5F003F9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4019" y="9253386"/>
            <a:ext cx="260185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5.97</a:t>
            </a:r>
          </a:p>
        </p:txBody>
      </p:sp>
      <p:sp>
        <p:nvSpPr>
          <p:cNvPr id="336" name="Text 336: (3.75-8.27)">
            <a:extLst xmlns:a="http://schemas.openxmlformats.org/drawingml/2006/main">
              <a:ext uri="{FF2B5EF4-FFF2-40B4-BE49-F238E27FC236}">
                <a16:creationId xmlns:a16="http://schemas.microsoft.com/office/drawing/2014/main" id="{0C1D4398-CA59-4A9E-972E-2470AADA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0865" y="9388487"/>
            <a:ext cx="615499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(3.75-8.27)</a:t>
            </a:r>
          </a:p>
        </p:txBody>
      </p:sp>
      <p:sp>
        <p:nvSpPr>
          <p:cNvPr id="337" name="Text 337: 1.41">
            <a:extLst xmlns:a="http://schemas.openxmlformats.org/drawingml/2006/main">
              <a:ext uri="{FF2B5EF4-FFF2-40B4-BE49-F238E27FC236}">
                <a16:creationId xmlns:a16="http://schemas.microsoft.com/office/drawing/2014/main" id="{A89E0E9A-1F5C-4E70-A75E-707D78CC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6501" y="9245677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1.41</a:t>
            </a:r>
          </a:p>
        </p:txBody>
      </p:sp>
      <p:sp>
        <p:nvSpPr>
          <p:cNvPr id="338" name="Text 338: (1.00-1.97)">
            <a:extLst xmlns:a="http://schemas.openxmlformats.org/drawingml/2006/main">
              <a:ext uri="{FF2B5EF4-FFF2-40B4-BE49-F238E27FC236}">
                <a16:creationId xmlns:a16="http://schemas.microsoft.com/office/drawing/2014/main" id="{4551033E-2645-48B9-8A07-31730AAB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655" y="9387889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(1.00-1.97)</a:t>
            </a:r>
          </a:p>
        </p:txBody>
      </p:sp>
      <p:sp>
        <p:nvSpPr>
          <p:cNvPr id="339" name="Text 339: Ratio of treatment HRs (95% CI): 0.39 (0.25-0.62)">
            <a:extLst xmlns:a="http://schemas.openxmlformats.org/drawingml/2006/main">
              <a:ext uri="{FF2B5EF4-FFF2-40B4-BE49-F238E27FC236}">
                <a16:creationId xmlns:a16="http://schemas.microsoft.com/office/drawing/2014/main" id="{A8EB2662-8950-4372-BE6A-8714F50A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184" y="9837092"/>
            <a:ext cx="296763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Ratio of treatment HRs (95% CI): 0.39 (0.25-0.62)</a:t>
            </a:r>
          </a:p>
        </p:txBody>
      </p:sp>
      <p:sp>
        <p:nvSpPr>
          <p:cNvPr id="340" name="Text 340: B/NB; Altman-Bland P &lt; 0.001">
            <a:extLst xmlns:a="http://schemas.openxmlformats.org/drawingml/2006/main">
              <a:ext uri="{FF2B5EF4-FFF2-40B4-BE49-F238E27FC236}">
                <a16:creationId xmlns:a16="http://schemas.microsoft.com/office/drawing/2014/main" id="{FB718EFE-052A-4FA5-9265-6EFFE865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184" y="10055690"/>
            <a:ext cx="1908257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B/NB; Altman-Bland P &lt; 0.001</a:t>
            </a:r>
          </a:p>
        </p:txBody>
      </p:sp>
      <p:sp>
        <p:nvSpPr>
          <p:cNvPr id="341" name="Text 341: favor ICI+CT">
            <a:extLst xmlns:a="http://schemas.openxmlformats.org/drawingml/2006/main">
              <a:ext uri="{FF2B5EF4-FFF2-40B4-BE49-F238E27FC236}">
                <a16:creationId xmlns:a16="http://schemas.microsoft.com/office/drawing/2014/main" id="{9E91599D-B5DA-4B09-9087-7D371DF6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1522" y="10127108"/>
            <a:ext cx="71262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favor ICI+CT</a:t>
            </a:r>
          </a:p>
        </p:txBody>
      </p:sp>
      <p:sp>
        <p:nvSpPr>
          <p:cNvPr id="342" name="Text 342: favor CT">
            <a:extLst xmlns:a="http://schemas.openxmlformats.org/drawingml/2006/main">
              <a:ext uri="{FF2B5EF4-FFF2-40B4-BE49-F238E27FC236}">
                <a16:creationId xmlns:a16="http://schemas.microsoft.com/office/drawing/2014/main" id="{B6187FF4-62DA-418A-A88C-27A91179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0416" y="10127108"/>
            <a:ext cx="48797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favor CT</a:t>
            </a:r>
          </a:p>
        </p:txBody>
      </p:sp>
      <p:sp>
        <p:nvSpPr>
          <p:cNvPr id="343" name="Text 343: C">
            <a:extLst xmlns:a="http://schemas.openxmlformats.org/drawingml/2006/main">
              <a:ext uri="{FF2B5EF4-FFF2-40B4-BE49-F238E27FC236}">
                <a16:creationId xmlns:a16="http://schemas.microsoft.com/office/drawing/2014/main" id="{DC5A07A5-7E00-4B07-9F0E-AFF0579C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470828"/>
            <a:ext cx="199619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44" name="Text 344: Overall survival">
            <a:extLst xmlns:a="http://schemas.openxmlformats.org/drawingml/2006/main">
              <a:ext uri="{FF2B5EF4-FFF2-40B4-BE49-F238E27FC236}">
                <a16:creationId xmlns:a16="http://schemas.microsoft.com/office/drawing/2014/main" id="{C2727F65-A04C-46C7-BF68-8A5FF972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1335" y="529819"/>
            <a:ext cx="144443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Overall survival</a:t>
            </a:r>
          </a:p>
        </p:txBody>
      </p:sp>
      <p:sp>
        <p:nvSpPr>
          <p:cNvPr id="345" name="Text 345: No. at risk (cumulative censored)">
            <a:extLst xmlns:a="http://schemas.openxmlformats.org/drawingml/2006/main">
              <a:ext uri="{FF2B5EF4-FFF2-40B4-BE49-F238E27FC236}">
                <a16:creationId xmlns:a16="http://schemas.microsoft.com/office/drawing/2014/main" id="{25683850-684E-43E1-848C-BF05A59F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5622550"/>
            <a:ext cx="1974310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303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0343B"/>
                </a:solidFill>
                <a:latin typeface="Arial"/>
                <a:ea typeface="Arial"/>
                <a:cs typeface="Arial"/>
              </a:rPr>
              <a:t>No. at risk (cumulative censored)</a:t>
            </a:r>
          </a:p>
        </p:txBody>
      </p:sp>
      <p:sp>
        <p:nvSpPr>
          <p:cNvPr id="346" name="Text 346: B | CT">
            <a:extLst xmlns:a="http://schemas.openxmlformats.org/drawingml/2006/main">
              <a:ext uri="{FF2B5EF4-FFF2-40B4-BE49-F238E27FC236}">
                <a16:creationId xmlns:a16="http://schemas.microsoft.com/office/drawing/2014/main" id="{227F7882-4C73-4126-9AAA-CF388AAC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5948617"/>
            <a:ext cx="40091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3B7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3B7B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B7BC"/>
                </a:solidFill>
                <a:latin typeface="Arial"/>
                <a:ea typeface="Arial"/>
                <a:cs typeface="Arial"/>
              </a:rPr>
              <a:t>B | CT</a:t>
            </a:r>
          </a:p>
        </p:txBody>
      </p:sp>
      <p:sp>
        <p:nvSpPr>
          <p:cNvPr id="347" name="Text 347: B | ICI+CT">
            <a:extLst xmlns:a="http://schemas.openxmlformats.org/drawingml/2006/main">
              <a:ext uri="{FF2B5EF4-FFF2-40B4-BE49-F238E27FC236}">
                <a16:creationId xmlns:a16="http://schemas.microsoft.com/office/drawing/2014/main" id="{0EEA2D42-B792-4E0D-98F7-598E93AA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6244554"/>
            <a:ext cx="649211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B | ICI+CT</a:t>
            </a:r>
          </a:p>
        </p:txBody>
      </p:sp>
      <p:sp>
        <p:nvSpPr>
          <p:cNvPr id="348" name="Text 348: NB | CT">
            <a:extLst xmlns:a="http://schemas.openxmlformats.org/drawingml/2006/main">
              <a:ext uri="{FF2B5EF4-FFF2-40B4-BE49-F238E27FC236}">
                <a16:creationId xmlns:a16="http://schemas.microsoft.com/office/drawing/2014/main" id="{73FBB45D-3E5C-46B4-9DA9-CD2F17B2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6540490"/>
            <a:ext cx="50719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NB | CT</a:t>
            </a:r>
          </a:p>
        </p:txBody>
      </p:sp>
      <p:sp>
        <p:nvSpPr>
          <p:cNvPr id="349" name="Text 349: NB | ICI+CT">
            <a:extLst xmlns:a="http://schemas.openxmlformats.org/drawingml/2006/main">
              <a:ext uri="{FF2B5EF4-FFF2-40B4-BE49-F238E27FC236}">
                <a16:creationId xmlns:a16="http://schemas.microsoft.com/office/drawing/2014/main" id="{BF4DE67F-F7EA-4C25-8A9E-EDAF21E1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6836426"/>
            <a:ext cx="755491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NB | ICI+CT</a:t>
            </a:r>
          </a:p>
        </p:txBody>
      </p:sp>
      <p:sp>
        <p:nvSpPr>
          <p:cNvPr id="350" name="Text 350: D">
            <a:extLst xmlns:a="http://schemas.openxmlformats.org/drawingml/2006/main">
              <a:ext uri="{FF2B5EF4-FFF2-40B4-BE49-F238E27FC236}">
                <a16:creationId xmlns:a16="http://schemas.microsoft.com/office/drawing/2014/main" id="{01DE50E9-0A24-4AC8-AE49-A1B46057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7267160"/>
            <a:ext cx="199619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51" name="Text 351: OS treatment effects">
            <a:extLst xmlns:a="http://schemas.openxmlformats.org/drawingml/2006/main">
              <a:ext uri="{FF2B5EF4-FFF2-40B4-BE49-F238E27FC236}">
                <a16:creationId xmlns:a16="http://schemas.microsoft.com/office/drawing/2014/main" id="{6C7A974F-B2A8-4F29-9706-17621A85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7342765"/>
            <a:ext cx="1640078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OS treatment effects</a:t>
            </a:r>
          </a:p>
        </p:txBody>
      </p:sp>
      <p:sp>
        <p:nvSpPr>
          <p:cNvPr id="352" name="Text 352: ICI+CT">
            <a:extLst xmlns:a="http://schemas.openxmlformats.org/drawingml/2006/main">
              <a:ext uri="{FF2B5EF4-FFF2-40B4-BE49-F238E27FC236}">
                <a16:creationId xmlns:a16="http://schemas.microsoft.com/office/drawing/2014/main" id="{EFFCC992-F54B-4440-BA2B-6BA361AC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8241" y="7694105"/>
            <a:ext cx="451453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353" name="Text 353: CT">
            <a:extLst xmlns:a="http://schemas.openxmlformats.org/drawingml/2006/main">
              <a:ext uri="{FF2B5EF4-FFF2-40B4-BE49-F238E27FC236}">
                <a16:creationId xmlns:a16="http://schemas.microsoft.com/office/drawing/2014/main" id="{D83ED52B-9202-49B6-A305-C0C59A92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5862" y="7694105"/>
            <a:ext cx="203156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354" name="Text 354: Subgroup">
            <a:extLst xmlns:a="http://schemas.openxmlformats.org/drawingml/2006/main">
              <a:ext uri="{FF2B5EF4-FFF2-40B4-BE49-F238E27FC236}">
                <a16:creationId xmlns:a16="http://schemas.microsoft.com/office/drawing/2014/main" id="{16FAD8E9-BAC0-4FB3-A752-4C5C6F26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8041195"/>
            <a:ext cx="5760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Subgroup</a:t>
            </a:r>
          </a:p>
        </p:txBody>
      </p:sp>
      <p:sp>
        <p:nvSpPr>
          <p:cNvPr id="355" name="Text 355: Events/">
            <a:extLst xmlns:a="http://schemas.openxmlformats.org/drawingml/2006/main">
              <a:ext uri="{FF2B5EF4-FFF2-40B4-BE49-F238E27FC236}">
                <a16:creationId xmlns:a16="http://schemas.microsoft.com/office/drawing/2014/main" id="{EF677550-82C6-45F6-AF02-68E27331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2683" y="7970089"/>
            <a:ext cx="44894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Events/</a:t>
            </a:r>
          </a:p>
        </p:txBody>
      </p:sp>
      <p:sp>
        <p:nvSpPr>
          <p:cNvPr id="356" name="Text 356: patients">
            <a:extLst xmlns:a="http://schemas.openxmlformats.org/drawingml/2006/main">
              <a:ext uri="{FF2B5EF4-FFF2-40B4-BE49-F238E27FC236}">
                <a16:creationId xmlns:a16="http://schemas.microsoft.com/office/drawing/2014/main" id="{69152891-2134-46EC-8526-6EDB4273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0022" y="8112301"/>
            <a:ext cx="470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357" name="Text 357: Median months">
            <a:extLst xmlns:a="http://schemas.openxmlformats.org/drawingml/2006/main">
              <a:ext uri="{FF2B5EF4-FFF2-40B4-BE49-F238E27FC236}">
                <a16:creationId xmlns:a16="http://schemas.microsoft.com/office/drawing/2014/main" id="{088D2862-D849-4F87-9FEC-D7F25B44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5489" y="7970089"/>
            <a:ext cx="8935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months</a:t>
            </a:r>
          </a:p>
        </p:txBody>
      </p:sp>
      <p:sp>
        <p:nvSpPr>
          <p:cNvPr id="358" name="Text 358: (95% CI)">
            <a:extLst xmlns:a="http://schemas.openxmlformats.org/drawingml/2006/main">
              <a:ext uri="{FF2B5EF4-FFF2-40B4-BE49-F238E27FC236}">
                <a16:creationId xmlns:a16="http://schemas.microsoft.com/office/drawing/2014/main" id="{4647349E-A3EE-4A8A-A751-91935948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1865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59" name="Text 359: Events/">
            <a:extLst xmlns:a="http://schemas.openxmlformats.org/drawingml/2006/main">
              <a:ext uri="{FF2B5EF4-FFF2-40B4-BE49-F238E27FC236}">
                <a16:creationId xmlns:a16="http://schemas.microsoft.com/office/drawing/2014/main" id="{66DE18AB-5D3A-4DEB-9030-724D0CAC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9211" y="7970089"/>
            <a:ext cx="44894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Events/</a:t>
            </a:r>
          </a:p>
        </p:txBody>
      </p:sp>
      <p:sp>
        <p:nvSpPr>
          <p:cNvPr id="360" name="Text 360: patients">
            <a:extLst xmlns:a="http://schemas.openxmlformats.org/drawingml/2006/main">
              <a:ext uri="{FF2B5EF4-FFF2-40B4-BE49-F238E27FC236}">
                <a16:creationId xmlns:a16="http://schemas.microsoft.com/office/drawing/2014/main" id="{2E84B929-AA15-42F8-87C5-E981D1C6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6550" y="8112301"/>
            <a:ext cx="470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361" name="Text 361: Median months">
            <a:extLst xmlns:a="http://schemas.openxmlformats.org/drawingml/2006/main">
              <a:ext uri="{FF2B5EF4-FFF2-40B4-BE49-F238E27FC236}">
                <a16:creationId xmlns:a16="http://schemas.microsoft.com/office/drawing/2014/main" id="{63612CE0-FC01-4E91-9646-A965F4BF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2017" y="7970089"/>
            <a:ext cx="8935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months</a:t>
            </a:r>
          </a:p>
        </p:txBody>
      </p:sp>
      <p:sp>
        <p:nvSpPr>
          <p:cNvPr id="362" name="Text 362: (95% CI)">
            <a:extLst xmlns:a="http://schemas.openxmlformats.org/drawingml/2006/main">
              <a:ext uri="{FF2B5EF4-FFF2-40B4-BE49-F238E27FC236}">
                <a16:creationId xmlns:a16="http://schemas.microsoft.com/office/drawing/2014/main" id="{192008D2-0D35-438D-9F31-88C648B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8393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63" name="Text 363: HR">
            <a:extLst xmlns:a="http://schemas.openxmlformats.org/drawingml/2006/main">
              <a:ext uri="{FF2B5EF4-FFF2-40B4-BE49-F238E27FC236}">
                <a16:creationId xmlns:a16="http://schemas.microsoft.com/office/drawing/2014/main" id="{B56F9AD1-10CD-4F50-8480-2103102B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00011" y="7970089"/>
            <a:ext cx="20878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HR</a:t>
            </a:r>
          </a:p>
        </p:txBody>
      </p:sp>
      <p:sp>
        <p:nvSpPr>
          <p:cNvPr id="364" name="Text 364: (95% CI)">
            <a:extLst xmlns:a="http://schemas.openxmlformats.org/drawingml/2006/main">
              <a:ext uri="{FF2B5EF4-FFF2-40B4-BE49-F238E27FC236}">
                <a16:creationId xmlns:a16="http://schemas.microsoft.com/office/drawing/2014/main" id="{9AFA99E4-D47F-4A38-AD02-ED04CB91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17945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65" name="Text 365: Overall">
            <a:extLst xmlns:a="http://schemas.openxmlformats.org/drawingml/2006/main">
              <a:ext uri="{FF2B5EF4-FFF2-40B4-BE49-F238E27FC236}">
                <a16:creationId xmlns:a16="http://schemas.microsoft.com/office/drawing/2014/main" id="{FED155B6-11BC-4030-8911-A108643C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8410463"/>
            <a:ext cx="46783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Overall</a:t>
            </a:r>
          </a:p>
        </p:txBody>
      </p:sp>
      <p:sp>
        <p:nvSpPr>
          <p:cNvPr id="366" name="Text 366: 137/180">
            <a:extLst xmlns:a="http://schemas.openxmlformats.org/drawingml/2006/main">
              <a:ext uri="{FF2B5EF4-FFF2-40B4-BE49-F238E27FC236}">
                <a16:creationId xmlns:a16="http://schemas.microsoft.com/office/drawing/2014/main" id="{88692FC2-B290-42D2-8D67-88291020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883" y="8418769"/>
            <a:ext cx="48437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137/180</a:t>
            </a:r>
          </a:p>
        </p:txBody>
      </p:sp>
      <p:sp>
        <p:nvSpPr>
          <p:cNvPr id="367" name="Text 367: 23.79">
            <a:extLst xmlns:a="http://schemas.openxmlformats.org/drawingml/2006/main">
              <a:ext uri="{FF2B5EF4-FFF2-40B4-BE49-F238E27FC236}">
                <a16:creationId xmlns:a16="http://schemas.microsoft.com/office/drawing/2014/main" id="{1A0C8C0C-908E-4A26-BDCD-621A0700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109" y="8355372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23.79</a:t>
            </a:r>
          </a:p>
        </p:txBody>
      </p:sp>
      <p:sp>
        <p:nvSpPr>
          <p:cNvPr id="368" name="Text 368: (20.25-26.77)">
            <a:extLst xmlns:a="http://schemas.openxmlformats.org/drawingml/2006/main">
              <a:ext uri="{FF2B5EF4-FFF2-40B4-BE49-F238E27FC236}">
                <a16:creationId xmlns:a16="http://schemas.microsoft.com/office/drawing/2014/main" id="{4E6B9D76-CD82-4030-A563-3316E883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73" y="8490473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(20.25-26.77)</a:t>
            </a:r>
          </a:p>
        </p:txBody>
      </p:sp>
      <p:sp>
        <p:nvSpPr>
          <p:cNvPr id="369" name="Text 369: 124/180">
            <a:extLst xmlns:a="http://schemas.openxmlformats.org/drawingml/2006/main">
              <a:ext uri="{FF2B5EF4-FFF2-40B4-BE49-F238E27FC236}">
                <a16:creationId xmlns:a16="http://schemas.microsoft.com/office/drawing/2014/main" id="{BA4C54E5-876D-43A5-91E3-0BD6337A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3411" y="8418769"/>
            <a:ext cx="48437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124/180</a:t>
            </a:r>
          </a:p>
        </p:txBody>
      </p:sp>
      <p:sp>
        <p:nvSpPr>
          <p:cNvPr id="370" name="Text 370: 26.88">
            <a:extLst xmlns:a="http://schemas.openxmlformats.org/drawingml/2006/main">
              <a:ext uri="{FF2B5EF4-FFF2-40B4-BE49-F238E27FC236}">
                <a16:creationId xmlns:a16="http://schemas.microsoft.com/office/drawing/2014/main" id="{36DCAB7C-533F-4032-9498-5EAC40B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9637" y="8355372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26.88</a:t>
            </a:r>
          </a:p>
        </p:txBody>
      </p:sp>
      <p:sp>
        <p:nvSpPr>
          <p:cNvPr id="371" name="Text 371: (19.80-31.25)">
            <a:extLst xmlns:a="http://schemas.openxmlformats.org/drawingml/2006/main">
              <a:ext uri="{FF2B5EF4-FFF2-40B4-BE49-F238E27FC236}">
                <a16:creationId xmlns:a16="http://schemas.microsoft.com/office/drawing/2014/main" id="{4E9F08C9-88CB-453B-9234-5B4ECBA6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8101" y="8490473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(19.80-31.25)</a:t>
            </a:r>
          </a:p>
        </p:txBody>
      </p:sp>
      <p:sp>
        <p:nvSpPr>
          <p:cNvPr id="372" name="Text 372: 0.83">
            <a:extLst xmlns:a="http://schemas.openxmlformats.org/drawingml/2006/main">
              <a:ext uri="{FF2B5EF4-FFF2-40B4-BE49-F238E27FC236}">
                <a16:creationId xmlns:a16="http://schemas.microsoft.com/office/drawing/2014/main" id="{5E7416E1-084D-4EE7-AB54-641A94EF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0501" y="8347663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0.83</a:t>
            </a:r>
          </a:p>
        </p:txBody>
      </p:sp>
      <p:sp>
        <p:nvSpPr>
          <p:cNvPr id="373" name="Text 373: (0.65-1.06)">
            <a:extLst xmlns:a="http://schemas.openxmlformats.org/drawingml/2006/main">
              <a:ext uri="{FF2B5EF4-FFF2-40B4-BE49-F238E27FC236}">
                <a16:creationId xmlns:a16="http://schemas.microsoft.com/office/drawing/2014/main" id="{DC294114-1ECF-48E3-90EA-C7EC9B51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6655" y="8489875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(0.65-1.06)</a:t>
            </a:r>
          </a:p>
        </p:txBody>
      </p:sp>
      <p:sp>
        <p:nvSpPr>
          <p:cNvPr id="374" name="Text 374: B">
            <a:extLst xmlns:a="http://schemas.openxmlformats.org/drawingml/2006/main">
              <a:ext uri="{FF2B5EF4-FFF2-40B4-BE49-F238E27FC236}">
                <a16:creationId xmlns:a16="http://schemas.microsoft.com/office/drawing/2014/main" id="{14A5E7D0-623F-4F9C-80AB-22639B9C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8859470"/>
            <a:ext cx="11858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75" name="Text 375: 84/109">
            <a:extLst xmlns:a="http://schemas.openxmlformats.org/drawingml/2006/main">
              <a:ext uri="{FF2B5EF4-FFF2-40B4-BE49-F238E27FC236}">
                <a16:creationId xmlns:a16="http://schemas.microsoft.com/office/drawing/2014/main" id="{8FE0433A-43B9-43E7-9D8E-4FCAF9E3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2189" y="8867776"/>
            <a:ext cx="41376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84/109</a:t>
            </a:r>
          </a:p>
        </p:txBody>
      </p:sp>
      <p:sp>
        <p:nvSpPr>
          <p:cNvPr id="376" name="Text 376: 23.65">
            <a:extLst xmlns:a="http://schemas.openxmlformats.org/drawingml/2006/main">
              <a:ext uri="{FF2B5EF4-FFF2-40B4-BE49-F238E27FC236}">
                <a16:creationId xmlns:a16="http://schemas.microsoft.com/office/drawing/2014/main" id="{2CD79B6A-DC2A-4E92-ABD8-843B07D6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109" y="8804379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23.65</a:t>
            </a:r>
          </a:p>
        </p:txBody>
      </p:sp>
      <p:sp>
        <p:nvSpPr>
          <p:cNvPr id="377" name="Text 377: (19.97-28.25)">
            <a:extLst xmlns:a="http://schemas.openxmlformats.org/drawingml/2006/main">
              <a:ext uri="{FF2B5EF4-FFF2-40B4-BE49-F238E27FC236}">
                <a16:creationId xmlns:a16="http://schemas.microsoft.com/office/drawing/2014/main" id="{481613DA-F05F-4605-9BF4-6015926E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73" y="8939480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(19.97-28.25)</a:t>
            </a:r>
          </a:p>
        </p:txBody>
      </p:sp>
      <p:sp>
        <p:nvSpPr>
          <p:cNvPr id="378" name="Text 378: 60/98">
            <a:extLst xmlns:a="http://schemas.openxmlformats.org/drawingml/2006/main">
              <a:ext uri="{FF2B5EF4-FFF2-40B4-BE49-F238E27FC236}">
                <a16:creationId xmlns:a16="http://schemas.microsoft.com/office/drawing/2014/main" id="{322AB801-F516-40C8-A0CB-53F5BBD5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023" y="8867776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60/98</a:t>
            </a:r>
          </a:p>
        </p:txBody>
      </p:sp>
      <p:sp>
        <p:nvSpPr>
          <p:cNvPr id="379" name="Text 379: 34.76">
            <a:extLst xmlns:a="http://schemas.openxmlformats.org/drawingml/2006/main">
              <a:ext uri="{FF2B5EF4-FFF2-40B4-BE49-F238E27FC236}">
                <a16:creationId xmlns:a16="http://schemas.microsoft.com/office/drawing/2014/main" id="{6E4D7BB2-9C71-460C-8586-3AEECE1C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9637" y="8804379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34.76</a:t>
            </a:r>
          </a:p>
        </p:txBody>
      </p:sp>
      <p:sp>
        <p:nvSpPr>
          <p:cNvPr id="380" name="Text 380: (27.29-42.01)">
            <a:extLst xmlns:a="http://schemas.openxmlformats.org/drawingml/2006/main">
              <a:ext uri="{FF2B5EF4-FFF2-40B4-BE49-F238E27FC236}">
                <a16:creationId xmlns:a16="http://schemas.microsoft.com/office/drawing/2014/main" id="{BE0BF24B-64FD-4540-A7FB-189DE276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8101" y="8939480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(27.29-42.01)</a:t>
            </a:r>
          </a:p>
        </p:txBody>
      </p:sp>
      <p:sp>
        <p:nvSpPr>
          <p:cNvPr id="381" name="Text 381: 0.58">
            <a:extLst xmlns:a="http://schemas.openxmlformats.org/drawingml/2006/main">
              <a:ext uri="{FF2B5EF4-FFF2-40B4-BE49-F238E27FC236}">
                <a16:creationId xmlns:a16="http://schemas.microsoft.com/office/drawing/2014/main" id="{31B13C21-2F1D-47AB-B2AA-D9325AAF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0501" y="8796670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0.58</a:t>
            </a:r>
          </a:p>
        </p:txBody>
      </p:sp>
      <p:sp>
        <p:nvSpPr>
          <p:cNvPr id="382" name="Text 382: (0.41-0.82)">
            <a:extLst xmlns:a="http://schemas.openxmlformats.org/drawingml/2006/main">
              <a:ext uri="{FF2B5EF4-FFF2-40B4-BE49-F238E27FC236}">
                <a16:creationId xmlns:a16="http://schemas.microsoft.com/office/drawing/2014/main" id="{E8EE1D50-C031-478F-B76A-1C9333D8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6655" y="8938882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(0.41-0.82)</a:t>
            </a:r>
          </a:p>
        </p:txBody>
      </p:sp>
      <p:sp>
        <p:nvSpPr>
          <p:cNvPr id="383" name="Text 383: NB">
            <a:extLst xmlns:a="http://schemas.openxmlformats.org/drawingml/2006/main">
              <a:ext uri="{FF2B5EF4-FFF2-40B4-BE49-F238E27FC236}">
                <a16:creationId xmlns:a16="http://schemas.microsoft.com/office/drawing/2014/main" id="{9EBAFF1E-A06B-44B1-8DD6-C49C375C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9308477"/>
            <a:ext cx="227127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384" name="Text 384: 53/71">
            <a:extLst xmlns:a="http://schemas.openxmlformats.org/drawingml/2006/main">
              <a:ext uri="{FF2B5EF4-FFF2-40B4-BE49-F238E27FC236}">
                <a16:creationId xmlns:a16="http://schemas.microsoft.com/office/drawing/2014/main" id="{3FB3DAD4-8F31-4B7B-BD92-4E3EE59A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7495" y="9316783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53/71</a:t>
            </a:r>
          </a:p>
        </p:txBody>
      </p:sp>
      <p:sp>
        <p:nvSpPr>
          <p:cNvPr id="385" name="Text 385: 24.80">
            <a:extLst xmlns:a="http://schemas.openxmlformats.org/drawingml/2006/main">
              <a:ext uri="{FF2B5EF4-FFF2-40B4-BE49-F238E27FC236}">
                <a16:creationId xmlns:a16="http://schemas.microsoft.com/office/drawing/2014/main" id="{19370544-9F61-4389-9FD1-E5C66F9D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109" y="9253386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24.80</a:t>
            </a:r>
          </a:p>
        </p:txBody>
      </p:sp>
      <p:sp>
        <p:nvSpPr>
          <p:cNvPr id="386" name="Text 386: (19.21-30.14)">
            <a:extLst xmlns:a="http://schemas.openxmlformats.org/drawingml/2006/main">
              <a:ext uri="{FF2B5EF4-FFF2-40B4-BE49-F238E27FC236}">
                <a16:creationId xmlns:a16="http://schemas.microsoft.com/office/drawing/2014/main" id="{5C21673B-6574-4358-8006-00A4A9D5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73" y="9388487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(19.21-30.14)</a:t>
            </a:r>
          </a:p>
        </p:txBody>
      </p:sp>
      <p:sp>
        <p:nvSpPr>
          <p:cNvPr id="387" name="Text 387: 64/82">
            <a:extLst xmlns:a="http://schemas.openxmlformats.org/drawingml/2006/main">
              <a:ext uri="{FF2B5EF4-FFF2-40B4-BE49-F238E27FC236}">
                <a16:creationId xmlns:a16="http://schemas.microsoft.com/office/drawing/2014/main" id="{EE6F2063-1C0B-48C8-ABD0-965019BA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023" y="9316783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64/82</a:t>
            </a:r>
          </a:p>
        </p:txBody>
      </p:sp>
      <p:sp>
        <p:nvSpPr>
          <p:cNvPr id="388" name="Text 388: 16.74">
            <a:extLst xmlns:a="http://schemas.openxmlformats.org/drawingml/2006/main">
              <a:ext uri="{FF2B5EF4-FFF2-40B4-BE49-F238E27FC236}">
                <a16:creationId xmlns:a16="http://schemas.microsoft.com/office/drawing/2014/main" id="{0DD5B0AE-920E-4FAA-9608-4F99CD55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9637" y="9253386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16.74</a:t>
            </a:r>
          </a:p>
        </p:txBody>
      </p:sp>
      <p:sp>
        <p:nvSpPr>
          <p:cNvPr id="389" name="Text 389: (12.74-24.59)">
            <a:extLst xmlns:a="http://schemas.openxmlformats.org/drawingml/2006/main">
              <a:ext uri="{FF2B5EF4-FFF2-40B4-BE49-F238E27FC236}">
                <a16:creationId xmlns:a16="http://schemas.microsoft.com/office/drawing/2014/main" id="{5549E3ED-6DA9-45BE-89CB-F7492FD0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8101" y="9388487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(12.74-24.59)</a:t>
            </a:r>
          </a:p>
        </p:txBody>
      </p:sp>
      <p:sp>
        <p:nvSpPr>
          <p:cNvPr id="390" name="Text 390: 1.27">
            <a:extLst xmlns:a="http://schemas.openxmlformats.org/drawingml/2006/main">
              <a:ext uri="{FF2B5EF4-FFF2-40B4-BE49-F238E27FC236}">
                <a16:creationId xmlns:a16="http://schemas.microsoft.com/office/drawing/2014/main" id="{31154274-6ED3-4631-9984-937A559D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0501" y="9245677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1.27</a:t>
            </a:r>
          </a:p>
        </p:txBody>
      </p:sp>
      <p:sp>
        <p:nvSpPr>
          <p:cNvPr id="391" name="Text 391: (0.89-1.83)">
            <a:extLst xmlns:a="http://schemas.openxmlformats.org/drawingml/2006/main">
              <a:ext uri="{FF2B5EF4-FFF2-40B4-BE49-F238E27FC236}">
                <a16:creationId xmlns:a16="http://schemas.microsoft.com/office/drawing/2014/main" id="{08B71525-E598-42FD-8585-59A3541C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6655" y="9387889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(0.89-1.83)</a:t>
            </a:r>
          </a:p>
        </p:txBody>
      </p:sp>
      <p:sp>
        <p:nvSpPr>
          <p:cNvPr id="392" name="Text 392: Ratio of treatment HRs (95% CI): 0.46 (0.28-0.75)">
            <a:extLst xmlns:a="http://schemas.openxmlformats.org/drawingml/2006/main">
              <a:ext uri="{FF2B5EF4-FFF2-40B4-BE49-F238E27FC236}">
                <a16:creationId xmlns:a16="http://schemas.microsoft.com/office/drawing/2014/main" id="{0550E850-728E-4A0B-99F8-56C438E9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184" y="9837092"/>
            <a:ext cx="296763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Ratio of treatment HRs (95% CI): 0.46 (0.28-0.75)</a:t>
            </a:r>
          </a:p>
        </p:txBody>
      </p:sp>
      <p:sp>
        <p:nvSpPr>
          <p:cNvPr id="393" name="Text 393: B/NB; Altman-Bland P = 0.002">
            <a:extLst xmlns:a="http://schemas.openxmlformats.org/drawingml/2006/main">
              <a:ext uri="{FF2B5EF4-FFF2-40B4-BE49-F238E27FC236}">
                <a16:creationId xmlns:a16="http://schemas.microsoft.com/office/drawing/2014/main" id="{766224A5-6DAB-4313-8E5C-349B6076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184" y="10055690"/>
            <a:ext cx="1908257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B/NB; Altman-Bland P = 0.002</a:t>
            </a:r>
          </a:p>
        </p:txBody>
      </p:sp>
      <p:sp>
        <p:nvSpPr>
          <p:cNvPr id="394" name="Text 394: favor ICI+CT">
            <a:extLst xmlns:a="http://schemas.openxmlformats.org/drawingml/2006/main">
              <a:ext uri="{FF2B5EF4-FFF2-40B4-BE49-F238E27FC236}">
                <a16:creationId xmlns:a16="http://schemas.microsoft.com/office/drawing/2014/main" id="{F33D89D5-A18E-42D8-9F48-E9A0E718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5522" y="10127108"/>
            <a:ext cx="71262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favor ICI+CT</a:t>
            </a:r>
          </a:p>
        </p:txBody>
      </p:sp>
      <p:sp>
        <p:nvSpPr>
          <p:cNvPr id="395" name="Text 395: favor CT">
            <a:extLst xmlns:a="http://schemas.openxmlformats.org/drawingml/2006/main">
              <a:ext uri="{FF2B5EF4-FFF2-40B4-BE49-F238E27FC236}">
                <a16:creationId xmlns:a16="http://schemas.microsoft.com/office/drawing/2014/main" id="{58C6BE47-E1AF-4611-AD8D-E7918CEF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4416" y="10127108"/>
            <a:ext cx="48797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favor CT</a:t>
            </a:r>
          </a:p>
        </p:txBody>
      </p:sp>
      <p:sp>
        <p:nvSpPr>
          <p:cNvPr id="396" name="Text 396: Figure 3 | ESCORT-1ST: frozen external evaluation">
            <a:extLst xmlns:a="http://schemas.openxmlformats.org/drawingml/2006/main">
              <a:ext uri="{FF2B5EF4-FFF2-40B4-BE49-F238E27FC236}">
                <a16:creationId xmlns:a16="http://schemas.microsoft.com/office/drawing/2014/main" id="{05E91592-E519-4F6B-BE40-8FAC806C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273771"/>
            <a:ext cx="4903299" cy="2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3 | ESCORT-1ST: frozen external evaluation</a:t>
            </a:r>
          </a:p>
        </p:txBody>
      </p:sp>
      <p:sp>
        <p:nvSpPr>
          <p:cNvPr id="397" name="Text 397: HR: ICI+CT / CT. Binary interaction: Altman-Bland. Internal OOF Cox: fold-stratified; external/apparent Cox: no fold strata. NR: not reached.">
            <a:extLst xmlns:a="http://schemas.openxmlformats.org/drawingml/2006/main">
              <a:ext uri="{FF2B5EF4-FFF2-40B4-BE49-F238E27FC236}">
                <a16:creationId xmlns:a16="http://schemas.microsoft.com/office/drawing/2014/main" id="{D07ABEFD-B8F5-44DB-AAEB-21B86308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10416616"/>
            <a:ext cx="7079553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HR: ICI+CT / CT. Binary interaction: Altman-Bland. Internal OOF Cox: fold-stratified; external/apparent Cox: no fold strata. NR: not reached.</a:t>
            </a:r>
          </a:p>
        </p:txBody>
      </p:sp>
      <p:sp>
        <p:nvSpPr>
          <p:cNvPr id="398" name="Text 398: SIMULATED DATA — workflow demonstration only">
            <a:extLst xmlns:a="http://schemas.openxmlformats.org/drawingml/2006/main">
              <a:ext uri="{FF2B5EF4-FFF2-40B4-BE49-F238E27FC236}">
                <a16:creationId xmlns:a16="http://schemas.microsoft.com/office/drawing/2014/main" id="{62920DC5-F859-4C1E-903B-F21155EC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1783" y="10678287"/>
            <a:ext cx="3424434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1">
                <a:solidFill>
                  <a:srgbClr val="A331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A33122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33122"/>
                </a:solidFill>
                <a:latin typeface="Arial"/>
                <a:ea typeface="Arial"/>
                <a:cs typeface="Arial"/>
              </a:rPr>
              <a:t>SIMULATED DATA — workflow demonstration only</a:t>
            </a:r>
          </a:p>
        </p:txBody>
      </p:sp>
    </p:spTree>
    <p:extLst>
      <p:ext uri="{BB962C8B-B14F-4D97-AF65-F5344CB8AC3E}">
        <p14:creationId xmlns:p14="http://schemas.microsoft.com/office/powerpoint/2010/main" val="20332736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2026-10-09T03:12:47.3930000Z</dcterms:created>
  <dcterms:modified xsi:type="dcterms:W3CDTF">2026-10-09T03:12:47.3930000Z</dcterms:modified>
</coreProperties>
</file>