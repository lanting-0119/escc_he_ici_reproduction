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c93b3470a14d89" /><Relationship Type="http://schemas.openxmlformats.org/officeDocument/2006/relationships/extended-properties" Target="/docProps/app.xml" Id="Rf33d794c4bb34009" /><Relationship Type="http://schemas.openxmlformats.org/officeDocument/2006/relationships/officeDocument" Target="/ppt/presentation.xml" Id="R193d5b9dfc4d40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39c3ec907f4ef2"/>
  </p:sldMasterIdLst>
  <p:notesMasterIdLst>
    <p:notesMasterId xmlns:r="http://schemas.openxmlformats.org/officeDocument/2006/relationships" r:id="Rf948d8437f1848ae"/>
  </p:notesMasterIdLst>
  <p:sldIdLst>
    <p:sldId xmlns:r="http://schemas.openxmlformats.org/officeDocument/2006/relationships" id="256" r:id="R6bf225bab8a94b3e"/>
  </p:sldIdLst>
  <p:sldSz cx="14630400" cy="7315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9dd4599a84459d" /><Relationship Type="http://schemas.openxmlformats.org/officeDocument/2006/relationships/slideMaster" Target="/ppt/slideMasters/slideMaster1.xml" Id="R2339c3ec907f4ef2" /><Relationship Type="http://schemas.openxmlformats.org/officeDocument/2006/relationships/notesMaster" Target="/ppt/notesMasters/notesMaster1.xml" Id="Rf948d8437f1848ae" /><Relationship Type="http://schemas.openxmlformats.org/officeDocument/2006/relationships/presProps" Target="/ppt/presProps.xml" Id="Rda6eb3df3b7048c2" /><Relationship Type="http://schemas.openxmlformats.org/officeDocument/2006/relationships/tableStyles" Target="/ppt/tableStyles.xml" Id="Rdafea4bdcb784fc6" /><Relationship Type="http://schemas.openxmlformats.org/officeDocument/2006/relationships/slide" Target="/ppt/slides/slide1.xml" Id="R6bf225bab8a94b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5716023f7941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b5cf39c7de4039" /><Relationship Type="http://schemas.openxmlformats.org/officeDocument/2006/relationships/notesMaster" Target="/ppt/notesMasters/notesMaster1.xml" Id="R8eba4639ee1149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Synthetic-data demonstration of the v32 analysis workflow. These are not trial results. See README and the corresponding notebook for estimators, denominators and inference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5ead7b8a864b3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a774533a954f2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038996060e40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dace93cb024fe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e014df3b5d4c4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08cf93d8394f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6D9D5E-6F0F-4211-890F-832B3D80B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63040" y="2763520"/>
            <a:ext cx="11704320" cy="105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1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9312A27-236B-4D72-A0F3-F97509A8426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94560" y="4023360"/>
            <a:ext cx="1024128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84720E9-9A05-49C7-A1E2-992DC83665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63040" y="3048000"/>
            <a:ext cx="1170432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462528-C6BF-478C-9523-70F599229C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2960" y="568960"/>
            <a:ext cx="12984480" cy="89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1F2C9E6-5C26-4008-8061-C0002D16FF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2960" y="2032000"/>
            <a:ext cx="12984480" cy="455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384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1pPr>
            <a:lvl2pPr marL="56896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2pPr>
            <a:lvl3pPr marL="89408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3pPr>
            <a:lvl4pPr marL="121920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4pPr>
            <a:lvl5pPr marL="154432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5pPr>
            <a:lvl6pPr marL="186944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6pPr>
            <a:lvl7pPr marL="219456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7pPr>
            <a:lvl8pPr marL="251968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8pPr>
            <a:lvl9pPr marL="284480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2D55AC9-A664-4F72-A674-5B9465769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2960" y="568960"/>
            <a:ext cx="12984480" cy="89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81E308-0D78-439F-958A-979CA5F34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2960" y="2032000"/>
            <a:ext cx="6035040" cy="455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384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1pPr>
            <a:lvl2pPr marL="56896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2pPr>
            <a:lvl3pPr marL="89408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3pPr>
            <a:lvl4pPr marL="121920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4pPr>
            <a:lvl5pPr marL="154432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5pPr>
            <a:lvl6pPr marL="186944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6pPr>
            <a:lvl7pPr marL="219456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7pPr>
            <a:lvl8pPr marL="251968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8pPr>
            <a:lvl9pPr marL="284480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9C0413F-203F-4641-86EB-5C1D4F425E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772400" y="2032000"/>
            <a:ext cx="6035040" cy="455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384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1pPr>
            <a:lvl2pPr marL="56896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2pPr>
            <a:lvl3pPr marL="89408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3pPr>
            <a:lvl4pPr marL="121920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4pPr>
            <a:lvl5pPr marL="154432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5pPr>
            <a:lvl6pPr marL="186944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6pPr>
            <a:lvl7pPr marL="219456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7pPr>
            <a:lvl8pPr marL="251968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8pPr>
            <a:lvl9pPr marL="284480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6C913C-F383-4AA7-8FFC-9FF93397E4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2960" y="568960"/>
            <a:ext cx="12984480" cy="89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E4CB5B-846A-41BF-92A7-F2AE976428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2960" y="2032000"/>
            <a:ext cx="6035040" cy="455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384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1pPr>
            <a:lvl2pPr marL="56896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2pPr>
            <a:lvl3pPr marL="89408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3pPr>
            <a:lvl4pPr marL="121920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4pPr>
            <a:lvl5pPr marL="154432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5pPr>
            <a:lvl6pPr marL="186944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6pPr>
            <a:lvl7pPr marL="219456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7pPr>
            <a:lvl8pPr marL="251968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8pPr>
            <a:lvl9pPr marL="2844800" indent="-243840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ed097cd9af45b5" /><Relationship Type="http://schemas.openxmlformats.org/officeDocument/2006/relationships/slideLayout" Target="/ppt/slideLayouts/slideLayout1.xml" Id="R0452a232d49944f0" /><Relationship Type="http://schemas.openxmlformats.org/officeDocument/2006/relationships/slideLayout" Target="/ppt/slideLayouts/slideLayout2.xml" Id="R44ad3d19222d4a05" /><Relationship Type="http://schemas.openxmlformats.org/officeDocument/2006/relationships/slideLayout" Target="/ppt/slideLayouts/slideLayout3.xml" Id="R7182864b6f6e4520" /><Relationship Type="http://schemas.openxmlformats.org/officeDocument/2006/relationships/slideLayout" Target="/ppt/slideLayouts/slideLayout4.xml" Id="R5fd0ecd6c62f419e" /><Relationship Type="http://schemas.openxmlformats.org/officeDocument/2006/relationships/slideLayout" Target="/ppt/slideLayouts/slideLayout5.xml" Id="R47d64e98d39a406e" /><Relationship Type="http://schemas.openxmlformats.org/officeDocument/2006/relationships/slideLayout" Target="/ppt/slideLayouts/slideLayout6.xml" Id="R28782026f7184b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52a232d49944f0"/>
    <p:sldLayoutId xmlns:r="http://schemas.openxmlformats.org/officeDocument/2006/relationships" id="2147483650" r:id="R44ad3d19222d4a05"/>
    <p:sldLayoutId xmlns:r="http://schemas.openxmlformats.org/officeDocument/2006/relationships" id="2147483651" r:id="R7182864b6f6e4520"/>
    <p:sldLayoutId xmlns:r="http://schemas.openxmlformats.org/officeDocument/2006/relationships" id="2147483652" r:id="R5fd0ecd6c62f419e"/>
    <p:sldLayoutId xmlns:r="http://schemas.openxmlformats.org/officeDocument/2006/relationships" id="2147483653" r:id="R47d64e98d39a406e"/>
    <p:sldLayoutId xmlns:r="http://schemas.openxmlformats.org/officeDocument/2006/relationships" id="2147483654" r:id="R28782026f7184b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7ae15c53ac43fb" /><Relationship Type="http://schemas.openxmlformats.org/officeDocument/2006/relationships/notesSlide" Target="/ppt/notesSlides/notesSlide1.xml" Id="R964dfa820c774a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Vector 1">
            <a:extLst xmlns:a="http://schemas.openxmlformats.org/drawingml/2006/main">
              <a:ext uri="{FF2B5EF4-FFF2-40B4-BE49-F238E27FC236}">
                <a16:creationId xmlns:a16="http://schemas.microsoft.com/office/drawing/2014/main" id="{7BA5327F-EBEC-4981-8FD9-65F9F1BA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7315200"/>
          </a:xfrm>
          <a:custGeom xmlns:a="http://schemas.openxmlformats.org/drawingml/2006/main">
            <a:pathLst>
              <a:path w="14630400" h="7315200">
                <a:moveTo>
                  <a:pt x="0" y="7315200"/>
                </a:moveTo>
                <a:lnTo>
                  <a:pt x="14630400" y="7315200"/>
                </a:lnTo>
                <a:lnTo>
                  <a:pt x="146304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" name="Vector 2">
            <a:extLst xmlns:a="http://schemas.openxmlformats.org/drawingml/2006/main">
              <a:ext uri="{FF2B5EF4-FFF2-40B4-BE49-F238E27FC236}">
                <a16:creationId xmlns:a16="http://schemas.microsoft.com/office/drawing/2014/main" id="{8EB112D2-CE26-48D5-95C2-455639B3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243584"/>
            <a:ext cx="4096512" cy="3877056"/>
          </a:xfrm>
          <a:custGeom xmlns:a="http://schemas.openxmlformats.org/drawingml/2006/main">
            <a:pathLst>
              <a:path w="4096512" h="3877056">
                <a:moveTo>
                  <a:pt x="0" y="3877056"/>
                </a:moveTo>
                <a:lnTo>
                  <a:pt x="4096512" y="3877056"/>
                </a:lnTo>
                <a:lnTo>
                  <a:pt x="40965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" name="Vector 3">
            <a:extLst xmlns:a="http://schemas.openxmlformats.org/drawingml/2006/main">
              <a:ext uri="{FF2B5EF4-FFF2-40B4-BE49-F238E27FC236}">
                <a16:creationId xmlns:a16="http://schemas.microsoft.com/office/drawing/2014/main" id="{1A74392F-00CB-4130-958F-E644BBD9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" y="3770166"/>
            <a:ext cx="913459" cy="1350474"/>
          </a:xfrm>
          <a:custGeom xmlns:a="http://schemas.openxmlformats.org/drawingml/2006/main">
            <a:pathLst>
              <a:path w="913459" h="1350474">
                <a:moveTo>
                  <a:pt x="0" y="1350474"/>
                </a:moveTo>
                <a:lnTo>
                  <a:pt x="913459" y="1350474"/>
                </a:lnTo>
                <a:lnTo>
                  <a:pt x="91345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77CAD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4" name="Vector 4">
            <a:extLst xmlns:a="http://schemas.openxmlformats.org/drawingml/2006/main">
              <a:ext uri="{FF2B5EF4-FFF2-40B4-BE49-F238E27FC236}">
                <a16:creationId xmlns:a16="http://schemas.microsoft.com/office/drawing/2014/main" id="{BEC1C3AC-D3EE-4A75-AE81-31528FFC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" y="2197463"/>
            <a:ext cx="913459" cy="1572703"/>
          </a:xfrm>
          <a:custGeom xmlns:a="http://schemas.openxmlformats.org/drawingml/2006/main">
            <a:pathLst>
              <a:path w="913459" h="1572703">
                <a:moveTo>
                  <a:pt x="0" y="1572703"/>
                </a:moveTo>
                <a:lnTo>
                  <a:pt x="913459" y="1572703"/>
                </a:lnTo>
                <a:lnTo>
                  <a:pt x="91345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E8A45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" name="Vector 5">
            <a:extLst xmlns:a="http://schemas.openxmlformats.org/drawingml/2006/main">
              <a:ext uri="{FF2B5EF4-FFF2-40B4-BE49-F238E27FC236}">
                <a16:creationId xmlns:a16="http://schemas.microsoft.com/office/drawing/2014/main" id="{D22FADF5-D9C5-49D7-BFAC-78EA2F0F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" y="2043611"/>
            <a:ext cx="913459" cy="153851"/>
          </a:xfrm>
          <a:custGeom xmlns:a="http://schemas.openxmlformats.org/drawingml/2006/main">
            <a:pathLst>
              <a:path w="913459" h="153851">
                <a:moveTo>
                  <a:pt x="0" y="153851"/>
                </a:moveTo>
                <a:lnTo>
                  <a:pt x="913459" y="153851"/>
                </a:lnTo>
                <a:lnTo>
                  <a:pt x="91345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D7DD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6" name="Vector 6">
            <a:extLst xmlns:a="http://schemas.openxmlformats.org/drawingml/2006/main">
              <a:ext uri="{FF2B5EF4-FFF2-40B4-BE49-F238E27FC236}">
                <a16:creationId xmlns:a16="http://schemas.microsoft.com/office/drawing/2014/main" id="{315EA32E-99F2-4875-8F56-8AB4E633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9351" y="3838545"/>
            <a:ext cx="913459" cy="1282095"/>
          </a:xfrm>
          <a:custGeom xmlns:a="http://schemas.openxmlformats.org/drawingml/2006/main">
            <a:pathLst>
              <a:path w="913459" h="1282095">
                <a:moveTo>
                  <a:pt x="0" y="1282095"/>
                </a:moveTo>
                <a:lnTo>
                  <a:pt x="913459" y="1282095"/>
                </a:lnTo>
                <a:lnTo>
                  <a:pt x="91345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77CAD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7" name="Vector 7">
            <a:extLst xmlns:a="http://schemas.openxmlformats.org/drawingml/2006/main">
              <a:ext uri="{FF2B5EF4-FFF2-40B4-BE49-F238E27FC236}">
                <a16:creationId xmlns:a16="http://schemas.microsoft.com/office/drawing/2014/main" id="{855933D4-5972-4CFD-84F5-2D4FAAB6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9351" y="2197463"/>
            <a:ext cx="913459" cy="1641082"/>
          </a:xfrm>
          <a:custGeom xmlns:a="http://schemas.openxmlformats.org/drawingml/2006/main">
            <a:pathLst>
              <a:path w="913459" h="1641082">
                <a:moveTo>
                  <a:pt x="0" y="1641082"/>
                </a:moveTo>
                <a:lnTo>
                  <a:pt x="913459" y="1641082"/>
                </a:lnTo>
                <a:lnTo>
                  <a:pt x="91345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E8A45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8" name="Vector 8">
            <a:extLst xmlns:a="http://schemas.openxmlformats.org/drawingml/2006/main">
              <a:ext uri="{FF2B5EF4-FFF2-40B4-BE49-F238E27FC236}">
                <a16:creationId xmlns:a16="http://schemas.microsoft.com/office/drawing/2014/main" id="{D60FB1F6-7C03-481F-AE64-8968F875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9351" y="2043611"/>
            <a:ext cx="913459" cy="153851"/>
          </a:xfrm>
          <a:custGeom xmlns:a="http://schemas.openxmlformats.org/drawingml/2006/main">
            <a:pathLst>
              <a:path w="913459" h="153851">
                <a:moveTo>
                  <a:pt x="0" y="153851"/>
                </a:moveTo>
                <a:lnTo>
                  <a:pt x="913459" y="153851"/>
                </a:lnTo>
                <a:lnTo>
                  <a:pt x="91345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D7DD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9" name="Vector 9">
            <a:extLst xmlns:a="http://schemas.openxmlformats.org/drawingml/2006/main">
              <a:ext uri="{FF2B5EF4-FFF2-40B4-BE49-F238E27FC236}">
                <a16:creationId xmlns:a16="http://schemas.microsoft.com/office/drawing/2014/main" id="{39E60400-E982-4514-BA38-5599B3D3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672" y="3701788"/>
            <a:ext cx="913459" cy="1418852"/>
          </a:xfrm>
          <a:custGeom xmlns:a="http://schemas.openxmlformats.org/drawingml/2006/main">
            <a:pathLst>
              <a:path w="913459" h="1418852">
                <a:moveTo>
                  <a:pt x="0" y="1418852"/>
                </a:moveTo>
                <a:lnTo>
                  <a:pt x="913459" y="1418852"/>
                </a:lnTo>
                <a:lnTo>
                  <a:pt x="91345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77CAD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0" name="Vector 10">
            <a:extLst xmlns:a="http://schemas.openxmlformats.org/drawingml/2006/main">
              <a:ext uri="{FF2B5EF4-FFF2-40B4-BE49-F238E27FC236}">
                <a16:creationId xmlns:a16="http://schemas.microsoft.com/office/drawing/2014/main" id="{9A45FA3D-C7CE-4DF9-812A-92F43044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672" y="2197463"/>
            <a:ext cx="913459" cy="1504325"/>
          </a:xfrm>
          <a:custGeom xmlns:a="http://schemas.openxmlformats.org/drawingml/2006/main">
            <a:pathLst>
              <a:path w="913459" h="1504325">
                <a:moveTo>
                  <a:pt x="0" y="1504325"/>
                </a:moveTo>
                <a:lnTo>
                  <a:pt x="913459" y="1504325"/>
                </a:lnTo>
                <a:lnTo>
                  <a:pt x="91345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E8A45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1" name="Vector 11">
            <a:extLst xmlns:a="http://schemas.openxmlformats.org/drawingml/2006/main">
              <a:ext uri="{FF2B5EF4-FFF2-40B4-BE49-F238E27FC236}">
                <a16:creationId xmlns:a16="http://schemas.microsoft.com/office/drawing/2014/main" id="{46E1328B-2860-4E1E-A667-B6890559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672" y="2043611"/>
            <a:ext cx="913459" cy="153851"/>
          </a:xfrm>
          <a:custGeom xmlns:a="http://schemas.openxmlformats.org/drawingml/2006/main">
            <a:pathLst>
              <a:path w="913459" h="153851">
                <a:moveTo>
                  <a:pt x="0" y="153851"/>
                </a:moveTo>
                <a:lnTo>
                  <a:pt x="913459" y="153851"/>
                </a:lnTo>
                <a:lnTo>
                  <a:pt x="91345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D7DD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2" name="Text 12: Pooled">
            <a:extLst xmlns:a="http://schemas.openxmlformats.org/drawingml/2006/main">
              <a:ext uri="{FF2B5EF4-FFF2-40B4-BE49-F238E27FC236}">
                <a16:creationId xmlns:a16="http://schemas.microsoft.com/office/drawing/2014/main" id="{2A7C8880-2FDA-4BF6-94A2-30F8FE0A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1110" y="5202791"/>
            <a:ext cx="381216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Pooled</a:t>
            </a:r>
          </a:p>
        </p:txBody>
      </p:sp>
      <p:sp>
        <p:nvSpPr>
          <p:cNvPr id="13" name="Text 13: n=720">
            <a:extLst xmlns:a="http://schemas.openxmlformats.org/drawingml/2006/main">
              <a:ext uri="{FF2B5EF4-FFF2-40B4-BE49-F238E27FC236}">
                <a16:creationId xmlns:a16="http://schemas.microsoft.com/office/drawing/2014/main" id="{7BC99F2D-1C16-4ABF-8BDD-81F332B6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7565" y="5330782"/>
            <a:ext cx="346354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n=720</a:t>
            </a:r>
          </a:p>
        </p:txBody>
      </p:sp>
      <p:sp>
        <p:nvSpPr>
          <p:cNvPr id="14" name="Text 14: Missing: 36">
            <a:extLst xmlns:a="http://schemas.openxmlformats.org/drawingml/2006/main">
              <a:ext uri="{FF2B5EF4-FFF2-40B4-BE49-F238E27FC236}">
                <a16:creationId xmlns:a16="http://schemas.microsoft.com/office/drawing/2014/main" id="{7258F8FE-AF0C-446A-918B-0E057993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7513" y="5458773"/>
            <a:ext cx="603415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Missing: 36</a:t>
            </a:r>
          </a:p>
        </p:txBody>
      </p:sp>
      <p:sp>
        <p:nvSpPr>
          <p:cNvPr id="15" name="Text 15: JUPITER-06">
            <a:extLst xmlns:a="http://schemas.openxmlformats.org/drawingml/2006/main">
              <a:ext uri="{FF2B5EF4-FFF2-40B4-BE49-F238E27FC236}">
                <a16:creationId xmlns:a16="http://schemas.microsoft.com/office/drawing/2014/main" id="{89697DC2-220B-4F56-9B71-2697F3F8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4291" y="5202791"/>
            <a:ext cx="666852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JUPITER-06</a:t>
            </a:r>
          </a:p>
        </p:txBody>
      </p:sp>
      <p:sp>
        <p:nvSpPr>
          <p:cNvPr id="16" name="Text 16: n=360">
            <a:extLst xmlns:a="http://schemas.openxmlformats.org/drawingml/2006/main">
              <a:ext uri="{FF2B5EF4-FFF2-40B4-BE49-F238E27FC236}">
                <a16:creationId xmlns:a16="http://schemas.microsoft.com/office/drawing/2014/main" id="{9B6A14AD-B7E0-4450-90B9-75DD2F17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32886" y="5330782"/>
            <a:ext cx="346354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n=360</a:t>
            </a:r>
          </a:p>
        </p:txBody>
      </p:sp>
      <p:sp>
        <p:nvSpPr>
          <p:cNvPr id="17" name="Text 17: Missing: 18">
            <a:extLst xmlns:a="http://schemas.openxmlformats.org/drawingml/2006/main">
              <a:ext uri="{FF2B5EF4-FFF2-40B4-BE49-F238E27FC236}">
                <a16:creationId xmlns:a16="http://schemas.microsoft.com/office/drawing/2014/main" id="{26C75C74-4EC2-438C-8B1C-CE1DE405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2834" y="5458773"/>
            <a:ext cx="603415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Missing: 18</a:t>
            </a:r>
          </a:p>
        </p:txBody>
      </p:sp>
      <p:sp>
        <p:nvSpPr>
          <p:cNvPr id="18" name="Text 18: ESCORT-1ST">
            <a:extLst xmlns:a="http://schemas.openxmlformats.org/drawingml/2006/main">
              <a:ext uri="{FF2B5EF4-FFF2-40B4-BE49-F238E27FC236}">
                <a16:creationId xmlns:a16="http://schemas.microsoft.com/office/drawing/2014/main" id="{AF839263-723B-4D87-A609-4E186976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0688" y="5202791"/>
            <a:ext cx="749246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ESCORT-1ST</a:t>
            </a:r>
          </a:p>
        </p:txBody>
      </p:sp>
      <p:sp>
        <p:nvSpPr>
          <p:cNvPr id="19" name="Text 19: n=360">
            <a:extLst xmlns:a="http://schemas.openxmlformats.org/drawingml/2006/main">
              <a:ext uri="{FF2B5EF4-FFF2-40B4-BE49-F238E27FC236}">
                <a16:creationId xmlns:a16="http://schemas.microsoft.com/office/drawing/2014/main" id="{9EFD36B3-B13D-4D59-B0CF-6CE536EC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8208" y="5330782"/>
            <a:ext cx="346354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n=360</a:t>
            </a:r>
          </a:p>
        </p:txBody>
      </p:sp>
      <p:sp>
        <p:nvSpPr>
          <p:cNvPr id="20" name="Text 20: Missing: 18">
            <a:extLst xmlns:a="http://schemas.openxmlformats.org/drawingml/2006/main">
              <a:ext uri="{FF2B5EF4-FFF2-40B4-BE49-F238E27FC236}">
                <a16:creationId xmlns:a16="http://schemas.microsoft.com/office/drawing/2014/main" id="{BC81555D-CA25-45E2-A31F-745117BD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8156" y="5458773"/>
            <a:ext cx="603415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Missing: 18</a:t>
            </a:r>
          </a:p>
        </p:txBody>
      </p:sp>
      <p:sp>
        <p:nvSpPr>
          <p:cNvPr id="21" name="mc235c6a164 21">
            <a:extLst xmlns:a="http://schemas.openxmlformats.org/drawingml/2006/main">
              <a:ext uri="{FF2B5EF4-FFF2-40B4-BE49-F238E27FC236}">
                <a16:creationId xmlns:a16="http://schemas.microsoft.com/office/drawing/2014/main" id="{F77B402B-74DF-4740-84ED-67C3882B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5120640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2" name="Text 22: 0">
            <a:extLst xmlns:a="http://schemas.openxmlformats.org/drawingml/2006/main">
              <a:ext uri="{FF2B5EF4-FFF2-40B4-BE49-F238E27FC236}">
                <a16:creationId xmlns:a16="http://schemas.microsoft.com/office/drawing/2014/main" id="{3967E368-04B1-4669-9E21-545EEC7F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912" y="5050780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" name="mc235c6a164 23">
            <a:extLst xmlns:a="http://schemas.openxmlformats.org/drawingml/2006/main">
              <a:ext uri="{FF2B5EF4-FFF2-40B4-BE49-F238E27FC236}">
                <a16:creationId xmlns:a16="http://schemas.microsoft.com/office/drawing/2014/main" id="{11BE05F1-4609-4802-BEA0-5F75B4D2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4505234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4" name="Text 24: 20">
            <a:extLst xmlns:a="http://schemas.openxmlformats.org/drawingml/2006/main">
              <a:ext uri="{FF2B5EF4-FFF2-40B4-BE49-F238E27FC236}">
                <a16:creationId xmlns:a16="http://schemas.microsoft.com/office/drawing/2014/main" id="{74FE8FE6-DCE0-409D-95C7-4D815F0C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300" y="4435374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5" name="mc235c6a164 25">
            <a:extLst xmlns:a="http://schemas.openxmlformats.org/drawingml/2006/main">
              <a:ext uri="{FF2B5EF4-FFF2-40B4-BE49-F238E27FC236}">
                <a16:creationId xmlns:a16="http://schemas.microsoft.com/office/drawing/2014/main" id="{6B51E0FE-7634-435A-8DA8-417CF813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3889829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6" name="Text 26: 40">
            <a:extLst xmlns:a="http://schemas.openxmlformats.org/drawingml/2006/main">
              <a:ext uri="{FF2B5EF4-FFF2-40B4-BE49-F238E27FC236}">
                <a16:creationId xmlns:a16="http://schemas.microsoft.com/office/drawing/2014/main" id="{49932904-B390-43FD-855A-070FCBEE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300" y="3819969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7" name="mc235c6a164 27">
            <a:extLst xmlns:a="http://schemas.openxmlformats.org/drawingml/2006/main">
              <a:ext uri="{FF2B5EF4-FFF2-40B4-BE49-F238E27FC236}">
                <a16:creationId xmlns:a16="http://schemas.microsoft.com/office/drawing/2014/main" id="{5A7D40C9-0D81-4773-9442-93DDA6B2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3274423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8" name="Text 28: 60">
            <a:extLst xmlns:a="http://schemas.openxmlformats.org/drawingml/2006/main">
              <a:ext uri="{FF2B5EF4-FFF2-40B4-BE49-F238E27FC236}">
                <a16:creationId xmlns:a16="http://schemas.microsoft.com/office/drawing/2014/main" id="{C3A6BAE0-C5D0-451E-A462-819F18A8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300" y="3204563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9" name="mc235c6a164 29">
            <a:extLst xmlns:a="http://schemas.openxmlformats.org/drawingml/2006/main">
              <a:ext uri="{FF2B5EF4-FFF2-40B4-BE49-F238E27FC236}">
                <a16:creationId xmlns:a16="http://schemas.microsoft.com/office/drawing/2014/main" id="{BB20C0EA-B8F2-43C4-B70F-9A691C81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2659017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30" name="Text 30: 80">
            <a:extLst xmlns:a="http://schemas.openxmlformats.org/drawingml/2006/main">
              <a:ext uri="{FF2B5EF4-FFF2-40B4-BE49-F238E27FC236}">
                <a16:creationId xmlns:a16="http://schemas.microsoft.com/office/drawing/2014/main" id="{3CE479FC-1539-4FB5-A9CA-B9BAFAA9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300" y="2589157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31" name="mc235c6a164 31">
            <a:extLst xmlns:a="http://schemas.openxmlformats.org/drawingml/2006/main">
              <a:ext uri="{FF2B5EF4-FFF2-40B4-BE49-F238E27FC236}">
                <a16:creationId xmlns:a16="http://schemas.microsoft.com/office/drawing/2014/main" id="{B93D5B8C-385C-470E-913C-2639DDA2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74" y="2043611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32" name="Text 32: 100">
            <a:extLst xmlns:a="http://schemas.openxmlformats.org/drawingml/2006/main">
              <a:ext uri="{FF2B5EF4-FFF2-40B4-BE49-F238E27FC236}">
                <a16:creationId xmlns:a16="http://schemas.microsoft.com/office/drawing/2014/main" id="{6C5100CC-19B9-4396-A577-8FB2B241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688" y="1973752"/>
            <a:ext cx="2372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" name="Text 33: Patients (%)">
            <a:extLst xmlns:a="http://schemas.openxmlformats.org/drawingml/2006/main">
              <a:ext uri="{FF2B5EF4-FFF2-40B4-BE49-F238E27FC236}">
                <a16:creationId xmlns:a16="http://schemas.microsoft.com/office/drawing/2014/main" id="{ACE4108C-7F3F-434C-AD99-2FDB8C6D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75220" y="3099562"/>
            <a:ext cx="7170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Patients (%)</a:t>
            </a:r>
          </a:p>
        </p:txBody>
      </p:sp>
      <p:sp>
        <p:nvSpPr>
          <p:cNvPr id="34" name="Vector 34">
            <a:extLst xmlns:a="http://schemas.openxmlformats.org/drawingml/2006/main">
              <a:ext uri="{FF2B5EF4-FFF2-40B4-BE49-F238E27FC236}">
                <a16:creationId xmlns:a16="http://schemas.microsoft.com/office/drawing/2014/main" id="{197DEC75-9C2B-41CC-BD6A-0C78B4C8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243584"/>
            <a:ext cx="10" cy="3877056"/>
          </a:xfrm>
          <a:custGeom xmlns:a="http://schemas.openxmlformats.org/drawingml/2006/main">
            <a:pathLst>
              <a:path w="10" h="3877056">
                <a:moveTo>
                  <a:pt x="0" y="38770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35" name="Text 35: 316">
            <a:extLst xmlns:a="http://schemas.openxmlformats.org/drawingml/2006/main">
              <a:ext uri="{FF2B5EF4-FFF2-40B4-BE49-F238E27FC236}">
                <a16:creationId xmlns:a16="http://schemas.microsoft.com/office/drawing/2014/main" id="{02C0A1EB-D346-4397-A5B7-36D52532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9553" y="4291231"/>
            <a:ext cx="2372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316</a:t>
            </a:r>
          </a:p>
        </p:txBody>
      </p:sp>
      <p:sp>
        <p:nvSpPr>
          <p:cNvPr id="36" name="Text 36: (43.9%)">
            <a:extLst xmlns:a="http://schemas.openxmlformats.org/drawingml/2006/main">
              <a:ext uri="{FF2B5EF4-FFF2-40B4-BE49-F238E27FC236}">
                <a16:creationId xmlns:a16="http://schemas.microsoft.com/office/drawing/2014/main" id="{B3000F6D-9D6C-4B8E-A275-5B28E372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487" y="4433443"/>
            <a:ext cx="47002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(43.9%)</a:t>
            </a:r>
          </a:p>
        </p:txBody>
      </p:sp>
      <p:sp>
        <p:nvSpPr>
          <p:cNvPr id="37" name="Text 37: 368">
            <a:extLst xmlns:a="http://schemas.openxmlformats.org/drawingml/2006/main">
              <a:ext uri="{FF2B5EF4-FFF2-40B4-BE49-F238E27FC236}">
                <a16:creationId xmlns:a16="http://schemas.microsoft.com/office/drawing/2014/main" id="{8092236A-159B-4DF0-89FA-EFA30DC7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9553" y="2829643"/>
            <a:ext cx="2372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368</a:t>
            </a:r>
          </a:p>
        </p:txBody>
      </p:sp>
      <p:sp>
        <p:nvSpPr>
          <p:cNvPr id="38" name="Text 38: (51.1%)">
            <a:extLst xmlns:a="http://schemas.openxmlformats.org/drawingml/2006/main">
              <a:ext uri="{FF2B5EF4-FFF2-40B4-BE49-F238E27FC236}">
                <a16:creationId xmlns:a16="http://schemas.microsoft.com/office/drawing/2014/main" id="{C0D49D73-038A-48ED-81E9-4DCBE5C4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487" y="2971855"/>
            <a:ext cx="47002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(51.1%)</a:t>
            </a:r>
          </a:p>
        </p:txBody>
      </p:sp>
      <p:sp>
        <p:nvSpPr>
          <p:cNvPr id="39" name="Text 39: 150">
            <a:extLst xmlns:a="http://schemas.openxmlformats.org/drawingml/2006/main">
              <a:ext uri="{FF2B5EF4-FFF2-40B4-BE49-F238E27FC236}">
                <a16:creationId xmlns:a16="http://schemas.microsoft.com/office/drawing/2014/main" id="{ABF96C56-E3B5-493F-8829-DF9C12AD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4874" y="4325420"/>
            <a:ext cx="2372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150</a:t>
            </a:r>
          </a:p>
        </p:txBody>
      </p:sp>
      <p:sp>
        <p:nvSpPr>
          <p:cNvPr id="40" name="Text 40: (41.7%)">
            <a:extLst xmlns:a="http://schemas.openxmlformats.org/drawingml/2006/main">
              <a:ext uri="{FF2B5EF4-FFF2-40B4-BE49-F238E27FC236}">
                <a16:creationId xmlns:a16="http://schemas.microsoft.com/office/drawing/2014/main" id="{01D6946A-71EF-47C3-AD34-F0127C98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4809" y="4467633"/>
            <a:ext cx="47002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(41.7%)</a:t>
            </a:r>
          </a:p>
        </p:txBody>
      </p:sp>
      <p:sp>
        <p:nvSpPr>
          <p:cNvPr id="41" name="Text 41: 192">
            <a:extLst xmlns:a="http://schemas.openxmlformats.org/drawingml/2006/main">
              <a:ext uri="{FF2B5EF4-FFF2-40B4-BE49-F238E27FC236}">
                <a16:creationId xmlns:a16="http://schemas.microsoft.com/office/drawing/2014/main" id="{3F1F6278-D752-453D-A46F-82CA9D71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4874" y="2863832"/>
            <a:ext cx="2372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192</a:t>
            </a:r>
          </a:p>
        </p:txBody>
      </p:sp>
      <p:sp>
        <p:nvSpPr>
          <p:cNvPr id="42" name="Text 42: (53.3%)">
            <a:extLst xmlns:a="http://schemas.openxmlformats.org/drawingml/2006/main">
              <a:ext uri="{FF2B5EF4-FFF2-40B4-BE49-F238E27FC236}">
                <a16:creationId xmlns:a16="http://schemas.microsoft.com/office/drawing/2014/main" id="{C704212E-EDA0-4519-8EF1-7A8D577B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4809" y="3006044"/>
            <a:ext cx="47002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(53.3%)</a:t>
            </a:r>
          </a:p>
        </p:txBody>
      </p:sp>
      <p:sp>
        <p:nvSpPr>
          <p:cNvPr id="43" name="Text 43: 166">
            <a:extLst xmlns:a="http://schemas.openxmlformats.org/drawingml/2006/main">
              <a:ext uri="{FF2B5EF4-FFF2-40B4-BE49-F238E27FC236}">
                <a16:creationId xmlns:a16="http://schemas.microsoft.com/office/drawing/2014/main" id="{CDD1A1B5-395D-41FE-968E-790DC6D4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0196" y="4257042"/>
            <a:ext cx="2372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166</a:t>
            </a:r>
          </a:p>
        </p:txBody>
      </p:sp>
      <p:sp>
        <p:nvSpPr>
          <p:cNvPr id="44" name="Text 44: (46.1%)">
            <a:extLst xmlns:a="http://schemas.openxmlformats.org/drawingml/2006/main">
              <a:ext uri="{FF2B5EF4-FFF2-40B4-BE49-F238E27FC236}">
                <a16:creationId xmlns:a16="http://schemas.microsoft.com/office/drawing/2014/main" id="{5AD3E4FA-B64D-48BB-8750-09655A64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0130" y="4399254"/>
            <a:ext cx="47002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(46.1%)</a:t>
            </a:r>
          </a:p>
        </p:txBody>
      </p:sp>
      <p:sp>
        <p:nvSpPr>
          <p:cNvPr id="45" name="Text 45: 176">
            <a:extLst xmlns:a="http://schemas.openxmlformats.org/drawingml/2006/main">
              <a:ext uri="{FF2B5EF4-FFF2-40B4-BE49-F238E27FC236}">
                <a16:creationId xmlns:a16="http://schemas.microsoft.com/office/drawing/2014/main" id="{5976AE32-F24A-4189-908E-502229C0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0196" y="2795453"/>
            <a:ext cx="2372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176</a:t>
            </a:r>
          </a:p>
        </p:txBody>
      </p:sp>
      <p:sp>
        <p:nvSpPr>
          <p:cNvPr id="46" name="Text 46: (48.9%)">
            <a:extLst xmlns:a="http://schemas.openxmlformats.org/drawingml/2006/main">
              <a:ext uri="{FF2B5EF4-FFF2-40B4-BE49-F238E27FC236}">
                <a16:creationId xmlns:a16="http://schemas.microsoft.com/office/drawing/2014/main" id="{6B74AEB5-4924-4DEA-9139-04AAEE85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0130" y="2937666"/>
            <a:ext cx="47002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(48.9%)</a:t>
            </a:r>
          </a:p>
        </p:txBody>
      </p:sp>
      <p:sp>
        <p:nvSpPr>
          <p:cNvPr id="47" name="Text 47: A  Overall distribution">
            <a:extLst xmlns:a="http://schemas.openxmlformats.org/drawingml/2006/main">
              <a:ext uri="{FF2B5EF4-FFF2-40B4-BE49-F238E27FC236}">
                <a16:creationId xmlns:a16="http://schemas.microsoft.com/office/drawing/2014/main" id="{962D7ADB-910B-4E77-9648-E721FA90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824" y="1025652"/>
            <a:ext cx="1473526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 Overall distribution</a:t>
            </a:r>
          </a:p>
        </p:txBody>
      </p:sp>
      <p:sp>
        <p:nvSpPr>
          <p:cNvPr id="48" name="Vector 48">
            <a:extLst xmlns:a="http://schemas.openxmlformats.org/drawingml/2006/main">
              <a:ext uri="{FF2B5EF4-FFF2-40B4-BE49-F238E27FC236}">
                <a16:creationId xmlns:a16="http://schemas.microsoft.com/office/drawing/2014/main" id="{45C77C4A-23D4-48B2-A6E8-199C8D3C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243584"/>
            <a:ext cx="8046720" cy="3877056"/>
          </a:xfrm>
          <a:custGeom xmlns:a="http://schemas.openxmlformats.org/drawingml/2006/main">
            <a:pathLst>
              <a:path w="8046720" h="3877056">
                <a:moveTo>
                  <a:pt x="0" y="3877056"/>
                </a:moveTo>
                <a:lnTo>
                  <a:pt x="8046720" y="3877056"/>
                </a:lnTo>
                <a:lnTo>
                  <a:pt x="804672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49" name="Vector 49">
            <a:extLst xmlns:a="http://schemas.openxmlformats.org/drawingml/2006/main">
              <a:ext uri="{FF2B5EF4-FFF2-40B4-BE49-F238E27FC236}">
                <a16:creationId xmlns:a16="http://schemas.microsoft.com/office/drawing/2014/main" id="{02212E8A-B648-47AA-A961-B7C525C3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3758063"/>
            <a:ext cx="841572" cy="1362577"/>
          </a:xfrm>
          <a:custGeom xmlns:a="http://schemas.openxmlformats.org/drawingml/2006/main">
            <a:pathLst>
              <a:path w="841572" h="1362577">
                <a:moveTo>
                  <a:pt x="0" y="1362577"/>
                </a:moveTo>
                <a:lnTo>
                  <a:pt x="841572" y="1362577"/>
                </a:lnTo>
                <a:lnTo>
                  <a:pt x="8415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77CAD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0" name="Vector 50">
            <a:extLst xmlns:a="http://schemas.openxmlformats.org/drawingml/2006/main">
              <a:ext uri="{FF2B5EF4-FFF2-40B4-BE49-F238E27FC236}">
                <a16:creationId xmlns:a16="http://schemas.microsoft.com/office/drawing/2014/main" id="{A18D60F3-DF46-4144-82EB-9217525E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2185858"/>
            <a:ext cx="841572" cy="1572204"/>
          </a:xfrm>
          <a:custGeom xmlns:a="http://schemas.openxmlformats.org/drawingml/2006/main">
            <a:pathLst>
              <a:path w="841572" h="1572204">
                <a:moveTo>
                  <a:pt x="0" y="1572204"/>
                </a:moveTo>
                <a:lnTo>
                  <a:pt x="841572" y="1572204"/>
                </a:lnTo>
                <a:lnTo>
                  <a:pt x="8415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E8A45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1" name="Vector 51">
            <a:extLst xmlns:a="http://schemas.openxmlformats.org/drawingml/2006/main">
              <a:ext uri="{FF2B5EF4-FFF2-40B4-BE49-F238E27FC236}">
                <a16:creationId xmlns:a16="http://schemas.microsoft.com/office/drawing/2014/main" id="{E74CFFE5-FB30-4514-AF70-F4E026B4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2043611"/>
            <a:ext cx="841572" cy="142247"/>
          </a:xfrm>
          <a:custGeom xmlns:a="http://schemas.openxmlformats.org/drawingml/2006/main">
            <a:pathLst>
              <a:path w="841572" h="142247">
                <a:moveTo>
                  <a:pt x="0" y="142247"/>
                </a:moveTo>
                <a:lnTo>
                  <a:pt x="841572" y="142247"/>
                </a:lnTo>
                <a:lnTo>
                  <a:pt x="8415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D7DD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2" name="Vector 52">
            <a:extLst xmlns:a="http://schemas.openxmlformats.org/drawingml/2006/main">
              <a:ext uri="{FF2B5EF4-FFF2-40B4-BE49-F238E27FC236}">
                <a16:creationId xmlns:a16="http://schemas.microsoft.com/office/drawing/2014/main" id="{12268692-3C7C-481F-B38F-8D7764B3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5254" y="3786265"/>
            <a:ext cx="841572" cy="1334375"/>
          </a:xfrm>
          <a:custGeom xmlns:a="http://schemas.openxmlformats.org/drawingml/2006/main">
            <a:pathLst>
              <a:path w="841572" h="1334375">
                <a:moveTo>
                  <a:pt x="0" y="1334375"/>
                </a:moveTo>
                <a:lnTo>
                  <a:pt x="841572" y="1334375"/>
                </a:lnTo>
                <a:lnTo>
                  <a:pt x="8415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77CAD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3" name="Vector 53">
            <a:extLst xmlns:a="http://schemas.openxmlformats.org/drawingml/2006/main">
              <a:ext uri="{FF2B5EF4-FFF2-40B4-BE49-F238E27FC236}">
                <a16:creationId xmlns:a16="http://schemas.microsoft.com/office/drawing/2014/main" id="{37891E23-3259-49E0-96CD-A3D77BD5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5254" y="2212898"/>
            <a:ext cx="841572" cy="1573367"/>
          </a:xfrm>
          <a:custGeom xmlns:a="http://schemas.openxmlformats.org/drawingml/2006/main">
            <a:pathLst>
              <a:path w="841572" h="1573367">
                <a:moveTo>
                  <a:pt x="0" y="1573367"/>
                </a:moveTo>
                <a:lnTo>
                  <a:pt x="841572" y="1573367"/>
                </a:lnTo>
                <a:lnTo>
                  <a:pt x="8415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E8A45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4" name="Vector 54">
            <a:extLst xmlns:a="http://schemas.openxmlformats.org/drawingml/2006/main">
              <a:ext uri="{FF2B5EF4-FFF2-40B4-BE49-F238E27FC236}">
                <a16:creationId xmlns:a16="http://schemas.microsoft.com/office/drawing/2014/main" id="{1C82DC9E-1BD4-4007-8F1B-028784CD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5254" y="2043611"/>
            <a:ext cx="841572" cy="169286"/>
          </a:xfrm>
          <a:custGeom xmlns:a="http://schemas.openxmlformats.org/drawingml/2006/main">
            <a:pathLst>
              <a:path w="841572" h="169286">
                <a:moveTo>
                  <a:pt x="0" y="169286"/>
                </a:moveTo>
                <a:lnTo>
                  <a:pt x="841572" y="169286"/>
                </a:lnTo>
                <a:lnTo>
                  <a:pt x="8415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D7DD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5" name="Vector 55">
            <a:extLst xmlns:a="http://schemas.openxmlformats.org/drawingml/2006/main">
              <a:ext uri="{FF2B5EF4-FFF2-40B4-BE49-F238E27FC236}">
                <a16:creationId xmlns:a16="http://schemas.microsoft.com/office/drawing/2014/main" id="{89271593-DD8D-4556-AB07-191E6956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9979" y="3838545"/>
            <a:ext cx="841572" cy="1282095"/>
          </a:xfrm>
          <a:custGeom xmlns:a="http://schemas.openxmlformats.org/drawingml/2006/main">
            <a:pathLst>
              <a:path w="841572" h="1282095">
                <a:moveTo>
                  <a:pt x="0" y="1282095"/>
                </a:moveTo>
                <a:lnTo>
                  <a:pt x="841572" y="1282095"/>
                </a:lnTo>
                <a:lnTo>
                  <a:pt x="8415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77CAD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6" name="Vector 56">
            <a:extLst xmlns:a="http://schemas.openxmlformats.org/drawingml/2006/main">
              <a:ext uri="{FF2B5EF4-FFF2-40B4-BE49-F238E27FC236}">
                <a16:creationId xmlns:a16="http://schemas.microsoft.com/office/drawing/2014/main" id="{ECFBAE20-103B-4195-AAD4-599CF0C7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9979" y="2224613"/>
            <a:ext cx="841572" cy="1613932"/>
          </a:xfrm>
          <a:custGeom xmlns:a="http://schemas.openxmlformats.org/drawingml/2006/main">
            <a:pathLst>
              <a:path w="841572" h="1613932">
                <a:moveTo>
                  <a:pt x="0" y="1613932"/>
                </a:moveTo>
                <a:lnTo>
                  <a:pt x="841572" y="1613932"/>
                </a:lnTo>
                <a:lnTo>
                  <a:pt x="8415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E8A45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7" name="Vector 57">
            <a:extLst xmlns:a="http://schemas.openxmlformats.org/drawingml/2006/main">
              <a:ext uri="{FF2B5EF4-FFF2-40B4-BE49-F238E27FC236}">
                <a16:creationId xmlns:a16="http://schemas.microsoft.com/office/drawing/2014/main" id="{3A24C638-D54C-4B58-A8D3-97012491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9979" y="2043611"/>
            <a:ext cx="841572" cy="181002"/>
          </a:xfrm>
          <a:custGeom xmlns:a="http://schemas.openxmlformats.org/drawingml/2006/main">
            <a:pathLst>
              <a:path w="841572" h="181002">
                <a:moveTo>
                  <a:pt x="0" y="181002"/>
                </a:moveTo>
                <a:lnTo>
                  <a:pt x="841572" y="181002"/>
                </a:lnTo>
                <a:lnTo>
                  <a:pt x="8415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D7DD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8" name="Vector 58">
            <a:extLst xmlns:a="http://schemas.openxmlformats.org/drawingml/2006/main">
              <a:ext uri="{FF2B5EF4-FFF2-40B4-BE49-F238E27FC236}">
                <a16:creationId xmlns:a16="http://schemas.microsoft.com/office/drawing/2014/main" id="{9879D50A-8B95-4240-B71F-F9D98FC3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4705" y="3838545"/>
            <a:ext cx="841572" cy="1282095"/>
          </a:xfrm>
          <a:custGeom xmlns:a="http://schemas.openxmlformats.org/drawingml/2006/main">
            <a:pathLst>
              <a:path w="841572" h="1282095">
                <a:moveTo>
                  <a:pt x="0" y="1282095"/>
                </a:moveTo>
                <a:lnTo>
                  <a:pt x="841572" y="1282095"/>
                </a:lnTo>
                <a:lnTo>
                  <a:pt x="8415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77CAD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9" name="Vector 59">
            <a:extLst xmlns:a="http://schemas.openxmlformats.org/drawingml/2006/main">
              <a:ext uri="{FF2B5EF4-FFF2-40B4-BE49-F238E27FC236}">
                <a16:creationId xmlns:a16="http://schemas.microsoft.com/office/drawing/2014/main" id="{DF7D018D-F61B-489A-85B4-2037D2AE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4705" y="2161959"/>
            <a:ext cx="841572" cy="1676586"/>
          </a:xfrm>
          <a:custGeom xmlns:a="http://schemas.openxmlformats.org/drawingml/2006/main">
            <a:pathLst>
              <a:path w="841572" h="1676586">
                <a:moveTo>
                  <a:pt x="0" y="1676586"/>
                </a:moveTo>
                <a:lnTo>
                  <a:pt x="841572" y="1676586"/>
                </a:lnTo>
                <a:lnTo>
                  <a:pt x="8415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E8A45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60" name="Vector 60">
            <a:extLst xmlns:a="http://schemas.openxmlformats.org/drawingml/2006/main">
              <a:ext uri="{FF2B5EF4-FFF2-40B4-BE49-F238E27FC236}">
                <a16:creationId xmlns:a16="http://schemas.microsoft.com/office/drawing/2014/main" id="{0BAD1258-808B-4631-9766-2B01F798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4705" y="2043611"/>
            <a:ext cx="841572" cy="118347"/>
          </a:xfrm>
          <a:custGeom xmlns:a="http://schemas.openxmlformats.org/drawingml/2006/main">
            <a:pathLst>
              <a:path w="841572" h="118347">
                <a:moveTo>
                  <a:pt x="0" y="118347"/>
                </a:moveTo>
                <a:lnTo>
                  <a:pt x="841572" y="118347"/>
                </a:lnTo>
                <a:lnTo>
                  <a:pt x="8415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D7DD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61" name="Vector 61">
            <a:extLst xmlns:a="http://schemas.openxmlformats.org/drawingml/2006/main">
              <a:ext uri="{FF2B5EF4-FFF2-40B4-BE49-F238E27FC236}">
                <a16:creationId xmlns:a16="http://schemas.microsoft.com/office/drawing/2014/main" id="{51999F2F-A895-4605-BBD5-025FF6DA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9431" y="3678747"/>
            <a:ext cx="841572" cy="1441893"/>
          </a:xfrm>
          <a:custGeom xmlns:a="http://schemas.openxmlformats.org/drawingml/2006/main">
            <a:pathLst>
              <a:path w="841572" h="1441893">
                <a:moveTo>
                  <a:pt x="0" y="1441893"/>
                </a:moveTo>
                <a:lnTo>
                  <a:pt x="841572" y="1441893"/>
                </a:lnTo>
                <a:lnTo>
                  <a:pt x="8415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77CAD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62" name="Vector 62">
            <a:extLst xmlns:a="http://schemas.openxmlformats.org/drawingml/2006/main">
              <a:ext uri="{FF2B5EF4-FFF2-40B4-BE49-F238E27FC236}">
                <a16:creationId xmlns:a16="http://schemas.microsoft.com/office/drawing/2014/main" id="{65300887-31CD-4835-AFB3-382ADCF5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9431" y="2147666"/>
            <a:ext cx="841572" cy="1531082"/>
          </a:xfrm>
          <a:custGeom xmlns:a="http://schemas.openxmlformats.org/drawingml/2006/main">
            <a:pathLst>
              <a:path w="841572" h="1531082">
                <a:moveTo>
                  <a:pt x="0" y="1531082"/>
                </a:moveTo>
                <a:lnTo>
                  <a:pt x="841572" y="1531082"/>
                </a:lnTo>
                <a:lnTo>
                  <a:pt x="8415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E8A45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63" name="Vector 63">
            <a:extLst xmlns:a="http://schemas.openxmlformats.org/drawingml/2006/main">
              <a:ext uri="{FF2B5EF4-FFF2-40B4-BE49-F238E27FC236}">
                <a16:creationId xmlns:a16="http://schemas.microsoft.com/office/drawing/2014/main" id="{1F9488F5-1BA3-4400-A845-C5F7034E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9431" y="2043611"/>
            <a:ext cx="841572" cy="104054"/>
          </a:xfrm>
          <a:custGeom xmlns:a="http://schemas.openxmlformats.org/drawingml/2006/main">
            <a:pathLst>
              <a:path w="841572" h="104054">
                <a:moveTo>
                  <a:pt x="0" y="104054"/>
                </a:moveTo>
                <a:lnTo>
                  <a:pt x="841572" y="104054"/>
                </a:lnTo>
                <a:lnTo>
                  <a:pt x="8415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D7DD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64" name="Vector 64">
            <a:extLst xmlns:a="http://schemas.openxmlformats.org/drawingml/2006/main">
              <a:ext uri="{FF2B5EF4-FFF2-40B4-BE49-F238E27FC236}">
                <a16:creationId xmlns:a16="http://schemas.microsoft.com/office/drawing/2014/main" id="{833ED867-F826-4B87-A833-761D3AD6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156" y="3732960"/>
            <a:ext cx="841572" cy="1387680"/>
          </a:xfrm>
          <a:custGeom xmlns:a="http://schemas.openxmlformats.org/drawingml/2006/main">
            <a:pathLst>
              <a:path w="841572" h="1387680">
                <a:moveTo>
                  <a:pt x="0" y="1387680"/>
                </a:moveTo>
                <a:lnTo>
                  <a:pt x="841572" y="1387680"/>
                </a:lnTo>
                <a:lnTo>
                  <a:pt x="8415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77CAD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65" name="Vector 65">
            <a:extLst xmlns:a="http://schemas.openxmlformats.org/drawingml/2006/main">
              <a:ext uri="{FF2B5EF4-FFF2-40B4-BE49-F238E27FC236}">
                <a16:creationId xmlns:a16="http://schemas.microsoft.com/office/drawing/2014/main" id="{C882581F-B505-4785-B263-4A577BBE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156" y="2264836"/>
            <a:ext cx="841572" cy="1468125"/>
          </a:xfrm>
          <a:custGeom xmlns:a="http://schemas.openxmlformats.org/drawingml/2006/main">
            <a:pathLst>
              <a:path w="841572" h="1468125">
                <a:moveTo>
                  <a:pt x="0" y="1468125"/>
                </a:moveTo>
                <a:lnTo>
                  <a:pt x="841572" y="1468125"/>
                </a:lnTo>
                <a:lnTo>
                  <a:pt x="8415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E8A45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66" name="Vector 66">
            <a:extLst xmlns:a="http://schemas.openxmlformats.org/drawingml/2006/main">
              <a:ext uri="{FF2B5EF4-FFF2-40B4-BE49-F238E27FC236}">
                <a16:creationId xmlns:a16="http://schemas.microsoft.com/office/drawing/2014/main" id="{8160855A-D839-41FE-9891-02E3984E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156" y="2043611"/>
            <a:ext cx="841572" cy="221224"/>
          </a:xfrm>
          <a:custGeom xmlns:a="http://schemas.openxmlformats.org/drawingml/2006/main">
            <a:pathLst>
              <a:path w="841572" h="221224">
                <a:moveTo>
                  <a:pt x="0" y="221224"/>
                </a:moveTo>
                <a:lnTo>
                  <a:pt x="841572" y="221224"/>
                </a:lnTo>
                <a:lnTo>
                  <a:pt x="8415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D7DD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67" name="Text 67: Pooled">
            <a:extLst xmlns:a="http://schemas.openxmlformats.org/drawingml/2006/main">
              <a:ext uri="{FF2B5EF4-FFF2-40B4-BE49-F238E27FC236}">
                <a16:creationId xmlns:a16="http://schemas.microsoft.com/office/drawing/2014/main" id="{47A4F076-8358-4CCB-A613-31C84680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665" y="5202791"/>
            <a:ext cx="381216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Pooled</a:t>
            </a:r>
          </a:p>
        </p:txBody>
      </p:sp>
      <p:sp>
        <p:nvSpPr>
          <p:cNvPr id="68" name="Text 68: B">
            <a:extLst xmlns:a="http://schemas.openxmlformats.org/drawingml/2006/main">
              <a:ext uri="{FF2B5EF4-FFF2-40B4-BE49-F238E27FC236}">
                <a16:creationId xmlns:a16="http://schemas.microsoft.com/office/drawing/2014/main" id="{37D70CA9-C1D8-4E79-A5EF-82D2E44B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2104" y="5330782"/>
            <a:ext cx="101638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9" name="Text 69: n=411">
            <a:extLst xmlns:a="http://schemas.openxmlformats.org/drawingml/2006/main">
              <a:ext uri="{FF2B5EF4-FFF2-40B4-BE49-F238E27FC236}">
                <a16:creationId xmlns:a16="http://schemas.microsoft.com/office/drawing/2014/main" id="{3E4531B6-CA64-4DF2-AE0A-4C43AA92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8120" y="5458773"/>
            <a:ext cx="346222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n=411</a:t>
            </a:r>
          </a:p>
        </p:txBody>
      </p:sp>
      <p:sp>
        <p:nvSpPr>
          <p:cNvPr id="70" name="Text 70: Missing: 19">
            <a:extLst xmlns:a="http://schemas.openxmlformats.org/drawingml/2006/main">
              <a:ext uri="{FF2B5EF4-FFF2-40B4-BE49-F238E27FC236}">
                <a16:creationId xmlns:a16="http://schemas.microsoft.com/office/drawing/2014/main" id="{1CBC8071-734D-4BD9-8089-12DB28C7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8068" y="5586764"/>
            <a:ext cx="603415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Missing: 19</a:t>
            </a:r>
          </a:p>
        </p:txBody>
      </p:sp>
      <p:sp>
        <p:nvSpPr>
          <p:cNvPr id="71" name="Text 71: Pooled">
            <a:extLst xmlns:a="http://schemas.openxmlformats.org/drawingml/2006/main">
              <a:ext uri="{FF2B5EF4-FFF2-40B4-BE49-F238E27FC236}">
                <a16:creationId xmlns:a16="http://schemas.microsoft.com/office/drawing/2014/main" id="{7462B4F5-D0B8-44E8-9594-CD325F9C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6391" y="5202791"/>
            <a:ext cx="381216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Pooled</a:t>
            </a:r>
          </a:p>
        </p:txBody>
      </p:sp>
      <p:sp>
        <p:nvSpPr>
          <p:cNvPr id="72" name="Text 72: NB">
            <a:extLst xmlns:a="http://schemas.openxmlformats.org/drawingml/2006/main">
              <a:ext uri="{FF2B5EF4-FFF2-40B4-BE49-F238E27FC236}">
                <a16:creationId xmlns:a16="http://schemas.microsoft.com/office/drawing/2014/main" id="{1D6010F1-60EF-4DE5-8BA4-20CE4BAC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4074" y="5330782"/>
            <a:ext cx="184163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NB</a:t>
            </a:r>
          </a:p>
        </p:txBody>
      </p:sp>
      <p:sp>
        <p:nvSpPr>
          <p:cNvPr id="73" name="Text 73: n=309">
            <a:extLst xmlns:a="http://schemas.openxmlformats.org/drawingml/2006/main">
              <a:ext uri="{FF2B5EF4-FFF2-40B4-BE49-F238E27FC236}">
                <a16:creationId xmlns:a16="http://schemas.microsoft.com/office/drawing/2014/main" id="{B5B42150-CA84-47E2-8CF0-70DE93E4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2846" y="5458773"/>
            <a:ext cx="346354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n=309</a:t>
            </a:r>
          </a:p>
        </p:txBody>
      </p:sp>
      <p:sp>
        <p:nvSpPr>
          <p:cNvPr id="74" name="Text 74: Missing: 17">
            <a:extLst xmlns:a="http://schemas.openxmlformats.org/drawingml/2006/main">
              <a:ext uri="{FF2B5EF4-FFF2-40B4-BE49-F238E27FC236}">
                <a16:creationId xmlns:a16="http://schemas.microsoft.com/office/drawing/2014/main" id="{3D8DF72F-5F90-4F29-BEAD-EC402734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2794" y="5586764"/>
            <a:ext cx="603415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Missing: 17</a:t>
            </a:r>
          </a:p>
        </p:txBody>
      </p:sp>
      <p:sp>
        <p:nvSpPr>
          <p:cNvPr id="75" name="Text 75: JUPITER-06">
            <a:extLst xmlns:a="http://schemas.openxmlformats.org/drawingml/2006/main">
              <a:ext uri="{FF2B5EF4-FFF2-40B4-BE49-F238E27FC236}">
                <a16:creationId xmlns:a16="http://schemas.microsoft.com/office/drawing/2014/main" id="{DB11416D-7C15-40A1-9E46-0DA442ED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8976" y="5202791"/>
            <a:ext cx="666852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JUPITER-06</a:t>
            </a:r>
          </a:p>
        </p:txBody>
      </p:sp>
      <p:sp>
        <p:nvSpPr>
          <p:cNvPr id="76" name="Text 76: B">
            <a:extLst xmlns:a="http://schemas.openxmlformats.org/drawingml/2006/main">
              <a:ext uri="{FF2B5EF4-FFF2-40B4-BE49-F238E27FC236}">
                <a16:creationId xmlns:a16="http://schemas.microsoft.com/office/drawing/2014/main" id="{47247C1C-2FC5-4417-8AF9-86F53F3E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1555" y="5330782"/>
            <a:ext cx="101638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7" name="Text 77: n=204">
            <a:extLst xmlns:a="http://schemas.openxmlformats.org/drawingml/2006/main">
              <a:ext uri="{FF2B5EF4-FFF2-40B4-BE49-F238E27FC236}">
                <a16:creationId xmlns:a16="http://schemas.microsoft.com/office/drawing/2014/main" id="{9A0B494D-BB72-4927-B910-A933E69B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7571" y="5458773"/>
            <a:ext cx="346354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n=204</a:t>
            </a:r>
          </a:p>
        </p:txBody>
      </p:sp>
      <p:sp>
        <p:nvSpPr>
          <p:cNvPr id="78" name="Text 78: Missing: 12">
            <a:extLst xmlns:a="http://schemas.openxmlformats.org/drawingml/2006/main">
              <a:ext uri="{FF2B5EF4-FFF2-40B4-BE49-F238E27FC236}">
                <a16:creationId xmlns:a16="http://schemas.microsoft.com/office/drawing/2014/main" id="{3476C4E8-5DB3-4BFD-93DC-1A6742AC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7519" y="5586764"/>
            <a:ext cx="603415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Missing: 12</a:t>
            </a:r>
          </a:p>
        </p:txBody>
      </p:sp>
      <p:sp>
        <p:nvSpPr>
          <p:cNvPr id="79" name="Text 79: JUPITER-06">
            <a:extLst xmlns:a="http://schemas.openxmlformats.org/drawingml/2006/main">
              <a:ext uri="{FF2B5EF4-FFF2-40B4-BE49-F238E27FC236}">
                <a16:creationId xmlns:a16="http://schemas.microsoft.com/office/drawing/2014/main" id="{F4EF1BD2-09DF-4C62-84E0-4FF32762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3702" y="5202791"/>
            <a:ext cx="666852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JUPITER-06</a:t>
            </a:r>
          </a:p>
        </p:txBody>
      </p:sp>
      <p:sp>
        <p:nvSpPr>
          <p:cNvPr id="80" name="Text 80: NB">
            <a:extLst xmlns:a="http://schemas.openxmlformats.org/drawingml/2006/main">
              <a:ext uri="{FF2B5EF4-FFF2-40B4-BE49-F238E27FC236}">
                <a16:creationId xmlns:a16="http://schemas.microsoft.com/office/drawing/2014/main" id="{85952468-D433-4EC6-81E1-B9BF8B1F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3525" y="5330782"/>
            <a:ext cx="184163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NB</a:t>
            </a:r>
          </a:p>
        </p:txBody>
      </p:sp>
      <p:sp>
        <p:nvSpPr>
          <p:cNvPr id="81" name="Text 81: n=156">
            <a:extLst xmlns:a="http://schemas.openxmlformats.org/drawingml/2006/main">
              <a:ext uri="{FF2B5EF4-FFF2-40B4-BE49-F238E27FC236}">
                <a16:creationId xmlns:a16="http://schemas.microsoft.com/office/drawing/2014/main" id="{6F575176-A606-4506-AECE-7F9F78D6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2297" y="5458773"/>
            <a:ext cx="346354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n=156</a:t>
            </a:r>
          </a:p>
        </p:txBody>
      </p:sp>
      <p:sp>
        <p:nvSpPr>
          <p:cNvPr id="82" name="Text 82: Missing: 6">
            <a:extLst xmlns:a="http://schemas.openxmlformats.org/drawingml/2006/main">
              <a:ext uri="{FF2B5EF4-FFF2-40B4-BE49-F238E27FC236}">
                <a16:creationId xmlns:a16="http://schemas.microsoft.com/office/drawing/2014/main" id="{7B3B8C02-68D0-4E56-A3D9-AAD86B07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28607" y="5586764"/>
            <a:ext cx="539864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Missing: 6</a:t>
            </a:r>
          </a:p>
        </p:txBody>
      </p:sp>
      <p:sp>
        <p:nvSpPr>
          <p:cNvPr id="83" name="Text 83: ESCORT-1ST">
            <a:extLst xmlns:a="http://schemas.openxmlformats.org/drawingml/2006/main">
              <a:ext uri="{FF2B5EF4-FFF2-40B4-BE49-F238E27FC236}">
                <a16:creationId xmlns:a16="http://schemas.microsoft.com/office/drawing/2014/main" id="{57CDCAD6-904A-4C7D-B2FD-948A26A1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9503" y="5202791"/>
            <a:ext cx="749246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ESCORT-1ST</a:t>
            </a:r>
          </a:p>
        </p:txBody>
      </p:sp>
      <p:sp>
        <p:nvSpPr>
          <p:cNvPr id="84" name="Text 84: B">
            <a:extLst xmlns:a="http://schemas.openxmlformats.org/drawingml/2006/main">
              <a:ext uri="{FF2B5EF4-FFF2-40B4-BE49-F238E27FC236}">
                <a16:creationId xmlns:a16="http://schemas.microsoft.com/office/drawing/2014/main" id="{8CC4A3B6-8722-4176-8031-AD8B0601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71006" y="5330782"/>
            <a:ext cx="101638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85" name="Text 85: n=207">
            <a:extLst xmlns:a="http://schemas.openxmlformats.org/drawingml/2006/main">
              <a:ext uri="{FF2B5EF4-FFF2-40B4-BE49-F238E27FC236}">
                <a16:creationId xmlns:a16="http://schemas.microsoft.com/office/drawing/2014/main" id="{AB4FA1B3-CEF5-4AA0-A188-B796A9A3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17023" y="5458773"/>
            <a:ext cx="346354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n=207</a:t>
            </a:r>
          </a:p>
        </p:txBody>
      </p:sp>
      <p:sp>
        <p:nvSpPr>
          <p:cNvPr id="86" name="Text 86: Missing: 7">
            <a:extLst xmlns:a="http://schemas.openxmlformats.org/drawingml/2006/main">
              <a:ext uri="{FF2B5EF4-FFF2-40B4-BE49-F238E27FC236}">
                <a16:creationId xmlns:a16="http://schemas.microsoft.com/office/drawing/2014/main" id="{5E85F439-1D56-40BB-8728-AAC5A4F9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3332" y="5586764"/>
            <a:ext cx="539864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Missing: 7</a:t>
            </a:r>
          </a:p>
        </p:txBody>
      </p:sp>
      <p:sp>
        <p:nvSpPr>
          <p:cNvPr id="87" name="Text 87: ESCORT-1ST">
            <a:extLst xmlns:a="http://schemas.openxmlformats.org/drawingml/2006/main">
              <a:ext uri="{FF2B5EF4-FFF2-40B4-BE49-F238E27FC236}">
                <a16:creationId xmlns:a16="http://schemas.microsoft.com/office/drawing/2014/main" id="{B1ECE5B0-A65E-4824-916B-091504BC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54229" y="5202791"/>
            <a:ext cx="749246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ESCORT-1ST</a:t>
            </a:r>
          </a:p>
        </p:txBody>
      </p:sp>
      <p:sp>
        <p:nvSpPr>
          <p:cNvPr id="88" name="Text 88: NB">
            <a:extLst xmlns:a="http://schemas.openxmlformats.org/drawingml/2006/main">
              <a:ext uri="{FF2B5EF4-FFF2-40B4-BE49-F238E27FC236}">
                <a16:creationId xmlns:a16="http://schemas.microsoft.com/office/drawing/2014/main" id="{7DDB02D1-81BE-4AFE-A4A4-EA279CA0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22977" y="5330782"/>
            <a:ext cx="184163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NB</a:t>
            </a:r>
          </a:p>
        </p:txBody>
      </p:sp>
      <p:sp>
        <p:nvSpPr>
          <p:cNvPr id="89" name="Text 89: n=153">
            <a:extLst xmlns:a="http://schemas.openxmlformats.org/drawingml/2006/main">
              <a:ext uri="{FF2B5EF4-FFF2-40B4-BE49-F238E27FC236}">
                <a16:creationId xmlns:a16="http://schemas.microsoft.com/office/drawing/2014/main" id="{C5EB7652-EF28-45F7-B3B0-0C5D3F99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11748" y="5458773"/>
            <a:ext cx="346354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n=153</a:t>
            </a:r>
          </a:p>
        </p:txBody>
      </p:sp>
      <p:sp>
        <p:nvSpPr>
          <p:cNvPr id="90" name="Text 90: Missing: 11">
            <a:extLst xmlns:a="http://schemas.openxmlformats.org/drawingml/2006/main">
              <a:ext uri="{FF2B5EF4-FFF2-40B4-BE49-F238E27FC236}">
                <a16:creationId xmlns:a16="http://schemas.microsoft.com/office/drawing/2014/main" id="{A79F33DD-0CEA-4A44-81E8-36FBF149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81696" y="5586764"/>
            <a:ext cx="603283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Missing: 11</a:t>
            </a:r>
          </a:p>
        </p:txBody>
      </p:sp>
      <p:sp>
        <p:nvSpPr>
          <p:cNvPr id="91" name="mc235c6a164 91">
            <a:extLst xmlns:a="http://schemas.openxmlformats.org/drawingml/2006/main">
              <a:ext uri="{FF2B5EF4-FFF2-40B4-BE49-F238E27FC236}">
                <a16:creationId xmlns:a16="http://schemas.microsoft.com/office/drawing/2014/main" id="{09B1A18A-24C9-47E1-A9E2-FF99F356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318" y="5120640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92" name="Text 92: 0">
            <a:extLst xmlns:a="http://schemas.openxmlformats.org/drawingml/2006/main">
              <a:ext uri="{FF2B5EF4-FFF2-40B4-BE49-F238E27FC236}">
                <a16:creationId xmlns:a16="http://schemas.microsoft.com/office/drawing/2014/main" id="{25E332AB-C9B3-48EB-A01D-F09A0A64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9856" y="5050780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3" name="mc235c6a164 93">
            <a:extLst xmlns:a="http://schemas.openxmlformats.org/drawingml/2006/main">
              <a:ext uri="{FF2B5EF4-FFF2-40B4-BE49-F238E27FC236}">
                <a16:creationId xmlns:a16="http://schemas.microsoft.com/office/drawing/2014/main" id="{7D861AA4-D98F-49F4-A9B4-D978EEE0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318" y="4505234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94" name="Text 94: 20">
            <a:extLst xmlns:a="http://schemas.openxmlformats.org/drawingml/2006/main">
              <a:ext uri="{FF2B5EF4-FFF2-40B4-BE49-F238E27FC236}">
                <a16:creationId xmlns:a16="http://schemas.microsoft.com/office/drawing/2014/main" id="{5BEF9096-ED8B-4069-B589-00E4D96E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9244" y="4435374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95" name="mc235c6a164 95">
            <a:extLst xmlns:a="http://schemas.openxmlformats.org/drawingml/2006/main">
              <a:ext uri="{FF2B5EF4-FFF2-40B4-BE49-F238E27FC236}">
                <a16:creationId xmlns:a16="http://schemas.microsoft.com/office/drawing/2014/main" id="{9D99B9D0-9C4F-4280-9997-E2E4568E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318" y="3889829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96" name="Text 96: 40">
            <a:extLst xmlns:a="http://schemas.openxmlformats.org/drawingml/2006/main">
              <a:ext uri="{FF2B5EF4-FFF2-40B4-BE49-F238E27FC236}">
                <a16:creationId xmlns:a16="http://schemas.microsoft.com/office/drawing/2014/main" id="{1A82D640-6D48-4780-BA7F-E705BF0F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9244" y="3819969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97" name="mc235c6a164 97">
            <a:extLst xmlns:a="http://schemas.openxmlformats.org/drawingml/2006/main">
              <a:ext uri="{FF2B5EF4-FFF2-40B4-BE49-F238E27FC236}">
                <a16:creationId xmlns:a16="http://schemas.microsoft.com/office/drawing/2014/main" id="{6200B429-DBF4-4528-B8C8-D16DBD48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318" y="3274423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98" name="Text 98: 60">
            <a:extLst xmlns:a="http://schemas.openxmlformats.org/drawingml/2006/main">
              <a:ext uri="{FF2B5EF4-FFF2-40B4-BE49-F238E27FC236}">
                <a16:creationId xmlns:a16="http://schemas.microsoft.com/office/drawing/2014/main" id="{80DC55C0-6DA8-421D-AC65-11784753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9244" y="3204563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99" name="mc235c6a164 99">
            <a:extLst xmlns:a="http://schemas.openxmlformats.org/drawingml/2006/main">
              <a:ext uri="{FF2B5EF4-FFF2-40B4-BE49-F238E27FC236}">
                <a16:creationId xmlns:a16="http://schemas.microsoft.com/office/drawing/2014/main" id="{04AD46C6-45EA-4AB6-9DB2-AAC2A846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318" y="2659017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00" name="Text 100: 80">
            <a:extLst xmlns:a="http://schemas.openxmlformats.org/drawingml/2006/main">
              <a:ext uri="{FF2B5EF4-FFF2-40B4-BE49-F238E27FC236}">
                <a16:creationId xmlns:a16="http://schemas.microsoft.com/office/drawing/2014/main" id="{B1C4EBC1-620D-467E-BED3-0BBDC378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9244" y="2589157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01" name="mc235c6a164 101">
            <a:extLst xmlns:a="http://schemas.openxmlformats.org/drawingml/2006/main">
              <a:ext uri="{FF2B5EF4-FFF2-40B4-BE49-F238E27FC236}">
                <a16:creationId xmlns:a16="http://schemas.microsoft.com/office/drawing/2014/main" id="{09AEDDA0-FC0A-497F-B9BD-A223CB1A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318" y="2043611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02" name="Text 102: 100">
            <a:extLst xmlns:a="http://schemas.openxmlformats.org/drawingml/2006/main">
              <a:ext uri="{FF2B5EF4-FFF2-40B4-BE49-F238E27FC236}">
                <a16:creationId xmlns:a16="http://schemas.microsoft.com/office/drawing/2014/main" id="{6F67541F-9CE9-48EB-A2A8-50042D74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8632" y="1973752"/>
            <a:ext cx="2372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03" name="Text 103: Patients (%)">
            <a:extLst xmlns:a="http://schemas.openxmlformats.org/drawingml/2006/main">
              <a:ext uri="{FF2B5EF4-FFF2-40B4-BE49-F238E27FC236}">
                <a16:creationId xmlns:a16="http://schemas.microsoft.com/office/drawing/2014/main" id="{0430C5C6-76CD-4DAB-8A5A-3366C8F8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5342164" y="3099562"/>
            <a:ext cx="7170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Patients (%)</a:t>
            </a:r>
          </a:p>
        </p:txBody>
      </p:sp>
      <p:sp>
        <p:nvSpPr>
          <p:cNvPr id="104" name="Vector 104">
            <a:extLst xmlns:a="http://schemas.openxmlformats.org/drawingml/2006/main">
              <a:ext uri="{FF2B5EF4-FFF2-40B4-BE49-F238E27FC236}">
                <a16:creationId xmlns:a16="http://schemas.microsoft.com/office/drawing/2014/main" id="{FB545D5D-B3E4-4D95-89C0-2D71A0FE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0765" y="1674368"/>
            <a:ext cx="1294726" cy="92311"/>
          </a:xfrm>
          <a:custGeom xmlns:a="http://schemas.openxmlformats.org/drawingml/2006/main">
            <a:pathLst>
              <a:path w="1294726" h="92311">
                <a:moveTo>
                  <a:pt x="0" y="92311"/>
                </a:moveTo>
                <a:lnTo>
                  <a:pt x="0" y="0"/>
                </a:lnTo>
                <a:lnTo>
                  <a:pt x="1294726" y="0"/>
                </a:lnTo>
                <a:lnTo>
                  <a:pt x="1294726" y="92311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333333"/>
            </a:solidFill>
            <a:prstDash val="solid"/>
          </a:ln>
        </p:spPr>
      </p:sp>
      <p:sp>
        <p:nvSpPr>
          <p:cNvPr id="105" name="Vector 105">
            <a:extLst xmlns:a="http://schemas.openxmlformats.org/drawingml/2006/main">
              <a:ext uri="{FF2B5EF4-FFF2-40B4-BE49-F238E27FC236}">
                <a16:creationId xmlns:a16="http://schemas.microsoft.com/office/drawing/2014/main" id="{5C5BFBC0-6E49-49E7-95F9-404DCFA5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0216" y="1674368"/>
            <a:ext cx="1294726" cy="92311"/>
          </a:xfrm>
          <a:custGeom xmlns:a="http://schemas.openxmlformats.org/drawingml/2006/main">
            <a:pathLst>
              <a:path w="1294726" h="92311">
                <a:moveTo>
                  <a:pt x="0" y="92311"/>
                </a:moveTo>
                <a:lnTo>
                  <a:pt x="0" y="0"/>
                </a:lnTo>
                <a:lnTo>
                  <a:pt x="1294726" y="0"/>
                </a:lnTo>
                <a:lnTo>
                  <a:pt x="1294726" y="92311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333333"/>
            </a:solidFill>
            <a:prstDash val="solid"/>
          </a:ln>
        </p:spPr>
      </p:sp>
      <p:sp>
        <p:nvSpPr>
          <p:cNvPr id="106" name="Vector 106">
            <a:extLst xmlns:a="http://schemas.openxmlformats.org/drawingml/2006/main">
              <a:ext uri="{FF2B5EF4-FFF2-40B4-BE49-F238E27FC236}">
                <a16:creationId xmlns:a16="http://schemas.microsoft.com/office/drawing/2014/main" id="{FD4BD413-5B2D-4313-B148-06F45A7F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243584"/>
            <a:ext cx="10" cy="3877056"/>
          </a:xfrm>
          <a:custGeom xmlns:a="http://schemas.openxmlformats.org/drawingml/2006/main">
            <a:pathLst>
              <a:path w="10" h="3877056">
                <a:moveTo>
                  <a:pt x="0" y="38770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07" name="Text 107: 182">
            <a:extLst xmlns:a="http://schemas.openxmlformats.org/drawingml/2006/main">
              <a:ext uri="{FF2B5EF4-FFF2-40B4-BE49-F238E27FC236}">
                <a16:creationId xmlns:a16="http://schemas.microsoft.com/office/drawing/2014/main" id="{66598E76-8FA6-4B69-8869-6A189B4A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0108" y="4285179"/>
            <a:ext cx="2372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182</a:t>
            </a:r>
          </a:p>
        </p:txBody>
      </p:sp>
      <p:sp>
        <p:nvSpPr>
          <p:cNvPr id="108" name="Text 108: (44.3%)">
            <a:extLst xmlns:a="http://schemas.openxmlformats.org/drawingml/2006/main">
              <a:ext uri="{FF2B5EF4-FFF2-40B4-BE49-F238E27FC236}">
                <a16:creationId xmlns:a16="http://schemas.microsoft.com/office/drawing/2014/main" id="{47965A59-80DD-44C5-BF32-C339C034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0042" y="4427392"/>
            <a:ext cx="47002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(44.3%)</a:t>
            </a:r>
          </a:p>
        </p:txBody>
      </p:sp>
      <p:sp>
        <p:nvSpPr>
          <p:cNvPr id="109" name="Text 109: 210">
            <a:extLst xmlns:a="http://schemas.openxmlformats.org/drawingml/2006/main">
              <a:ext uri="{FF2B5EF4-FFF2-40B4-BE49-F238E27FC236}">
                <a16:creationId xmlns:a16="http://schemas.microsoft.com/office/drawing/2014/main" id="{853BEE6B-A1AE-4FE3-AD7E-4133232D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0108" y="2817789"/>
            <a:ext cx="2372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210</a:t>
            </a:r>
          </a:p>
        </p:txBody>
      </p:sp>
      <p:sp>
        <p:nvSpPr>
          <p:cNvPr id="110" name="Text 110: (51.1%)">
            <a:extLst xmlns:a="http://schemas.openxmlformats.org/drawingml/2006/main">
              <a:ext uri="{FF2B5EF4-FFF2-40B4-BE49-F238E27FC236}">
                <a16:creationId xmlns:a16="http://schemas.microsoft.com/office/drawing/2014/main" id="{EAEAB545-83AE-44EF-A543-6913078C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0042" y="2960001"/>
            <a:ext cx="47002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(51.1%)</a:t>
            </a:r>
          </a:p>
        </p:txBody>
      </p:sp>
      <p:sp>
        <p:nvSpPr>
          <p:cNvPr id="111" name="Text 111: 134">
            <a:extLst xmlns:a="http://schemas.openxmlformats.org/drawingml/2006/main">
              <a:ext uri="{FF2B5EF4-FFF2-40B4-BE49-F238E27FC236}">
                <a16:creationId xmlns:a16="http://schemas.microsoft.com/office/drawing/2014/main" id="{A67B15D4-5975-4DEF-998E-4537396A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4834" y="4299281"/>
            <a:ext cx="2372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134</a:t>
            </a:r>
          </a:p>
        </p:txBody>
      </p:sp>
      <p:sp>
        <p:nvSpPr>
          <p:cNvPr id="112" name="Text 112: (43.4%)">
            <a:extLst xmlns:a="http://schemas.openxmlformats.org/drawingml/2006/main">
              <a:ext uri="{FF2B5EF4-FFF2-40B4-BE49-F238E27FC236}">
                <a16:creationId xmlns:a16="http://schemas.microsoft.com/office/drawing/2014/main" id="{E6802EE6-13A5-43B8-9137-60CD0FC4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4768" y="4441493"/>
            <a:ext cx="47002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(43.4%)</a:t>
            </a:r>
          </a:p>
        </p:txBody>
      </p:sp>
      <p:sp>
        <p:nvSpPr>
          <p:cNvPr id="113" name="Text 113: 158">
            <a:extLst xmlns:a="http://schemas.openxmlformats.org/drawingml/2006/main">
              <a:ext uri="{FF2B5EF4-FFF2-40B4-BE49-F238E27FC236}">
                <a16:creationId xmlns:a16="http://schemas.microsoft.com/office/drawing/2014/main" id="{4F5E95CA-8F23-47A1-B8E9-7B2A1B4D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4834" y="2845409"/>
            <a:ext cx="2372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158</a:t>
            </a:r>
          </a:p>
        </p:txBody>
      </p:sp>
      <p:sp>
        <p:nvSpPr>
          <p:cNvPr id="114" name="Text 114: (51.1%)">
            <a:extLst xmlns:a="http://schemas.openxmlformats.org/drawingml/2006/main">
              <a:ext uri="{FF2B5EF4-FFF2-40B4-BE49-F238E27FC236}">
                <a16:creationId xmlns:a16="http://schemas.microsoft.com/office/drawing/2014/main" id="{EA227DEB-93C7-4D1D-A0A1-39764661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4768" y="2987622"/>
            <a:ext cx="47002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(51.1%)</a:t>
            </a:r>
          </a:p>
        </p:txBody>
      </p:sp>
      <p:sp>
        <p:nvSpPr>
          <p:cNvPr id="115" name="Text 115: 85">
            <a:extLst xmlns:a="http://schemas.openxmlformats.org/drawingml/2006/main">
              <a:ext uri="{FF2B5EF4-FFF2-40B4-BE49-F238E27FC236}">
                <a16:creationId xmlns:a16="http://schemas.microsoft.com/office/drawing/2014/main" id="{4E3AB77D-C96E-4CC8-867D-98B1412E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9961" y="4325420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85</a:t>
            </a:r>
          </a:p>
        </p:txBody>
      </p:sp>
      <p:sp>
        <p:nvSpPr>
          <p:cNvPr id="116" name="Text 116: (41.7%)">
            <a:extLst xmlns:a="http://schemas.openxmlformats.org/drawingml/2006/main">
              <a:ext uri="{FF2B5EF4-FFF2-40B4-BE49-F238E27FC236}">
                <a16:creationId xmlns:a16="http://schemas.microsoft.com/office/drawing/2014/main" id="{2A3C0083-F44C-480F-A905-2347D289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9494" y="4467633"/>
            <a:ext cx="47002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(41.7%)</a:t>
            </a:r>
          </a:p>
        </p:txBody>
      </p:sp>
      <p:sp>
        <p:nvSpPr>
          <p:cNvPr id="117" name="Text 117: 107">
            <a:extLst xmlns:a="http://schemas.openxmlformats.org/drawingml/2006/main">
              <a:ext uri="{FF2B5EF4-FFF2-40B4-BE49-F238E27FC236}">
                <a16:creationId xmlns:a16="http://schemas.microsoft.com/office/drawing/2014/main" id="{3844CF9B-1768-4A36-9A2F-99B1F091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9560" y="2877407"/>
            <a:ext cx="2372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107</a:t>
            </a:r>
          </a:p>
        </p:txBody>
      </p:sp>
      <p:sp>
        <p:nvSpPr>
          <p:cNvPr id="118" name="Text 118: (52.5%)">
            <a:extLst xmlns:a="http://schemas.openxmlformats.org/drawingml/2006/main">
              <a:ext uri="{FF2B5EF4-FFF2-40B4-BE49-F238E27FC236}">
                <a16:creationId xmlns:a16="http://schemas.microsoft.com/office/drawing/2014/main" id="{DFA0EBC8-DC9B-46DF-B767-A473E5F2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9494" y="3019619"/>
            <a:ext cx="47002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(52.5%)</a:t>
            </a:r>
          </a:p>
        </p:txBody>
      </p:sp>
      <p:sp>
        <p:nvSpPr>
          <p:cNvPr id="119" name="Text 119: 65">
            <a:extLst xmlns:a="http://schemas.openxmlformats.org/drawingml/2006/main">
              <a:ext uri="{FF2B5EF4-FFF2-40B4-BE49-F238E27FC236}">
                <a16:creationId xmlns:a16="http://schemas.microsoft.com/office/drawing/2014/main" id="{8294FE08-10AE-4406-AA7D-A15132A2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4687" y="4325420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65</a:t>
            </a:r>
          </a:p>
        </p:txBody>
      </p:sp>
      <p:sp>
        <p:nvSpPr>
          <p:cNvPr id="120" name="Text 120: (41.7%)">
            <a:extLst xmlns:a="http://schemas.openxmlformats.org/drawingml/2006/main">
              <a:ext uri="{FF2B5EF4-FFF2-40B4-BE49-F238E27FC236}">
                <a16:creationId xmlns:a16="http://schemas.microsoft.com/office/drawing/2014/main" id="{ABE5D01F-A9D3-4CDD-A13D-A061A46D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64219" y="4467633"/>
            <a:ext cx="47002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(41.7%)</a:t>
            </a:r>
          </a:p>
        </p:txBody>
      </p:sp>
      <p:sp>
        <p:nvSpPr>
          <p:cNvPr id="121" name="Text 121: 85">
            <a:extLst xmlns:a="http://schemas.openxmlformats.org/drawingml/2006/main">
              <a:ext uri="{FF2B5EF4-FFF2-40B4-BE49-F238E27FC236}">
                <a16:creationId xmlns:a16="http://schemas.microsoft.com/office/drawing/2014/main" id="{B6734D06-1DD8-4085-A36F-92F02B34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4687" y="2846080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85</a:t>
            </a:r>
          </a:p>
        </p:txBody>
      </p:sp>
      <p:sp>
        <p:nvSpPr>
          <p:cNvPr id="122" name="Text 122: (54.5%)">
            <a:extLst xmlns:a="http://schemas.openxmlformats.org/drawingml/2006/main">
              <a:ext uri="{FF2B5EF4-FFF2-40B4-BE49-F238E27FC236}">
                <a16:creationId xmlns:a16="http://schemas.microsoft.com/office/drawing/2014/main" id="{9EE21E6F-9F74-4A97-AEC3-E248B9EC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64219" y="2988292"/>
            <a:ext cx="47002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(54.5%)</a:t>
            </a:r>
          </a:p>
        </p:txBody>
      </p:sp>
      <p:sp>
        <p:nvSpPr>
          <p:cNvPr id="123" name="Text 123: 97">
            <a:extLst xmlns:a="http://schemas.openxmlformats.org/drawingml/2006/main">
              <a:ext uri="{FF2B5EF4-FFF2-40B4-BE49-F238E27FC236}">
                <a16:creationId xmlns:a16="http://schemas.microsoft.com/office/drawing/2014/main" id="{EB1EADC9-C030-425B-86EA-F3090256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29413" y="4245522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97</a:t>
            </a:r>
          </a:p>
        </p:txBody>
      </p:sp>
      <p:sp>
        <p:nvSpPr>
          <p:cNvPr id="124" name="Text 124: (46.9%)">
            <a:extLst xmlns:a="http://schemas.openxmlformats.org/drawingml/2006/main">
              <a:ext uri="{FF2B5EF4-FFF2-40B4-BE49-F238E27FC236}">
                <a16:creationId xmlns:a16="http://schemas.microsoft.com/office/drawing/2014/main" id="{F20B97E2-8AE6-425E-A7B6-FCE34162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8945" y="4387734"/>
            <a:ext cx="47002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(46.9%)</a:t>
            </a:r>
          </a:p>
        </p:txBody>
      </p:sp>
      <p:sp>
        <p:nvSpPr>
          <p:cNvPr id="125" name="Text 125: 103">
            <a:extLst xmlns:a="http://schemas.openxmlformats.org/drawingml/2006/main">
              <a:ext uri="{FF2B5EF4-FFF2-40B4-BE49-F238E27FC236}">
                <a16:creationId xmlns:a16="http://schemas.microsoft.com/office/drawing/2014/main" id="{6BA376AA-5E00-4F36-B78B-9444D382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89011" y="2759034"/>
            <a:ext cx="2372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103</a:t>
            </a:r>
          </a:p>
        </p:txBody>
      </p:sp>
      <p:sp>
        <p:nvSpPr>
          <p:cNvPr id="126" name="Text 126: (49.8%)">
            <a:extLst xmlns:a="http://schemas.openxmlformats.org/drawingml/2006/main">
              <a:ext uri="{FF2B5EF4-FFF2-40B4-BE49-F238E27FC236}">
                <a16:creationId xmlns:a16="http://schemas.microsoft.com/office/drawing/2014/main" id="{EF620CD6-F0C4-4DB6-ADDD-E431025F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8945" y="2901247"/>
            <a:ext cx="47002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(49.8%)</a:t>
            </a:r>
          </a:p>
        </p:txBody>
      </p:sp>
      <p:sp>
        <p:nvSpPr>
          <p:cNvPr id="127" name="Text 127: 69">
            <a:extLst xmlns:a="http://schemas.openxmlformats.org/drawingml/2006/main">
              <a:ext uri="{FF2B5EF4-FFF2-40B4-BE49-F238E27FC236}">
                <a16:creationId xmlns:a16="http://schemas.microsoft.com/office/drawing/2014/main" id="{56639FF2-22B9-4A34-94BA-7C8B07AE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24138" y="4272628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69</a:t>
            </a:r>
          </a:p>
        </p:txBody>
      </p:sp>
      <p:sp>
        <p:nvSpPr>
          <p:cNvPr id="128" name="Text 128: (45.1%)">
            <a:extLst xmlns:a="http://schemas.openxmlformats.org/drawingml/2006/main">
              <a:ext uri="{FF2B5EF4-FFF2-40B4-BE49-F238E27FC236}">
                <a16:creationId xmlns:a16="http://schemas.microsoft.com/office/drawing/2014/main" id="{903171BC-3672-4C58-B426-8DA369A3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53671" y="4414840"/>
            <a:ext cx="47002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(45.1%)</a:t>
            </a:r>
          </a:p>
        </p:txBody>
      </p:sp>
      <p:sp>
        <p:nvSpPr>
          <p:cNvPr id="129" name="Text 129: 73">
            <a:extLst xmlns:a="http://schemas.openxmlformats.org/drawingml/2006/main">
              <a:ext uri="{FF2B5EF4-FFF2-40B4-BE49-F238E27FC236}">
                <a16:creationId xmlns:a16="http://schemas.microsoft.com/office/drawing/2014/main" id="{6B934CD6-DAC8-4798-AE63-5D20717D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24138" y="2844726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73</a:t>
            </a:r>
          </a:p>
        </p:txBody>
      </p:sp>
      <p:sp>
        <p:nvSpPr>
          <p:cNvPr id="130" name="Text 130: (47.7%)">
            <a:extLst xmlns:a="http://schemas.openxmlformats.org/drawingml/2006/main">
              <a:ext uri="{FF2B5EF4-FFF2-40B4-BE49-F238E27FC236}">
                <a16:creationId xmlns:a16="http://schemas.microsoft.com/office/drawing/2014/main" id="{0DA0FD29-1F6D-43C2-A91C-35DDA9A5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53671" y="2986938"/>
            <a:ext cx="47002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(47.7%)</a:t>
            </a:r>
          </a:p>
        </p:txBody>
      </p:sp>
      <p:sp>
        <p:nvSpPr>
          <p:cNvPr id="131" name="Text 131: Pearson P .862">
            <a:extLst xmlns:a="http://schemas.openxmlformats.org/drawingml/2006/main">
              <a:ext uri="{FF2B5EF4-FFF2-40B4-BE49-F238E27FC236}">
                <a16:creationId xmlns:a16="http://schemas.microsoft.com/office/drawing/2014/main" id="{756132EC-573B-471C-BE20-5D4ACD4F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7740" y="1433177"/>
            <a:ext cx="90077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Pearson P .862</a:t>
            </a:r>
          </a:p>
        </p:txBody>
      </p:sp>
      <p:sp>
        <p:nvSpPr>
          <p:cNvPr id="132" name="Text 132: Pearson P .987">
            <a:extLst xmlns:a="http://schemas.openxmlformats.org/drawingml/2006/main">
              <a:ext uri="{FF2B5EF4-FFF2-40B4-BE49-F238E27FC236}">
                <a16:creationId xmlns:a16="http://schemas.microsoft.com/office/drawing/2014/main" id="{9F02D588-4006-489D-B09D-D9E979B4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7192" y="1433177"/>
            <a:ext cx="90077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Pearson P .987</a:t>
            </a:r>
          </a:p>
        </p:txBody>
      </p:sp>
      <p:sp>
        <p:nvSpPr>
          <p:cNvPr id="133" name="Text 133: B  Distribution by benefit group">
            <a:extLst xmlns:a="http://schemas.openxmlformats.org/drawingml/2006/main">
              <a:ext uri="{FF2B5EF4-FFF2-40B4-BE49-F238E27FC236}">
                <a16:creationId xmlns:a16="http://schemas.microsoft.com/office/drawing/2014/main" id="{FB289683-A672-4014-8100-0F511AD7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4768" y="1025652"/>
            <a:ext cx="210916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  Distribution by benefit group</a:t>
            </a:r>
          </a:p>
        </p:txBody>
      </p:sp>
      <p:sp>
        <p:nvSpPr>
          <p:cNvPr id="134" name="Text 134: Figure S5 | Distribution of PD-L1 TPS">
            <a:extLst xmlns:a="http://schemas.openxmlformats.org/drawingml/2006/main">
              <a:ext uri="{FF2B5EF4-FFF2-40B4-BE49-F238E27FC236}">
                <a16:creationId xmlns:a16="http://schemas.microsoft.com/office/drawing/2014/main" id="{215C9532-FB6A-4B0B-971A-A04E5577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0668" y="329968"/>
            <a:ext cx="3609063" cy="280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Figure S5 | Distribution of PD-L1 TPS</a:t>
            </a:r>
          </a:p>
        </p:txBody>
      </p:sp>
      <p:sp>
        <p:nvSpPr>
          <p:cNvPr id="135" name="Text 135: Full-data model groups in both cohorts (JUPITER apparent; ESCORT frozen external). Nominal Pearson tests, no continuity or multiplicity correction.">
            <a:extLst xmlns:a="http://schemas.openxmlformats.org/drawingml/2006/main">
              <a:ext uri="{FF2B5EF4-FFF2-40B4-BE49-F238E27FC236}">
                <a16:creationId xmlns:a16="http://schemas.microsoft.com/office/drawing/2014/main" id="{4D617BC9-53F5-42AF-93DA-F0A61D50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824" y="6605422"/>
            <a:ext cx="7546390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Full-data model groups in both cohorts (JUPITER apparent; ESCORT frozen external). Nominal Pearson tests, no continuity or multiplicity correction.</a:t>
            </a:r>
          </a:p>
        </p:txBody>
      </p:sp>
      <p:sp>
        <p:nvSpPr>
          <p:cNvPr id="136" name="Text 136: Missing TPS remains in bar denominators and is excluded from tests.">
            <a:extLst xmlns:a="http://schemas.openxmlformats.org/drawingml/2006/main">
              <a:ext uri="{FF2B5EF4-FFF2-40B4-BE49-F238E27FC236}">
                <a16:creationId xmlns:a16="http://schemas.microsoft.com/office/drawing/2014/main" id="{C0AC64D7-DB83-4689-8899-C213737B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824" y="6733413"/>
            <a:ext cx="3538150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Missing TPS remains in bar denominators and is excluded from tests.</a:t>
            </a:r>
          </a:p>
        </p:txBody>
      </p:sp>
      <p:sp>
        <p:nvSpPr>
          <p:cNvPr id="137" name="Text 137: SIMULATED DATA — workflow demonstration only">
            <a:extLst xmlns:a="http://schemas.openxmlformats.org/drawingml/2006/main">
              <a:ext uri="{FF2B5EF4-FFF2-40B4-BE49-F238E27FC236}">
                <a16:creationId xmlns:a16="http://schemas.microsoft.com/office/drawing/2014/main" id="{FA5DBF99-4217-4FFE-BFF0-0C34DEE4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2983" y="7075551"/>
            <a:ext cx="3424434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1">
                <a:solidFill>
                  <a:srgbClr val="A331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A33122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33122"/>
                </a:solidFill>
                <a:latin typeface="Arial"/>
                <a:ea typeface="Arial"/>
                <a:cs typeface="Arial"/>
              </a:rPr>
              <a:t>SIMULATED DATA — workflow demonstration only</a:t>
            </a:r>
          </a:p>
        </p:txBody>
      </p:sp>
      <p:sp>
        <p:nvSpPr>
          <p:cNvPr id="138" name="Vector 138">
            <a:extLst xmlns:a="http://schemas.openxmlformats.org/drawingml/2006/main">
              <a:ext uri="{FF2B5EF4-FFF2-40B4-BE49-F238E27FC236}">
                <a16:creationId xmlns:a16="http://schemas.microsoft.com/office/drawing/2014/main" id="{75121ABC-7CB6-43BB-8BCD-B794750A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623" y="6134612"/>
            <a:ext cx="254000" cy="88900"/>
          </a:xfrm>
          <a:custGeom xmlns:a="http://schemas.openxmlformats.org/drawingml/2006/main">
            <a:pathLst>
              <a:path w="254000" h="88900">
                <a:moveTo>
                  <a:pt x="0" y="88900"/>
                </a:moveTo>
                <a:lnTo>
                  <a:pt x="254000" y="88900"/>
                </a:lnTo>
                <a:lnTo>
                  <a:pt x="2540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77CAD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39" name="Text 139: TPS &lt; 1%">
            <a:extLst xmlns:a="http://schemas.openxmlformats.org/drawingml/2006/main">
              <a:ext uri="{FF2B5EF4-FFF2-40B4-BE49-F238E27FC236}">
                <a16:creationId xmlns:a16="http://schemas.microsoft.com/office/drawing/2014/main" id="{41EEAEB0-843D-4B04-8079-ED86846A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3223" y="6105402"/>
            <a:ext cx="60071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TPS &lt; 1%</a:t>
            </a:r>
          </a:p>
        </p:txBody>
      </p:sp>
      <p:sp>
        <p:nvSpPr>
          <p:cNvPr id="140" name="Vector 140">
            <a:extLst xmlns:a="http://schemas.openxmlformats.org/drawingml/2006/main">
              <a:ext uri="{FF2B5EF4-FFF2-40B4-BE49-F238E27FC236}">
                <a16:creationId xmlns:a16="http://schemas.microsoft.com/office/drawing/2014/main" id="{9B45E518-2D27-4910-8C7E-7458A396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614" y="6134612"/>
            <a:ext cx="254000" cy="88900"/>
          </a:xfrm>
          <a:custGeom xmlns:a="http://schemas.openxmlformats.org/drawingml/2006/main">
            <a:pathLst>
              <a:path w="254000" h="88900">
                <a:moveTo>
                  <a:pt x="0" y="88900"/>
                </a:moveTo>
                <a:lnTo>
                  <a:pt x="254000" y="88900"/>
                </a:lnTo>
                <a:lnTo>
                  <a:pt x="2540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E8A45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41" name="Text 141: TPS ≥ 1%">
            <a:extLst xmlns:a="http://schemas.openxmlformats.org/drawingml/2006/main">
              <a:ext uri="{FF2B5EF4-FFF2-40B4-BE49-F238E27FC236}">
                <a16:creationId xmlns:a16="http://schemas.microsoft.com/office/drawing/2014/main" id="{6008B763-7CA7-4061-810D-221997FA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6214" y="6105402"/>
            <a:ext cx="59626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TPS ≥ 1%</a:t>
            </a:r>
          </a:p>
        </p:txBody>
      </p:sp>
      <p:sp>
        <p:nvSpPr>
          <p:cNvPr id="142" name="Vector 142">
            <a:extLst xmlns:a="http://schemas.openxmlformats.org/drawingml/2006/main">
              <a:ext uri="{FF2B5EF4-FFF2-40B4-BE49-F238E27FC236}">
                <a16:creationId xmlns:a16="http://schemas.microsoft.com/office/drawing/2014/main" id="{516B0506-86FE-47BD-9479-8ABD57EA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3606" y="6134612"/>
            <a:ext cx="254000" cy="88900"/>
          </a:xfrm>
          <a:custGeom xmlns:a="http://schemas.openxmlformats.org/drawingml/2006/main">
            <a:pathLst>
              <a:path w="254000" h="88900">
                <a:moveTo>
                  <a:pt x="0" y="88900"/>
                </a:moveTo>
                <a:lnTo>
                  <a:pt x="254000" y="88900"/>
                </a:lnTo>
                <a:lnTo>
                  <a:pt x="2540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D7DD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43" name="Text 143: Missing">
            <a:extLst xmlns:a="http://schemas.openxmlformats.org/drawingml/2006/main">
              <a:ext uri="{FF2B5EF4-FFF2-40B4-BE49-F238E27FC236}">
                <a16:creationId xmlns:a16="http://schemas.microsoft.com/office/drawing/2014/main" id="{EE153BB1-B2D7-4CBC-9E5D-0135264F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9206" y="6105402"/>
            <a:ext cx="455803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Missing</a:t>
            </a:r>
          </a:p>
        </p:txBody>
      </p:sp>
    </p:spTree>
    <p:extLst>
      <p:ext uri="{BB962C8B-B14F-4D97-AF65-F5344CB8AC3E}">
        <p14:creationId xmlns:p14="http://schemas.microsoft.com/office/powerpoint/2010/main" val="17819500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2026-10-08T15:51:58.1340000Z</dcterms:created>
  <dcterms:modified xsi:type="dcterms:W3CDTF">2026-10-08T15:51:58.1340000Z</dcterms:modified>
</coreProperties>
</file>