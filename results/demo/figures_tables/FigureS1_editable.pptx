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965da3d7d94391" /><Relationship Type="http://schemas.openxmlformats.org/officeDocument/2006/relationships/extended-properties" Target="/docProps/app.xml" Id="R215ee208c19543a2" /><Relationship Type="http://schemas.openxmlformats.org/officeDocument/2006/relationships/officeDocument" Target="/ppt/presentation.xml" Id="Re3eea885dd5a4c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6b70cc7b3f4bce"/>
  </p:sldMasterIdLst>
  <p:notesMasterIdLst>
    <p:notesMasterId xmlns:r="http://schemas.openxmlformats.org/officeDocument/2006/relationships" r:id="Rc7ceed5e93924a90"/>
  </p:notesMasterIdLst>
  <p:sldIdLst>
    <p:sldId xmlns:r="http://schemas.openxmlformats.org/officeDocument/2006/relationships" id="256" r:id="Racf2a84198514866"/>
  </p:sldIdLst>
  <p:sldSz cx="18288000" cy="10972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d70f43b0674746" /><Relationship Type="http://schemas.openxmlformats.org/officeDocument/2006/relationships/slideMaster" Target="/ppt/slideMasters/slideMaster1.xml" Id="Ra96b70cc7b3f4bce" /><Relationship Type="http://schemas.openxmlformats.org/officeDocument/2006/relationships/notesMaster" Target="/ppt/notesMasters/notesMaster1.xml" Id="Rc7ceed5e93924a90" /><Relationship Type="http://schemas.openxmlformats.org/officeDocument/2006/relationships/presProps" Target="/ppt/presProps.xml" Id="R2350f41707624d29" /><Relationship Type="http://schemas.openxmlformats.org/officeDocument/2006/relationships/tableStyles" Target="/ppt/tableStyles.xml" Id="R2ea0419826404a0b" /><Relationship Type="http://schemas.openxmlformats.org/officeDocument/2006/relationships/slide" Target="/ppt/slides/slide1.xml" Id="Racf2a841985148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7c98aa9f9b42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c8ba7437a24634" /><Relationship Type="http://schemas.openxmlformats.org/officeDocument/2006/relationships/notesMaster" Target="/ppt/notesMasters/notesMaster1.xml" Id="R752123f55c8549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Synthetic-data demonstration of the v32 analysis workflow. These are not trial results. See README and the corresponding notebook for estimators, denominators and inference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31f25948549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d697d8d014f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d1f6e80a847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05d4be72b240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ef516010e49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d9101ecf5c4c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551A00-8951-4F46-B60F-A37B1F8EC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145280"/>
            <a:ext cx="14630400" cy="158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C2CE3A-E9DE-4003-9EC6-E92607807D8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6035040"/>
            <a:ext cx="12801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FABB042-9DC6-4DF3-863A-7DA631FDB1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572000"/>
            <a:ext cx="14630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5C9B30-069F-4C21-9474-FABFDAFD3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53440"/>
            <a:ext cx="16230600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79B023-E9EE-4BD9-80F2-B02D7DBC77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3048000"/>
            <a:ext cx="16230600" cy="682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085FE3-8372-485D-BC3E-AF81792879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53440"/>
            <a:ext cx="16230600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7BE56B-27E8-4882-91B6-B29EB7A844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3048000"/>
            <a:ext cx="7543800" cy="682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70018A1-D89D-4DED-BCFC-6669DA4B15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3048000"/>
            <a:ext cx="7543800" cy="682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0A9917-970F-41AB-9EC3-AFE584B116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53440"/>
            <a:ext cx="16230600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FA8429-ECD3-4BB0-91EA-75419A8877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3048000"/>
            <a:ext cx="7543800" cy="682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5352edea9b4e8a" /><Relationship Type="http://schemas.openxmlformats.org/officeDocument/2006/relationships/slideLayout" Target="/ppt/slideLayouts/slideLayout1.xml" Id="R653aa6663d354e1f" /><Relationship Type="http://schemas.openxmlformats.org/officeDocument/2006/relationships/slideLayout" Target="/ppt/slideLayouts/slideLayout2.xml" Id="Re94cb5fbe7964879" /><Relationship Type="http://schemas.openxmlformats.org/officeDocument/2006/relationships/slideLayout" Target="/ppt/slideLayouts/slideLayout3.xml" Id="R047ed18fa3394297" /><Relationship Type="http://schemas.openxmlformats.org/officeDocument/2006/relationships/slideLayout" Target="/ppt/slideLayouts/slideLayout4.xml" Id="Rc970f41e15904c2d" /><Relationship Type="http://schemas.openxmlformats.org/officeDocument/2006/relationships/slideLayout" Target="/ppt/slideLayouts/slideLayout5.xml" Id="Rb6d2a64676c24621" /><Relationship Type="http://schemas.openxmlformats.org/officeDocument/2006/relationships/slideLayout" Target="/ppt/slideLayouts/slideLayout6.xml" Id="R7cd939a555814b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3aa6663d354e1f"/>
    <p:sldLayoutId xmlns:r="http://schemas.openxmlformats.org/officeDocument/2006/relationships" id="2147483650" r:id="Re94cb5fbe7964879"/>
    <p:sldLayoutId xmlns:r="http://schemas.openxmlformats.org/officeDocument/2006/relationships" id="2147483651" r:id="R047ed18fa3394297"/>
    <p:sldLayoutId xmlns:r="http://schemas.openxmlformats.org/officeDocument/2006/relationships" id="2147483652" r:id="Rc970f41e15904c2d"/>
    <p:sldLayoutId xmlns:r="http://schemas.openxmlformats.org/officeDocument/2006/relationships" id="2147483653" r:id="Rb6d2a64676c24621"/>
    <p:sldLayoutId xmlns:r="http://schemas.openxmlformats.org/officeDocument/2006/relationships" id="2147483654" r:id="R7cd939a555814b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8de27058e24a11" /><Relationship Type="http://schemas.openxmlformats.org/officeDocument/2006/relationships/notesSlide" Target="/ppt/notesSlides/notesSlide1.xml" Id="R7162fd1d0f5243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4" name="Vector 1">
            <a:extLst xmlns:a="http://schemas.openxmlformats.org/drawingml/2006/main">
              <a:ext uri="{FF2B5EF4-FFF2-40B4-BE49-F238E27FC236}">
                <a16:creationId xmlns:a16="http://schemas.microsoft.com/office/drawing/2014/main" id="{B8B1BC91-1D0E-4769-9D5D-EB20AE9D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972800"/>
          </a:xfrm>
          <a:custGeom xmlns:a="http://schemas.openxmlformats.org/drawingml/2006/main">
            <a:pathLst>
              <a:path w="18288000" h="10972800">
                <a:moveTo>
                  <a:pt x="0" y="10972800"/>
                </a:moveTo>
                <a:lnTo>
                  <a:pt x="18288000" y="10972800"/>
                </a:lnTo>
                <a:lnTo>
                  <a:pt x="18288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" name="Vector 2">
            <a:extLst xmlns:a="http://schemas.openxmlformats.org/drawingml/2006/main">
              <a:ext uri="{FF2B5EF4-FFF2-40B4-BE49-F238E27FC236}">
                <a16:creationId xmlns:a16="http://schemas.microsoft.com/office/drawing/2014/main" id="{95BB8007-96A2-4F09-990B-6F628BC5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980968"/>
            <a:ext cx="6437376" cy="3928811"/>
          </a:xfrm>
          <a:custGeom xmlns:a="http://schemas.openxmlformats.org/drawingml/2006/main">
            <a:pathLst>
              <a:path w="6437376" h="3928811">
                <a:moveTo>
                  <a:pt x="0" y="3928811"/>
                </a:moveTo>
                <a:lnTo>
                  <a:pt x="6437376" y="3928811"/>
                </a:lnTo>
                <a:lnTo>
                  <a:pt x="64373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" name="Vector 3">
            <a:extLst xmlns:a="http://schemas.openxmlformats.org/drawingml/2006/main">
              <a:ext uri="{FF2B5EF4-FFF2-40B4-BE49-F238E27FC236}">
                <a16:creationId xmlns:a16="http://schemas.microsoft.com/office/drawing/2014/main" id="{76A44B3E-AE94-4CCC-A6E6-C7D444BB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3951533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4" name="Vector 4">
            <a:extLst xmlns:a="http://schemas.openxmlformats.org/drawingml/2006/main">
              <a:ext uri="{FF2B5EF4-FFF2-40B4-BE49-F238E27FC236}">
                <a16:creationId xmlns:a16="http://schemas.microsoft.com/office/drawing/2014/main" id="{FF4953EB-4C20-417C-B13A-0078A1EE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2993286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5" name="Vector 5">
            <a:extLst xmlns:a="http://schemas.openxmlformats.org/drawingml/2006/main">
              <a:ext uri="{FF2B5EF4-FFF2-40B4-BE49-F238E27FC236}">
                <a16:creationId xmlns:a16="http://schemas.microsoft.com/office/drawing/2014/main" id="{EBDB2607-3161-4795-BA83-4234162F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2035040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6" name="Vector 6">
            <a:extLst xmlns:a="http://schemas.openxmlformats.org/drawingml/2006/main">
              <a:ext uri="{FF2B5EF4-FFF2-40B4-BE49-F238E27FC236}">
                <a16:creationId xmlns:a16="http://schemas.microsoft.com/office/drawing/2014/main" id="{041D2199-E279-4696-AAA4-359208CD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076793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7" name="me88f229308 7">
            <a:extLst xmlns:a="http://schemas.openxmlformats.org/drawingml/2006/main">
              <a:ext uri="{FF2B5EF4-FFF2-40B4-BE49-F238E27FC236}">
                <a16:creationId xmlns:a16="http://schemas.microsoft.com/office/drawing/2014/main" id="{74C765BF-96AD-407D-B20F-EC21E40D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" name="Text 8: 0">
            <a:extLst xmlns:a="http://schemas.openxmlformats.org/drawingml/2006/main">
              <a:ext uri="{FF2B5EF4-FFF2-40B4-BE49-F238E27FC236}">
                <a16:creationId xmlns:a16="http://schemas.microsoft.com/office/drawing/2014/main" id="{D185FAA1-FADD-4F1B-AE2A-F82E1D04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9327" y="4981259"/>
            <a:ext cx="103073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me88f229308 9">
            <a:extLst xmlns:a="http://schemas.openxmlformats.org/drawingml/2006/main">
              <a:ext uri="{FF2B5EF4-FFF2-40B4-BE49-F238E27FC236}">
                <a16:creationId xmlns:a16="http://schemas.microsoft.com/office/drawing/2014/main" id="{4B298870-6F2C-41F8-9F5E-E7AB533F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" name="Text 10: 12">
            <a:extLst xmlns:a="http://schemas.openxmlformats.org/drawingml/2006/main">
              <a:ext uri="{FF2B5EF4-FFF2-40B4-BE49-F238E27FC236}">
                <a16:creationId xmlns:a16="http://schemas.microsoft.com/office/drawing/2014/main" id="{56D9855E-1D78-46B5-9FC2-26FF9BB3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9835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1" name="me88f229308 11">
            <a:extLst xmlns:a="http://schemas.openxmlformats.org/drawingml/2006/main">
              <a:ext uri="{FF2B5EF4-FFF2-40B4-BE49-F238E27FC236}">
                <a16:creationId xmlns:a16="http://schemas.microsoft.com/office/drawing/2014/main" id="{888876B6-8F5F-4054-8B0C-7808B2C1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2" name="Text 12: 24">
            <a:extLst xmlns:a="http://schemas.openxmlformats.org/drawingml/2006/main">
              <a:ext uri="{FF2B5EF4-FFF2-40B4-BE49-F238E27FC236}">
                <a16:creationId xmlns:a16="http://schemas.microsoft.com/office/drawing/2014/main" id="{31F665BE-5A0D-4581-9A5D-6DD6F52F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9179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3" name="me88f229308 13">
            <a:extLst xmlns:a="http://schemas.openxmlformats.org/drawingml/2006/main">
              <a:ext uri="{FF2B5EF4-FFF2-40B4-BE49-F238E27FC236}">
                <a16:creationId xmlns:a16="http://schemas.microsoft.com/office/drawing/2014/main" id="{FDAECD81-5EC6-438D-9E3A-DF2DB820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" name="Text 14: 36">
            <a:extLst xmlns:a="http://schemas.openxmlformats.org/drawingml/2006/main">
              <a:ext uri="{FF2B5EF4-FFF2-40B4-BE49-F238E27FC236}">
                <a16:creationId xmlns:a16="http://schemas.microsoft.com/office/drawing/2014/main" id="{5B5BC3C6-9014-4542-AADD-3F135E91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8523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5" name="me88f229308 15">
            <a:extLst xmlns:a="http://schemas.openxmlformats.org/drawingml/2006/main">
              <a:ext uri="{FF2B5EF4-FFF2-40B4-BE49-F238E27FC236}">
                <a16:creationId xmlns:a16="http://schemas.microsoft.com/office/drawing/2014/main" id="{E6128870-4EC1-40BA-A0AD-247F1325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6" name="Text 16: 48">
            <a:extLst xmlns:a="http://schemas.openxmlformats.org/drawingml/2006/main">
              <a:ext uri="{FF2B5EF4-FFF2-40B4-BE49-F238E27FC236}">
                <a16:creationId xmlns:a16="http://schemas.microsoft.com/office/drawing/2014/main" id="{9700D707-1AA4-4EE2-AA19-480E895F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7867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17" name="Text 17: Time (months)">
            <a:extLst xmlns:a="http://schemas.openxmlformats.org/drawingml/2006/main">
              <a:ext uri="{FF2B5EF4-FFF2-40B4-BE49-F238E27FC236}">
                <a16:creationId xmlns:a16="http://schemas.microsoft.com/office/drawing/2014/main" id="{E8C5940B-1940-4E15-9512-C4B1AB94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4865" y="5251840"/>
            <a:ext cx="1089374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(months)</a:t>
            </a:r>
          </a:p>
        </p:txBody>
      </p:sp>
      <p:sp>
        <p:nvSpPr>
          <p:cNvPr id="18" name="m053b016206 18">
            <a:extLst xmlns:a="http://schemas.openxmlformats.org/drawingml/2006/main">
              <a:ext uri="{FF2B5EF4-FFF2-40B4-BE49-F238E27FC236}">
                <a16:creationId xmlns:a16="http://schemas.microsoft.com/office/drawing/2014/main" id="{66F46FB3-4106-4896-9E51-9CFACF86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64" y="4909779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" name="Text 19: 0.00">
            <a:extLst xmlns:a="http://schemas.openxmlformats.org/drawingml/2006/main">
              <a:ext uri="{FF2B5EF4-FFF2-40B4-BE49-F238E27FC236}">
                <a16:creationId xmlns:a16="http://schemas.microsoft.com/office/drawing/2014/main" id="{1F62BAA4-82A5-4A73-A54A-A36968E6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8358" y="4832933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20" name="m053b016206 20">
            <a:extLst xmlns:a="http://schemas.openxmlformats.org/drawingml/2006/main">
              <a:ext uri="{FF2B5EF4-FFF2-40B4-BE49-F238E27FC236}">
                <a16:creationId xmlns:a16="http://schemas.microsoft.com/office/drawing/2014/main" id="{77C22D6B-11AF-45D1-A3A7-A6F30158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64" y="3951533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1" name="Text 21: 0.25">
            <a:extLst xmlns:a="http://schemas.openxmlformats.org/drawingml/2006/main">
              <a:ext uri="{FF2B5EF4-FFF2-40B4-BE49-F238E27FC236}">
                <a16:creationId xmlns:a16="http://schemas.microsoft.com/office/drawing/2014/main" id="{DBA290A1-7E98-4FBE-996B-2BAAA0E7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8358" y="3874687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22" name="m053b016206 22">
            <a:extLst xmlns:a="http://schemas.openxmlformats.org/drawingml/2006/main">
              <a:ext uri="{FF2B5EF4-FFF2-40B4-BE49-F238E27FC236}">
                <a16:creationId xmlns:a16="http://schemas.microsoft.com/office/drawing/2014/main" id="{96F992AA-F46E-4779-9F1B-F8E02B42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64" y="2993286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3" name="Text 23: 0.50">
            <a:extLst xmlns:a="http://schemas.openxmlformats.org/drawingml/2006/main">
              <a:ext uri="{FF2B5EF4-FFF2-40B4-BE49-F238E27FC236}">
                <a16:creationId xmlns:a16="http://schemas.microsoft.com/office/drawing/2014/main" id="{21C00DA0-9E73-4D77-9A5D-48215628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8358" y="2916440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0.50</a:t>
            </a:r>
          </a:p>
        </p:txBody>
      </p:sp>
      <p:sp>
        <p:nvSpPr>
          <p:cNvPr id="24" name="m053b016206 24">
            <a:extLst xmlns:a="http://schemas.openxmlformats.org/drawingml/2006/main">
              <a:ext uri="{FF2B5EF4-FFF2-40B4-BE49-F238E27FC236}">
                <a16:creationId xmlns:a16="http://schemas.microsoft.com/office/drawing/2014/main" id="{9BD5598B-FBB3-469A-994A-E9B1BE54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64" y="2035040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5" name="Text 25: 0.75">
            <a:extLst xmlns:a="http://schemas.openxmlformats.org/drawingml/2006/main">
              <a:ext uri="{FF2B5EF4-FFF2-40B4-BE49-F238E27FC236}">
                <a16:creationId xmlns:a16="http://schemas.microsoft.com/office/drawing/2014/main" id="{985BE852-8F90-488D-A649-86CF607E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8358" y="1958194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0.75</a:t>
            </a:r>
          </a:p>
        </p:txBody>
      </p:sp>
      <p:sp>
        <p:nvSpPr>
          <p:cNvPr id="26" name="m053b016206 26">
            <a:extLst xmlns:a="http://schemas.openxmlformats.org/drawingml/2006/main">
              <a:ext uri="{FF2B5EF4-FFF2-40B4-BE49-F238E27FC236}">
                <a16:creationId xmlns:a16="http://schemas.microsoft.com/office/drawing/2014/main" id="{19E32F23-8A8E-49E5-8ABB-91FDD558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64" y="1076793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" name="Text 27: 1.00">
            <a:extLst xmlns:a="http://schemas.openxmlformats.org/drawingml/2006/main">
              <a:ext uri="{FF2B5EF4-FFF2-40B4-BE49-F238E27FC236}">
                <a16:creationId xmlns:a16="http://schemas.microsoft.com/office/drawing/2014/main" id="{4F4446FC-5870-4EF5-9758-24EB3B3C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8358" y="999947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28" name="Text 28: PFS probability">
            <a:extLst xmlns:a="http://schemas.openxmlformats.org/drawingml/2006/main">
              <a:ext uri="{FF2B5EF4-FFF2-40B4-BE49-F238E27FC236}">
                <a16:creationId xmlns:a16="http://schemas.microsoft.com/office/drawing/2014/main" id="{96BB7FDD-2D61-40D5-95BA-528490B2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154611" y="2838059"/>
            <a:ext cx="1144778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PFS probability</a:t>
            </a:r>
          </a:p>
        </p:txBody>
      </p:sp>
      <p:sp>
        <p:nvSpPr>
          <p:cNvPr id="29" name="Vector 29">
            <a:extLst xmlns:a="http://schemas.openxmlformats.org/drawingml/2006/main">
              <a:ext uri="{FF2B5EF4-FFF2-40B4-BE49-F238E27FC236}">
                <a16:creationId xmlns:a16="http://schemas.microsoft.com/office/drawing/2014/main" id="{CAE1A4C3-8755-40D6-AE5C-6849CD10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076793"/>
            <a:ext cx="6437376" cy="3745147"/>
          </a:xfrm>
          <a:custGeom xmlns:a="http://schemas.openxmlformats.org/drawingml/2006/main">
            <a:pathLst>
              <a:path w="6437376" h="3745147">
                <a:moveTo>
                  <a:pt x="0" y="0"/>
                </a:moveTo>
                <a:lnTo>
                  <a:pt x="6706" y="0"/>
                </a:lnTo>
                <a:lnTo>
                  <a:pt x="6706" y="38330"/>
                </a:lnTo>
                <a:lnTo>
                  <a:pt x="18654" y="38330"/>
                </a:lnTo>
                <a:lnTo>
                  <a:pt x="18654" y="76660"/>
                </a:lnTo>
                <a:lnTo>
                  <a:pt x="32587" y="76660"/>
                </a:lnTo>
                <a:lnTo>
                  <a:pt x="32587" y="114990"/>
                </a:lnTo>
                <a:lnTo>
                  <a:pt x="37391" y="114990"/>
                </a:lnTo>
                <a:lnTo>
                  <a:pt x="37391" y="153319"/>
                </a:lnTo>
                <a:lnTo>
                  <a:pt x="57489" y="153319"/>
                </a:lnTo>
                <a:lnTo>
                  <a:pt x="57489" y="191649"/>
                </a:lnTo>
                <a:lnTo>
                  <a:pt x="82267" y="191649"/>
                </a:lnTo>
                <a:lnTo>
                  <a:pt x="82267" y="229979"/>
                </a:lnTo>
                <a:lnTo>
                  <a:pt x="106787" y="229979"/>
                </a:lnTo>
                <a:lnTo>
                  <a:pt x="106787" y="268309"/>
                </a:lnTo>
                <a:lnTo>
                  <a:pt x="115708" y="268309"/>
                </a:lnTo>
                <a:lnTo>
                  <a:pt x="115708" y="306639"/>
                </a:lnTo>
                <a:lnTo>
                  <a:pt x="131810" y="306639"/>
                </a:lnTo>
                <a:lnTo>
                  <a:pt x="131810" y="344969"/>
                </a:lnTo>
                <a:lnTo>
                  <a:pt x="137436" y="344969"/>
                </a:lnTo>
                <a:lnTo>
                  <a:pt x="137436" y="383299"/>
                </a:lnTo>
                <a:lnTo>
                  <a:pt x="143400" y="383299"/>
                </a:lnTo>
                <a:lnTo>
                  <a:pt x="143400" y="421628"/>
                </a:lnTo>
                <a:lnTo>
                  <a:pt x="163069" y="421628"/>
                </a:lnTo>
                <a:lnTo>
                  <a:pt x="163069" y="459958"/>
                </a:lnTo>
                <a:lnTo>
                  <a:pt x="165688" y="459958"/>
                </a:lnTo>
                <a:lnTo>
                  <a:pt x="165688" y="498288"/>
                </a:lnTo>
                <a:lnTo>
                  <a:pt x="168763" y="498288"/>
                </a:lnTo>
                <a:lnTo>
                  <a:pt x="168763" y="536618"/>
                </a:lnTo>
                <a:lnTo>
                  <a:pt x="199990" y="536618"/>
                </a:lnTo>
                <a:lnTo>
                  <a:pt x="199990" y="574948"/>
                </a:lnTo>
                <a:lnTo>
                  <a:pt x="217659" y="574948"/>
                </a:lnTo>
                <a:lnTo>
                  <a:pt x="217659" y="613278"/>
                </a:lnTo>
                <a:lnTo>
                  <a:pt x="219823" y="613278"/>
                </a:lnTo>
                <a:lnTo>
                  <a:pt x="219823" y="651608"/>
                </a:lnTo>
                <a:lnTo>
                  <a:pt x="285007" y="651608"/>
                </a:lnTo>
                <a:lnTo>
                  <a:pt x="285007" y="689938"/>
                </a:lnTo>
                <a:lnTo>
                  <a:pt x="328162" y="689938"/>
                </a:lnTo>
                <a:lnTo>
                  <a:pt x="328162" y="728267"/>
                </a:lnTo>
                <a:lnTo>
                  <a:pt x="333990" y="728267"/>
                </a:lnTo>
                <a:lnTo>
                  <a:pt x="333990" y="766597"/>
                </a:lnTo>
                <a:lnTo>
                  <a:pt x="507773" y="766597"/>
                </a:lnTo>
                <a:lnTo>
                  <a:pt x="507773" y="804927"/>
                </a:lnTo>
                <a:lnTo>
                  <a:pt x="526951" y="804927"/>
                </a:lnTo>
                <a:lnTo>
                  <a:pt x="526951" y="843257"/>
                </a:lnTo>
                <a:lnTo>
                  <a:pt x="534968" y="843257"/>
                </a:lnTo>
                <a:lnTo>
                  <a:pt x="534968" y="881587"/>
                </a:lnTo>
                <a:lnTo>
                  <a:pt x="554635" y="881587"/>
                </a:lnTo>
                <a:lnTo>
                  <a:pt x="554635" y="919917"/>
                </a:lnTo>
                <a:lnTo>
                  <a:pt x="611338" y="919917"/>
                </a:lnTo>
                <a:lnTo>
                  <a:pt x="611338" y="958247"/>
                </a:lnTo>
                <a:lnTo>
                  <a:pt x="650497" y="958247"/>
                </a:lnTo>
                <a:lnTo>
                  <a:pt x="650497" y="996576"/>
                </a:lnTo>
                <a:lnTo>
                  <a:pt x="657277" y="996576"/>
                </a:lnTo>
                <a:lnTo>
                  <a:pt x="657445" y="1073236"/>
                </a:lnTo>
                <a:lnTo>
                  <a:pt x="680788" y="1073236"/>
                </a:lnTo>
                <a:lnTo>
                  <a:pt x="681998" y="1149896"/>
                </a:lnTo>
                <a:lnTo>
                  <a:pt x="715853" y="1149896"/>
                </a:lnTo>
                <a:lnTo>
                  <a:pt x="715853" y="1188226"/>
                </a:lnTo>
                <a:lnTo>
                  <a:pt x="739448" y="1188226"/>
                </a:lnTo>
                <a:lnTo>
                  <a:pt x="739448" y="1226556"/>
                </a:lnTo>
                <a:lnTo>
                  <a:pt x="756163" y="1226556"/>
                </a:lnTo>
                <a:lnTo>
                  <a:pt x="756163" y="1264886"/>
                </a:lnTo>
                <a:lnTo>
                  <a:pt x="759007" y="1264886"/>
                </a:lnTo>
                <a:lnTo>
                  <a:pt x="759007" y="1303215"/>
                </a:lnTo>
                <a:lnTo>
                  <a:pt x="765955" y="1303215"/>
                </a:lnTo>
                <a:lnTo>
                  <a:pt x="765955" y="1341545"/>
                </a:lnTo>
                <a:lnTo>
                  <a:pt x="785298" y="1341545"/>
                </a:lnTo>
                <a:lnTo>
                  <a:pt x="785298" y="1379875"/>
                </a:lnTo>
                <a:lnTo>
                  <a:pt x="802195" y="1379875"/>
                </a:lnTo>
                <a:lnTo>
                  <a:pt x="802195" y="1418205"/>
                </a:lnTo>
                <a:lnTo>
                  <a:pt x="825740" y="1418205"/>
                </a:lnTo>
                <a:lnTo>
                  <a:pt x="825740" y="1456535"/>
                </a:lnTo>
                <a:lnTo>
                  <a:pt x="854344" y="1456535"/>
                </a:lnTo>
                <a:lnTo>
                  <a:pt x="854344" y="1494865"/>
                </a:lnTo>
                <a:lnTo>
                  <a:pt x="859214" y="1494865"/>
                </a:lnTo>
                <a:lnTo>
                  <a:pt x="859214" y="1533195"/>
                </a:lnTo>
                <a:lnTo>
                  <a:pt x="870867" y="1533195"/>
                </a:lnTo>
                <a:lnTo>
                  <a:pt x="870867" y="1571524"/>
                </a:lnTo>
                <a:lnTo>
                  <a:pt x="879306" y="1571524"/>
                </a:lnTo>
                <a:lnTo>
                  <a:pt x="879991" y="1648184"/>
                </a:lnTo>
                <a:lnTo>
                  <a:pt x="943778" y="1648184"/>
                </a:lnTo>
                <a:lnTo>
                  <a:pt x="943778" y="1686514"/>
                </a:lnTo>
                <a:lnTo>
                  <a:pt x="951912" y="1686514"/>
                </a:lnTo>
                <a:lnTo>
                  <a:pt x="951912" y="1724844"/>
                </a:lnTo>
                <a:lnTo>
                  <a:pt x="1008836" y="1724844"/>
                </a:lnTo>
                <a:lnTo>
                  <a:pt x="1008836" y="1763174"/>
                </a:lnTo>
                <a:lnTo>
                  <a:pt x="1041127" y="1763174"/>
                </a:lnTo>
                <a:lnTo>
                  <a:pt x="1041127" y="1801504"/>
                </a:lnTo>
                <a:lnTo>
                  <a:pt x="1092352" y="1801504"/>
                </a:lnTo>
                <a:lnTo>
                  <a:pt x="1092352" y="1839833"/>
                </a:lnTo>
                <a:lnTo>
                  <a:pt x="1119439" y="1839833"/>
                </a:lnTo>
                <a:lnTo>
                  <a:pt x="1119439" y="1878163"/>
                </a:lnTo>
                <a:lnTo>
                  <a:pt x="1152203" y="1878163"/>
                </a:lnTo>
                <a:lnTo>
                  <a:pt x="1152203" y="1916493"/>
                </a:lnTo>
                <a:lnTo>
                  <a:pt x="1176149" y="1916493"/>
                </a:lnTo>
                <a:lnTo>
                  <a:pt x="1176149" y="1954823"/>
                </a:lnTo>
                <a:lnTo>
                  <a:pt x="1227896" y="1954823"/>
                </a:lnTo>
                <a:lnTo>
                  <a:pt x="1227896" y="1993153"/>
                </a:lnTo>
                <a:lnTo>
                  <a:pt x="1260852" y="1993153"/>
                </a:lnTo>
                <a:lnTo>
                  <a:pt x="1260852" y="2031483"/>
                </a:lnTo>
                <a:lnTo>
                  <a:pt x="1375433" y="2031483"/>
                </a:lnTo>
                <a:lnTo>
                  <a:pt x="1375433" y="2069813"/>
                </a:lnTo>
                <a:lnTo>
                  <a:pt x="1406750" y="2069813"/>
                </a:lnTo>
                <a:lnTo>
                  <a:pt x="1406750" y="2108143"/>
                </a:lnTo>
                <a:lnTo>
                  <a:pt x="1481752" y="2108143"/>
                </a:lnTo>
                <a:lnTo>
                  <a:pt x="1481752" y="2146472"/>
                </a:lnTo>
                <a:lnTo>
                  <a:pt x="1670031" y="2146472"/>
                </a:lnTo>
                <a:lnTo>
                  <a:pt x="1670031" y="2184802"/>
                </a:lnTo>
                <a:lnTo>
                  <a:pt x="1681394" y="2184802"/>
                </a:lnTo>
                <a:lnTo>
                  <a:pt x="1681394" y="2223132"/>
                </a:lnTo>
                <a:lnTo>
                  <a:pt x="1720743" y="2223132"/>
                </a:lnTo>
                <a:lnTo>
                  <a:pt x="1720743" y="2261462"/>
                </a:lnTo>
                <a:lnTo>
                  <a:pt x="1731495" y="2261462"/>
                </a:lnTo>
                <a:lnTo>
                  <a:pt x="1731495" y="2299792"/>
                </a:lnTo>
                <a:lnTo>
                  <a:pt x="1840467" y="2299792"/>
                </a:lnTo>
                <a:lnTo>
                  <a:pt x="1840467" y="2338122"/>
                </a:lnTo>
                <a:lnTo>
                  <a:pt x="1953799" y="2338122"/>
                </a:lnTo>
                <a:lnTo>
                  <a:pt x="1953799" y="2376452"/>
                </a:lnTo>
                <a:lnTo>
                  <a:pt x="1984042" y="2376452"/>
                </a:lnTo>
                <a:lnTo>
                  <a:pt x="1984042" y="2414781"/>
                </a:lnTo>
                <a:lnTo>
                  <a:pt x="2093102" y="2414781"/>
                </a:lnTo>
                <a:lnTo>
                  <a:pt x="2093102" y="2453111"/>
                </a:lnTo>
                <a:lnTo>
                  <a:pt x="2120727" y="2453111"/>
                </a:lnTo>
                <a:lnTo>
                  <a:pt x="2120727" y="2491441"/>
                </a:lnTo>
                <a:lnTo>
                  <a:pt x="2161034" y="2491441"/>
                </a:lnTo>
                <a:lnTo>
                  <a:pt x="2161034" y="2529771"/>
                </a:lnTo>
                <a:lnTo>
                  <a:pt x="2166704" y="2529771"/>
                </a:lnTo>
                <a:lnTo>
                  <a:pt x="2166704" y="2568101"/>
                </a:lnTo>
                <a:lnTo>
                  <a:pt x="2221176" y="2568101"/>
                </a:lnTo>
                <a:lnTo>
                  <a:pt x="2221176" y="2606431"/>
                </a:lnTo>
                <a:lnTo>
                  <a:pt x="2258064" y="2606431"/>
                </a:lnTo>
                <a:lnTo>
                  <a:pt x="2258064" y="2644761"/>
                </a:lnTo>
                <a:lnTo>
                  <a:pt x="2272871" y="2644761"/>
                </a:lnTo>
                <a:lnTo>
                  <a:pt x="2272871" y="2683090"/>
                </a:lnTo>
                <a:lnTo>
                  <a:pt x="2275229" y="2683090"/>
                </a:lnTo>
                <a:lnTo>
                  <a:pt x="2275482" y="2798080"/>
                </a:lnTo>
                <a:lnTo>
                  <a:pt x="2395428" y="2798080"/>
                </a:lnTo>
                <a:lnTo>
                  <a:pt x="2395428" y="2836410"/>
                </a:lnTo>
                <a:lnTo>
                  <a:pt x="2500984" y="2836410"/>
                </a:lnTo>
                <a:lnTo>
                  <a:pt x="2500984" y="2874740"/>
                </a:lnTo>
                <a:lnTo>
                  <a:pt x="2535375" y="2874740"/>
                </a:lnTo>
                <a:lnTo>
                  <a:pt x="2535375" y="2913070"/>
                </a:lnTo>
                <a:lnTo>
                  <a:pt x="2546918" y="2913070"/>
                </a:lnTo>
                <a:lnTo>
                  <a:pt x="2546918" y="2951400"/>
                </a:lnTo>
                <a:lnTo>
                  <a:pt x="2722006" y="2951400"/>
                </a:lnTo>
                <a:lnTo>
                  <a:pt x="2722006" y="2989729"/>
                </a:lnTo>
                <a:lnTo>
                  <a:pt x="2797675" y="2989729"/>
                </a:lnTo>
                <a:lnTo>
                  <a:pt x="2797675" y="3028059"/>
                </a:lnTo>
                <a:lnTo>
                  <a:pt x="2821188" y="3028059"/>
                </a:lnTo>
                <a:lnTo>
                  <a:pt x="2821188" y="3066389"/>
                </a:lnTo>
                <a:lnTo>
                  <a:pt x="2854814" y="3066389"/>
                </a:lnTo>
                <a:lnTo>
                  <a:pt x="2854814" y="3104719"/>
                </a:lnTo>
                <a:lnTo>
                  <a:pt x="2888964" y="3104719"/>
                </a:lnTo>
                <a:lnTo>
                  <a:pt x="2888964" y="3143049"/>
                </a:lnTo>
                <a:lnTo>
                  <a:pt x="3229670" y="3143049"/>
                </a:lnTo>
                <a:lnTo>
                  <a:pt x="3229670" y="3181379"/>
                </a:lnTo>
                <a:lnTo>
                  <a:pt x="3401969" y="3181379"/>
                </a:lnTo>
                <a:lnTo>
                  <a:pt x="3401969" y="3219709"/>
                </a:lnTo>
                <a:lnTo>
                  <a:pt x="3482017" y="3219709"/>
                </a:lnTo>
                <a:lnTo>
                  <a:pt x="3482017" y="3258038"/>
                </a:lnTo>
                <a:lnTo>
                  <a:pt x="3757157" y="3258038"/>
                </a:lnTo>
                <a:lnTo>
                  <a:pt x="3757157" y="3305951"/>
                </a:lnTo>
                <a:lnTo>
                  <a:pt x="3876644" y="3305951"/>
                </a:lnTo>
                <a:lnTo>
                  <a:pt x="3876644" y="3364510"/>
                </a:lnTo>
                <a:lnTo>
                  <a:pt x="4228643" y="3364510"/>
                </a:lnTo>
                <a:lnTo>
                  <a:pt x="4228643" y="3423070"/>
                </a:lnTo>
                <a:lnTo>
                  <a:pt x="4305187" y="3423070"/>
                </a:lnTo>
                <a:lnTo>
                  <a:pt x="4305187" y="3481629"/>
                </a:lnTo>
                <a:lnTo>
                  <a:pt x="4508650" y="3481629"/>
                </a:lnTo>
                <a:lnTo>
                  <a:pt x="4508650" y="3540189"/>
                </a:lnTo>
                <a:lnTo>
                  <a:pt x="4917779" y="3540189"/>
                </a:lnTo>
                <a:lnTo>
                  <a:pt x="4917779" y="3598748"/>
                </a:lnTo>
                <a:lnTo>
                  <a:pt x="5507098" y="3598748"/>
                </a:lnTo>
                <a:lnTo>
                  <a:pt x="5507098" y="3657308"/>
                </a:lnTo>
                <a:lnTo>
                  <a:pt x="6107181" y="3657308"/>
                </a:lnTo>
                <a:lnTo>
                  <a:pt x="6107181" y="3745147"/>
                </a:lnTo>
                <a:lnTo>
                  <a:pt x="6437376" y="3745147"/>
                </a:lnTo>
              </a:path>
            </a:pathLst>
          </a:custGeom>
          <a:noFill xmlns:a="http://schemas.openxmlformats.org/drawingml/2006/main"/>
          <a:ln xmlns:a="http://schemas.openxmlformats.org/drawingml/2006/main" w="21590">
            <a:solidFill>
              <a:srgbClr val="B3B7BC"/>
            </a:solidFill>
            <a:prstDash val="dash"/>
          </a:ln>
        </p:spPr>
      </p:sp>
      <p:sp>
        <p:nvSpPr>
          <p:cNvPr id="30" name="m7cef8f53e4 30">
            <a:extLst xmlns:a="http://schemas.openxmlformats.org/drawingml/2006/main">
              <a:ext uri="{FF2B5EF4-FFF2-40B4-BE49-F238E27FC236}">
                <a16:creationId xmlns:a16="http://schemas.microsoft.com/office/drawing/2014/main" id="{A431D4CF-6EF8-4E38-9253-C2DAE8DC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11" y="429673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1" name="m7cef8f53e4 31">
            <a:extLst xmlns:a="http://schemas.openxmlformats.org/drawingml/2006/main">
              <a:ext uri="{FF2B5EF4-FFF2-40B4-BE49-F238E27FC236}">
                <a16:creationId xmlns:a16="http://schemas.microsoft.com/office/drawing/2014/main" id="{80E5EE18-E397-4889-BC8C-C06C0D75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946" y="429673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2" name="m7cef8f53e4 32">
            <a:extLst xmlns:a="http://schemas.openxmlformats.org/drawingml/2006/main">
              <a:ext uri="{FF2B5EF4-FFF2-40B4-BE49-F238E27FC236}">
                <a16:creationId xmlns:a16="http://schemas.microsoft.com/office/drawing/2014/main" id="{234E4C54-CEEB-4770-B088-67D0100A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503" y="429673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3" name="m7cef8f53e4 33">
            <a:extLst xmlns:a="http://schemas.openxmlformats.org/drawingml/2006/main">
              <a:ext uri="{FF2B5EF4-FFF2-40B4-BE49-F238E27FC236}">
                <a16:creationId xmlns:a16="http://schemas.microsoft.com/office/drawing/2014/main" id="{53E1044A-9935-4CBC-B22A-3BD1E72E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649" y="434464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4" name="m7cef8f53e4 34">
            <a:extLst xmlns:a="http://schemas.openxmlformats.org/drawingml/2006/main">
              <a:ext uri="{FF2B5EF4-FFF2-40B4-BE49-F238E27FC236}">
                <a16:creationId xmlns:a16="http://schemas.microsoft.com/office/drawing/2014/main" id="{782F9EDB-BCDB-4DF3-AC3B-E7036AE1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772" y="434464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5" name="m7cef8f53e4 35">
            <a:extLst xmlns:a="http://schemas.openxmlformats.org/drawingml/2006/main">
              <a:ext uri="{FF2B5EF4-FFF2-40B4-BE49-F238E27FC236}">
                <a16:creationId xmlns:a16="http://schemas.microsoft.com/office/drawing/2014/main" id="{46F41B34-4278-4135-80D4-575A7A3E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869" y="469600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6" name="Vector 36">
            <a:extLst xmlns:a="http://schemas.openxmlformats.org/drawingml/2006/main">
              <a:ext uri="{FF2B5EF4-FFF2-40B4-BE49-F238E27FC236}">
                <a16:creationId xmlns:a16="http://schemas.microsoft.com/office/drawing/2014/main" id="{2DB78F64-9A55-4F29-8FCA-F114F4B6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076793"/>
            <a:ext cx="6437376" cy="2685457"/>
          </a:xfrm>
          <a:custGeom xmlns:a="http://schemas.openxmlformats.org/drawingml/2006/main">
            <a:pathLst>
              <a:path w="6437376" h="2685457">
                <a:moveTo>
                  <a:pt x="0" y="0"/>
                </a:moveTo>
                <a:lnTo>
                  <a:pt x="77124" y="0"/>
                </a:lnTo>
                <a:lnTo>
                  <a:pt x="77124" y="36856"/>
                </a:lnTo>
                <a:lnTo>
                  <a:pt x="149889" y="36856"/>
                </a:lnTo>
                <a:lnTo>
                  <a:pt x="149889" y="73711"/>
                </a:lnTo>
                <a:lnTo>
                  <a:pt x="165919" y="73711"/>
                </a:lnTo>
                <a:lnTo>
                  <a:pt x="165919" y="110567"/>
                </a:lnTo>
                <a:lnTo>
                  <a:pt x="259772" y="110567"/>
                </a:lnTo>
                <a:lnTo>
                  <a:pt x="259772" y="147423"/>
                </a:lnTo>
                <a:lnTo>
                  <a:pt x="286269" y="147423"/>
                </a:lnTo>
                <a:lnTo>
                  <a:pt x="286269" y="184278"/>
                </a:lnTo>
                <a:lnTo>
                  <a:pt x="367477" y="184278"/>
                </a:lnTo>
                <a:lnTo>
                  <a:pt x="367477" y="221134"/>
                </a:lnTo>
                <a:lnTo>
                  <a:pt x="389490" y="221134"/>
                </a:lnTo>
                <a:lnTo>
                  <a:pt x="389490" y="257989"/>
                </a:lnTo>
                <a:lnTo>
                  <a:pt x="392337" y="257989"/>
                </a:lnTo>
                <a:lnTo>
                  <a:pt x="392337" y="294845"/>
                </a:lnTo>
                <a:lnTo>
                  <a:pt x="519413" y="294845"/>
                </a:lnTo>
                <a:lnTo>
                  <a:pt x="519413" y="331701"/>
                </a:lnTo>
                <a:lnTo>
                  <a:pt x="543917" y="331701"/>
                </a:lnTo>
                <a:lnTo>
                  <a:pt x="543917" y="368556"/>
                </a:lnTo>
                <a:lnTo>
                  <a:pt x="694594" y="368556"/>
                </a:lnTo>
                <a:lnTo>
                  <a:pt x="694594" y="405412"/>
                </a:lnTo>
                <a:lnTo>
                  <a:pt x="696471" y="405412"/>
                </a:lnTo>
                <a:lnTo>
                  <a:pt x="696471" y="442268"/>
                </a:lnTo>
                <a:lnTo>
                  <a:pt x="811380" y="442268"/>
                </a:lnTo>
                <a:lnTo>
                  <a:pt x="811380" y="479123"/>
                </a:lnTo>
                <a:lnTo>
                  <a:pt x="920528" y="479123"/>
                </a:lnTo>
                <a:lnTo>
                  <a:pt x="920528" y="515979"/>
                </a:lnTo>
                <a:lnTo>
                  <a:pt x="1026799" y="515979"/>
                </a:lnTo>
                <a:lnTo>
                  <a:pt x="1026799" y="552835"/>
                </a:lnTo>
                <a:lnTo>
                  <a:pt x="1034044" y="552835"/>
                </a:lnTo>
                <a:lnTo>
                  <a:pt x="1034044" y="589690"/>
                </a:lnTo>
                <a:lnTo>
                  <a:pt x="1073987" y="589690"/>
                </a:lnTo>
                <a:lnTo>
                  <a:pt x="1073987" y="626546"/>
                </a:lnTo>
                <a:lnTo>
                  <a:pt x="1124608" y="626546"/>
                </a:lnTo>
                <a:lnTo>
                  <a:pt x="1124608" y="663401"/>
                </a:lnTo>
                <a:lnTo>
                  <a:pt x="1190724" y="663401"/>
                </a:lnTo>
                <a:lnTo>
                  <a:pt x="1190724" y="700257"/>
                </a:lnTo>
                <a:lnTo>
                  <a:pt x="1196357" y="700257"/>
                </a:lnTo>
                <a:lnTo>
                  <a:pt x="1196357" y="737113"/>
                </a:lnTo>
                <a:lnTo>
                  <a:pt x="1204976" y="737113"/>
                </a:lnTo>
                <a:lnTo>
                  <a:pt x="1204976" y="773968"/>
                </a:lnTo>
                <a:lnTo>
                  <a:pt x="1214522" y="773968"/>
                </a:lnTo>
                <a:lnTo>
                  <a:pt x="1214522" y="810824"/>
                </a:lnTo>
                <a:lnTo>
                  <a:pt x="1227057" y="810824"/>
                </a:lnTo>
                <a:lnTo>
                  <a:pt x="1227057" y="847680"/>
                </a:lnTo>
                <a:lnTo>
                  <a:pt x="1236220" y="847680"/>
                </a:lnTo>
                <a:lnTo>
                  <a:pt x="1236220" y="884535"/>
                </a:lnTo>
                <a:lnTo>
                  <a:pt x="1243051" y="884535"/>
                </a:lnTo>
                <a:lnTo>
                  <a:pt x="1243051" y="921391"/>
                </a:lnTo>
                <a:lnTo>
                  <a:pt x="1317832" y="921391"/>
                </a:lnTo>
                <a:lnTo>
                  <a:pt x="1317832" y="958247"/>
                </a:lnTo>
                <a:lnTo>
                  <a:pt x="1386475" y="958247"/>
                </a:lnTo>
                <a:lnTo>
                  <a:pt x="1386475" y="995102"/>
                </a:lnTo>
                <a:lnTo>
                  <a:pt x="1580057" y="995102"/>
                </a:lnTo>
                <a:lnTo>
                  <a:pt x="1580057" y="1031958"/>
                </a:lnTo>
                <a:lnTo>
                  <a:pt x="1669586" y="1031958"/>
                </a:lnTo>
                <a:lnTo>
                  <a:pt x="1669586" y="1068814"/>
                </a:lnTo>
                <a:lnTo>
                  <a:pt x="1733492" y="1068814"/>
                </a:lnTo>
                <a:lnTo>
                  <a:pt x="1733492" y="1105669"/>
                </a:lnTo>
                <a:lnTo>
                  <a:pt x="1850108" y="1105669"/>
                </a:lnTo>
                <a:lnTo>
                  <a:pt x="1850108" y="1142525"/>
                </a:lnTo>
                <a:lnTo>
                  <a:pt x="1875230" y="1142525"/>
                </a:lnTo>
                <a:lnTo>
                  <a:pt x="1875230" y="1179380"/>
                </a:lnTo>
                <a:lnTo>
                  <a:pt x="1930366" y="1179380"/>
                </a:lnTo>
                <a:lnTo>
                  <a:pt x="1930366" y="1216236"/>
                </a:lnTo>
                <a:lnTo>
                  <a:pt x="2038745" y="1216236"/>
                </a:lnTo>
                <a:lnTo>
                  <a:pt x="2038745" y="1253092"/>
                </a:lnTo>
                <a:lnTo>
                  <a:pt x="2181511" y="1253092"/>
                </a:lnTo>
                <a:lnTo>
                  <a:pt x="2181511" y="1289947"/>
                </a:lnTo>
                <a:lnTo>
                  <a:pt x="2285420" y="1289947"/>
                </a:lnTo>
                <a:lnTo>
                  <a:pt x="2285420" y="1326803"/>
                </a:lnTo>
                <a:lnTo>
                  <a:pt x="2455683" y="1326803"/>
                </a:lnTo>
                <a:lnTo>
                  <a:pt x="2455683" y="1363659"/>
                </a:lnTo>
                <a:lnTo>
                  <a:pt x="2461023" y="1363659"/>
                </a:lnTo>
                <a:lnTo>
                  <a:pt x="2461023" y="1400514"/>
                </a:lnTo>
                <a:lnTo>
                  <a:pt x="2679484" y="1400514"/>
                </a:lnTo>
                <a:lnTo>
                  <a:pt x="2679484" y="1437370"/>
                </a:lnTo>
                <a:lnTo>
                  <a:pt x="2698129" y="1437370"/>
                </a:lnTo>
                <a:lnTo>
                  <a:pt x="2698129" y="1474226"/>
                </a:lnTo>
                <a:lnTo>
                  <a:pt x="2740445" y="1474226"/>
                </a:lnTo>
                <a:lnTo>
                  <a:pt x="2740445" y="1511081"/>
                </a:lnTo>
                <a:lnTo>
                  <a:pt x="2792354" y="1511081"/>
                </a:lnTo>
                <a:lnTo>
                  <a:pt x="2792354" y="1547937"/>
                </a:lnTo>
                <a:lnTo>
                  <a:pt x="2797257" y="1547937"/>
                </a:lnTo>
                <a:lnTo>
                  <a:pt x="2797257" y="1584792"/>
                </a:lnTo>
                <a:lnTo>
                  <a:pt x="2799089" y="1584792"/>
                </a:lnTo>
                <a:lnTo>
                  <a:pt x="2799089" y="1621648"/>
                </a:lnTo>
                <a:lnTo>
                  <a:pt x="2802730" y="1621648"/>
                </a:lnTo>
                <a:lnTo>
                  <a:pt x="2802730" y="1658504"/>
                </a:lnTo>
                <a:lnTo>
                  <a:pt x="2818995" y="1658504"/>
                </a:lnTo>
                <a:lnTo>
                  <a:pt x="2818995" y="1695359"/>
                </a:lnTo>
                <a:lnTo>
                  <a:pt x="3221235" y="1695359"/>
                </a:lnTo>
                <a:lnTo>
                  <a:pt x="3221235" y="1732215"/>
                </a:lnTo>
                <a:lnTo>
                  <a:pt x="3256624" y="1732215"/>
                </a:lnTo>
                <a:lnTo>
                  <a:pt x="3256624" y="1769071"/>
                </a:lnTo>
                <a:lnTo>
                  <a:pt x="3456501" y="1769071"/>
                </a:lnTo>
                <a:lnTo>
                  <a:pt x="3456501" y="1805926"/>
                </a:lnTo>
                <a:lnTo>
                  <a:pt x="4154039" y="1805926"/>
                </a:lnTo>
                <a:lnTo>
                  <a:pt x="4154039" y="1847295"/>
                </a:lnTo>
                <a:lnTo>
                  <a:pt x="4184771" y="1847295"/>
                </a:lnTo>
                <a:lnTo>
                  <a:pt x="4184771" y="1888663"/>
                </a:lnTo>
                <a:lnTo>
                  <a:pt x="4238363" y="1888663"/>
                </a:lnTo>
                <a:lnTo>
                  <a:pt x="4238363" y="1930931"/>
                </a:lnTo>
                <a:lnTo>
                  <a:pt x="4412331" y="1930931"/>
                </a:lnTo>
                <a:lnTo>
                  <a:pt x="4412331" y="1977323"/>
                </a:lnTo>
                <a:lnTo>
                  <a:pt x="4421267" y="1977323"/>
                </a:lnTo>
                <a:lnTo>
                  <a:pt x="4421267" y="2023714"/>
                </a:lnTo>
                <a:lnTo>
                  <a:pt x="4562508" y="2023714"/>
                </a:lnTo>
                <a:lnTo>
                  <a:pt x="4562508" y="2071327"/>
                </a:lnTo>
                <a:lnTo>
                  <a:pt x="4807474" y="2071327"/>
                </a:lnTo>
                <a:lnTo>
                  <a:pt x="4807474" y="2124711"/>
                </a:lnTo>
                <a:lnTo>
                  <a:pt x="5118980" y="2124711"/>
                </a:lnTo>
                <a:lnTo>
                  <a:pt x="5118980" y="2185720"/>
                </a:lnTo>
                <a:lnTo>
                  <a:pt x="5359945" y="2185720"/>
                </a:lnTo>
                <a:lnTo>
                  <a:pt x="5359945" y="2257341"/>
                </a:lnTo>
                <a:lnTo>
                  <a:pt x="5665410" y="2257341"/>
                </a:lnTo>
                <a:lnTo>
                  <a:pt x="5665410" y="2350026"/>
                </a:lnTo>
                <a:lnTo>
                  <a:pt x="5946173" y="2350026"/>
                </a:lnTo>
                <a:lnTo>
                  <a:pt x="5946173" y="2455951"/>
                </a:lnTo>
                <a:lnTo>
                  <a:pt x="5978475" y="2455951"/>
                </a:lnTo>
                <a:lnTo>
                  <a:pt x="5978475" y="2570704"/>
                </a:lnTo>
                <a:lnTo>
                  <a:pt x="6145692" y="2570704"/>
                </a:lnTo>
                <a:lnTo>
                  <a:pt x="6145692" y="2685457"/>
                </a:lnTo>
                <a:lnTo>
                  <a:pt x="6437376" y="2685457"/>
                </a:lnTo>
              </a:path>
            </a:pathLst>
          </a:custGeom>
          <a:noFill xmlns:a="http://schemas.openxmlformats.org/drawingml/2006/main"/>
          <a:ln xmlns:a="http://schemas.openxmlformats.org/drawingml/2006/main" w="21590">
            <a:solidFill>
              <a:srgbClr val="697480"/>
            </a:solidFill>
            <a:prstDash val="solid"/>
          </a:ln>
        </p:spPr>
      </p:sp>
      <p:sp>
        <p:nvSpPr>
          <p:cNvPr id="37" name="ma1151b0206 37">
            <a:extLst xmlns:a="http://schemas.openxmlformats.org/drawingml/2006/main">
              <a:ext uri="{FF2B5EF4-FFF2-40B4-BE49-F238E27FC236}">
                <a16:creationId xmlns:a16="http://schemas.microsoft.com/office/drawing/2014/main" id="{6EECEB3D-FBB5-4A5F-9A3C-598C6298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2700" y="284461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38" name="ma1151b0206 38">
            <a:extLst xmlns:a="http://schemas.openxmlformats.org/drawingml/2006/main">
              <a:ext uri="{FF2B5EF4-FFF2-40B4-BE49-F238E27FC236}">
                <a16:creationId xmlns:a16="http://schemas.microsoft.com/office/drawing/2014/main" id="{2D7446D8-D158-4C5E-A236-8A746733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011" y="284461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39" name="ma1151b0206 39">
            <a:extLst xmlns:a="http://schemas.openxmlformats.org/drawingml/2006/main">
              <a:ext uri="{FF2B5EF4-FFF2-40B4-BE49-F238E27FC236}">
                <a16:creationId xmlns:a16="http://schemas.microsoft.com/office/drawing/2014/main" id="{729AD5A1-CB58-4B3F-9FA5-E717FDD6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155" y="284461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0" name="ma1151b0206 40">
            <a:extLst xmlns:a="http://schemas.openxmlformats.org/drawingml/2006/main">
              <a:ext uri="{FF2B5EF4-FFF2-40B4-BE49-F238E27FC236}">
                <a16:creationId xmlns:a16="http://schemas.microsoft.com/office/drawing/2014/main" id="{1BE06C85-3678-42BD-B901-B3CB25F6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61" y="284461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1" name="ma1151b0206 41">
            <a:extLst xmlns:a="http://schemas.openxmlformats.org/drawingml/2006/main">
              <a:ext uri="{FF2B5EF4-FFF2-40B4-BE49-F238E27FC236}">
                <a16:creationId xmlns:a16="http://schemas.microsoft.com/office/drawing/2014/main" id="{A29047DB-33C4-4129-AB53-EA9DA10A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77" y="284461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2" name="ma1151b0206 42">
            <a:extLst xmlns:a="http://schemas.openxmlformats.org/drawingml/2006/main">
              <a:ext uri="{FF2B5EF4-FFF2-40B4-BE49-F238E27FC236}">
                <a16:creationId xmlns:a16="http://schemas.microsoft.com/office/drawing/2014/main" id="{0DB1CFDE-5AB2-458A-B7CC-9F103B33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755" y="284461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3" name="ma1151b0206 43">
            <a:extLst xmlns:a="http://schemas.openxmlformats.org/drawingml/2006/main">
              <a:ext uri="{FF2B5EF4-FFF2-40B4-BE49-F238E27FC236}">
                <a16:creationId xmlns:a16="http://schemas.microsoft.com/office/drawing/2014/main" id="{AEB4D6D7-C919-462B-9F05-2ACE6ED7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349" y="292735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4" name="ma1151b0206 44">
            <a:extLst xmlns:a="http://schemas.openxmlformats.org/drawingml/2006/main">
              <a:ext uri="{FF2B5EF4-FFF2-40B4-BE49-F238E27FC236}">
                <a16:creationId xmlns:a16="http://schemas.microsoft.com/office/drawing/2014/main" id="{E9733A02-D4D3-4799-998E-7EABD4D9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950" y="296962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5" name="ma1151b0206 45">
            <a:extLst xmlns:a="http://schemas.openxmlformats.org/drawingml/2006/main">
              <a:ext uri="{FF2B5EF4-FFF2-40B4-BE49-F238E27FC236}">
                <a16:creationId xmlns:a16="http://schemas.microsoft.com/office/drawing/2014/main" id="{33FEBAC5-DED8-40F7-BC10-EED759B3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0307" y="296962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6" name="ma1151b0206 46">
            <a:extLst xmlns:a="http://schemas.openxmlformats.org/drawingml/2006/main">
              <a:ext uri="{FF2B5EF4-FFF2-40B4-BE49-F238E27FC236}">
                <a16:creationId xmlns:a16="http://schemas.microsoft.com/office/drawing/2014/main" id="{27F7B995-8115-4225-90B8-D048F81B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470" y="296962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7" name="ma1151b0206 47">
            <a:extLst xmlns:a="http://schemas.openxmlformats.org/drawingml/2006/main">
              <a:ext uri="{FF2B5EF4-FFF2-40B4-BE49-F238E27FC236}">
                <a16:creationId xmlns:a16="http://schemas.microsoft.com/office/drawing/2014/main" id="{D35E81BC-98E5-491D-BDC6-CE2BC99D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264" y="296962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8" name="ma1151b0206 48">
            <a:extLst xmlns:a="http://schemas.openxmlformats.org/drawingml/2006/main">
              <a:ext uri="{FF2B5EF4-FFF2-40B4-BE49-F238E27FC236}">
                <a16:creationId xmlns:a16="http://schemas.microsoft.com/office/drawing/2014/main" id="{498888C4-5830-4731-A371-8CAC3FEC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089" y="306240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9" name="ma1151b0206 49">
            <a:extLst xmlns:a="http://schemas.openxmlformats.org/drawingml/2006/main">
              <a:ext uri="{FF2B5EF4-FFF2-40B4-BE49-F238E27FC236}">
                <a16:creationId xmlns:a16="http://schemas.microsoft.com/office/drawing/2014/main" id="{491F3813-F8E8-40BB-86DD-957E143C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381" y="311002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0" name="ma1151b0206 50">
            <a:extLst xmlns:a="http://schemas.openxmlformats.org/drawingml/2006/main">
              <a:ext uri="{FF2B5EF4-FFF2-40B4-BE49-F238E27FC236}">
                <a16:creationId xmlns:a16="http://schemas.microsoft.com/office/drawing/2014/main" id="{AE6345D2-56C7-40C2-94DB-43F543D5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583" y="311002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1" name="ma1151b0206 51">
            <a:extLst xmlns:a="http://schemas.openxmlformats.org/drawingml/2006/main">
              <a:ext uri="{FF2B5EF4-FFF2-40B4-BE49-F238E27FC236}">
                <a16:creationId xmlns:a16="http://schemas.microsoft.com/office/drawing/2014/main" id="{D9740C7D-A484-448C-8042-74286447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278" y="311002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2" name="ma1151b0206 52">
            <a:extLst xmlns:a="http://schemas.openxmlformats.org/drawingml/2006/main">
              <a:ext uri="{FF2B5EF4-FFF2-40B4-BE49-F238E27FC236}">
                <a16:creationId xmlns:a16="http://schemas.microsoft.com/office/drawing/2014/main" id="{486E947A-393E-4C9D-93DA-2A0BB2B3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297" y="311002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3" name="ma1151b0206 53">
            <a:extLst xmlns:a="http://schemas.openxmlformats.org/drawingml/2006/main">
              <a:ext uri="{FF2B5EF4-FFF2-40B4-BE49-F238E27FC236}">
                <a16:creationId xmlns:a16="http://schemas.microsoft.com/office/drawing/2014/main" id="{8B72B8AD-6598-4811-979A-96F0ADC3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84" y="316340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4" name="ma1151b0206 54">
            <a:extLst xmlns:a="http://schemas.openxmlformats.org/drawingml/2006/main">
              <a:ext uri="{FF2B5EF4-FFF2-40B4-BE49-F238E27FC236}">
                <a16:creationId xmlns:a16="http://schemas.microsoft.com/office/drawing/2014/main" id="{A31DBFAC-6BCF-486E-9617-910CD454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420" y="316340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5" name="ma1151b0206 55">
            <a:extLst xmlns:a="http://schemas.openxmlformats.org/drawingml/2006/main">
              <a:ext uri="{FF2B5EF4-FFF2-40B4-BE49-F238E27FC236}">
                <a16:creationId xmlns:a16="http://schemas.microsoft.com/office/drawing/2014/main" id="{A5C8D2A2-3CB1-4D6B-B1D5-DCB3DB5A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376" y="316340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6" name="ma1151b0206 56">
            <a:extLst xmlns:a="http://schemas.openxmlformats.org/drawingml/2006/main">
              <a:ext uri="{FF2B5EF4-FFF2-40B4-BE49-F238E27FC236}">
                <a16:creationId xmlns:a16="http://schemas.microsoft.com/office/drawing/2014/main" id="{DBEDC809-1A04-41EA-9679-55456EA3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008" y="316340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7" name="ma1151b0206 57">
            <a:extLst xmlns:a="http://schemas.openxmlformats.org/drawingml/2006/main">
              <a:ext uri="{FF2B5EF4-FFF2-40B4-BE49-F238E27FC236}">
                <a16:creationId xmlns:a16="http://schemas.microsoft.com/office/drawing/2014/main" id="{7F21C07D-A0F6-4CDF-BA93-715A023A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16" y="322441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8" name="ma1151b0206 58">
            <a:extLst xmlns:a="http://schemas.openxmlformats.org/drawingml/2006/main">
              <a:ext uri="{FF2B5EF4-FFF2-40B4-BE49-F238E27FC236}">
                <a16:creationId xmlns:a16="http://schemas.microsoft.com/office/drawing/2014/main" id="{8453B0A0-247C-43F7-B729-1C68704C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835" y="322441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9" name="ma1151b0206 59">
            <a:extLst xmlns:a="http://schemas.openxmlformats.org/drawingml/2006/main">
              <a:ext uri="{FF2B5EF4-FFF2-40B4-BE49-F238E27FC236}">
                <a16:creationId xmlns:a16="http://schemas.microsoft.com/office/drawing/2014/main" id="{599C1B4C-8689-410C-BAAB-4DFB53CE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266" y="322441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0" name="ma1151b0206 60">
            <a:extLst xmlns:a="http://schemas.openxmlformats.org/drawingml/2006/main">
              <a:ext uri="{FF2B5EF4-FFF2-40B4-BE49-F238E27FC236}">
                <a16:creationId xmlns:a16="http://schemas.microsoft.com/office/drawing/2014/main" id="{4096B9CA-17FD-47DB-8425-4FE22169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9" y="322441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1" name="ma1151b0206 61">
            <a:extLst xmlns:a="http://schemas.openxmlformats.org/drawingml/2006/main">
              <a:ext uri="{FF2B5EF4-FFF2-40B4-BE49-F238E27FC236}">
                <a16:creationId xmlns:a16="http://schemas.microsoft.com/office/drawing/2014/main" id="{F9C963DF-045B-4D11-8C75-E8CECFC2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078" y="329603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2" name="ma1151b0206 62">
            <a:extLst xmlns:a="http://schemas.openxmlformats.org/drawingml/2006/main">
              <a:ext uri="{FF2B5EF4-FFF2-40B4-BE49-F238E27FC236}">
                <a16:creationId xmlns:a16="http://schemas.microsoft.com/office/drawing/2014/main" id="{EABD7082-09CF-4002-8988-577F4DD6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201" y="329603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3" name="ma1151b0206 63">
            <a:extLst xmlns:a="http://schemas.openxmlformats.org/drawingml/2006/main">
              <a:ext uri="{FF2B5EF4-FFF2-40B4-BE49-F238E27FC236}">
                <a16:creationId xmlns:a16="http://schemas.microsoft.com/office/drawing/2014/main" id="{D8E491A7-E094-4D00-BD5C-74084593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851" y="329603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4" name="ma1151b0206 64">
            <a:extLst xmlns:a="http://schemas.openxmlformats.org/drawingml/2006/main">
              <a:ext uri="{FF2B5EF4-FFF2-40B4-BE49-F238E27FC236}">
                <a16:creationId xmlns:a16="http://schemas.microsoft.com/office/drawing/2014/main" id="{DA03A787-60D7-42E2-871C-C55034AF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854" y="329603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5" name="ma1151b0206 65">
            <a:extLst xmlns:a="http://schemas.openxmlformats.org/drawingml/2006/main">
              <a:ext uri="{FF2B5EF4-FFF2-40B4-BE49-F238E27FC236}">
                <a16:creationId xmlns:a16="http://schemas.microsoft.com/office/drawing/2014/main" id="{B5CEE35A-D064-4489-8B8A-47DB57BB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471" y="329603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6" name="ma1151b0206 66">
            <a:extLst xmlns:a="http://schemas.openxmlformats.org/drawingml/2006/main">
              <a:ext uri="{FF2B5EF4-FFF2-40B4-BE49-F238E27FC236}">
                <a16:creationId xmlns:a16="http://schemas.microsoft.com/office/drawing/2014/main" id="{9C50EB98-EE0C-4D4B-ADD3-6D09BEED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699" y="338871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7" name="ma1151b0206 67">
            <a:extLst xmlns:a="http://schemas.openxmlformats.org/drawingml/2006/main">
              <a:ext uri="{FF2B5EF4-FFF2-40B4-BE49-F238E27FC236}">
                <a16:creationId xmlns:a16="http://schemas.microsoft.com/office/drawing/2014/main" id="{07236A7F-11F8-47C4-A706-018E4AE0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386" y="338871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8" name="ma1151b0206 68">
            <a:extLst xmlns:a="http://schemas.openxmlformats.org/drawingml/2006/main">
              <a:ext uri="{FF2B5EF4-FFF2-40B4-BE49-F238E27FC236}">
                <a16:creationId xmlns:a16="http://schemas.microsoft.com/office/drawing/2014/main" id="{92C90E2B-3907-485C-B219-3D4B3A69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21" y="349464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9" name="ma1151b0206 69">
            <a:extLst xmlns:a="http://schemas.openxmlformats.org/drawingml/2006/main">
              <a:ext uri="{FF2B5EF4-FFF2-40B4-BE49-F238E27FC236}">
                <a16:creationId xmlns:a16="http://schemas.microsoft.com/office/drawing/2014/main" id="{4CE06F3B-F8D1-446E-8959-C59507E7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965" y="372415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70" name="ma1151b0206 70">
            <a:extLst xmlns:a="http://schemas.openxmlformats.org/drawingml/2006/main">
              <a:ext uri="{FF2B5EF4-FFF2-40B4-BE49-F238E27FC236}">
                <a16:creationId xmlns:a16="http://schemas.microsoft.com/office/drawing/2014/main" id="{EBA381A1-58C7-4DC2-BD4C-D748537F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528" y="372415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71" name="Vector 71">
            <a:extLst xmlns:a="http://schemas.openxmlformats.org/drawingml/2006/main">
              <a:ext uri="{FF2B5EF4-FFF2-40B4-BE49-F238E27FC236}">
                <a16:creationId xmlns:a16="http://schemas.microsoft.com/office/drawing/2014/main" id="{EEC9F6F6-D132-4482-9C07-8D4E789E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076793"/>
            <a:ext cx="6437376" cy="3682151"/>
          </a:xfrm>
          <a:custGeom xmlns:a="http://schemas.openxmlformats.org/drawingml/2006/main">
            <a:pathLst>
              <a:path w="6437376" h="3682151">
                <a:moveTo>
                  <a:pt x="0" y="0"/>
                </a:moveTo>
                <a:lnTo>
                  <a:pt x="14823" y="0"/>
                </a:lnTo>
                <a:lnTo>
                  <a:pt x="14823" y="47912"/>
                </a:lnTo>
                <a:lnTo>
                  <a:pt x="65097" y="47912"/>
                </a:lnTo>
                <a:lnTo>
                  <a:pt x="65097" y="95825"/>
                </a:lnTo>
                <a:lnTo>
                  <a:pt x="181069" y="95825"/>
                </a:lnTo>
                <a:lnTo>
                  <a:pt x="181069" y="143737"/>
                </a:lnTo>
                <a:lnTo>
                  <a:pt x="219050" y="143737"/>
                </a:lnTo>
                <a:lnTo>
                  <a:pt x="219050" y="191649"/>
                </a:lnTo>
                <a:lnTo>
                  <a:pt x="258235" y="191649"/>
                </a:lnTo>
                <a:lnTo>
                  <a:pt x="258235" y="239562"/>
                </a:lnTo>
                <a:lnTo>
                  <a:pt x="261756" y="239562"/>
                </a:lnTo>
                <a:lnTo>
                  <a:pt x="261756" y="287474"/>
                </a:lnTo>
                <a:lnTo>
                  <a:pt x="282713" y="287474"/>
                </a:lnTo>
                <a:lnTo>
                  <a:pt x="282713" y="335386"/>
                </a:lnTo>
                <a:lnTo>
                  <a:pt x="428228" y="335386"/>
                </a:lnTo>
                <a:lnTo>
                  <a:pt x="428228" y="383299"/>
                </a:lnTo>
                <a:lnTo>
                  <a:pt x="438993" y="383299"/>
                </a:lnTo>
                <a:lnTo>
                  <a:pt x="438993" y="431211"/>
                </a:lnTo>
                <a:lnTo>
                  <a:pt x="459749" y="431211"/>
                </a:lnTo>
                <a:lnTo>
                  <a:pt x="459749" y="479123"/>
                </a:lnTo>
                <a:lnTo>
                  <a:pt x="491894" y="479123"/>
                </a:lnTo>
                <a:lnTo>
                  <a:pt x="491894" y="527036"/>
                </a:lnTo>
                <a:lnTo>
                  <a:pt x="530175" y="527036"/>
                </a:lnTo>
                <a:lnTo>
                  <a:pt x="530175" y="574948"/>
                </a:lnTo>
                <a:lnTo>
                  <a:pt x="576765" y="574948"/>
                </a:lnTo>
                <a:lnTo>
                  <a:pt x="576765" y="622860"/>
                </a:lnTo>
                <a:lnTo>
                  <a:pt x="611084" y="622860"/>
                </a:lnTo>
                <a:lnTo>
                  <a:pt x="611084" y="670773"/>
                </a:lnTo>
                <a:lnTo>
                  <a:pt x="683889" y="670773"/>
                </a:lnTo>
                <a:lnTo>
                  <a:pt x="683889" y="718685"/>
                </a:lnTo>
                <a:lnTo>
                  <a:pt x="713836" y="718685"/>
                </a:lnTo>
                <a:lnTo>
                  <a:pt x="713836" y="766597"/>
                </a:lnTo>
                <a:lnTo>
                  <a:pt x="767651" y="766597"/>
                </a:lnTo>
                <a:lnTo>
                  <a:pt x="768378" y="862422"/>
                </a:lnTo>
                <a:lnTo>
                  <a:pt x="784485" y="862422"/>
                </a:lnTo>
                <a:lnTo>
                  <a:pt x="784485" y="910334"/>
                </a:lnTo>
                <a:lnTo>
                  <a:pt x="819509" y="910334"/>
                </a:lnTo>
                <a:lnTo>
                  <a:pt x="819509" y="958247"/>
                </a:lnTo>
                <a:lnTo>
                  <a:pt x="908094" y="958247"/>
                </a:lnTo>
                <a:lnTo>
                  <a:pt x="908094" y="1006159"/>
                </a:lnTo>
                <a:lnTo>
                  <a:pt x="928653" y="1006159"/>
                </a:lnTo>
                <a:lnTo>
                  <a:pt x="928653" y="1054071"/>
                </a:lnTo>
                <a:lnTo>
                  <a:pt x="952915" y="1054071"/>
                </a:lnTo>
                <a:lnTo>
                  <a:pt x="952915" y="1101984"/>
                </a:lnTo>
                <a:lnTo>
                  <a:pt x="970942" y="1101984"/>
                </a:lnTo>
                <a:lnTo>
                  <a:pt x="970942" y="1149896"/>
                </a:lnTo>
                <a:lnTo>
                  <a:pt x="1055043" y="1149896"/>
                </a:lnTo>
                <a:lnTo>
                  <a:pt x="1055043" y="1197808"/>
                </a:lnTo>
                <a:lnTo>
                  <a:pt x="1072954" y="1197808"/>
                </a:lnTo>
                <a:lnTo>
                  <a:pt x="1072954" y="1245721"/>
                </a:lnTo>
                <a:lnTo>
                  <a:pt x="1080064" y="1245721"/>
                </a:lnTo>
                <a:lnTo>
                  <a:pt x="1080064" y="1293633"/>
                </a:lnTo>
                <a:lnTo>
                  <a:pt x="1087130" y="1293633"/>
                </a:lnTo>
                <a:lnTo>
                  <a:pt x="1087130" y="1341545"/>
                </a:lnTo>
                <a:lnTo>
                  <a:pt x="1125644" y="1341545"/>
                </a:lnTo>
                <a:lnTo>
                  <a:pt x="1125644" y="1389458"/>
                </a:lnTo>
                <a:lnTo>
                  <a:pt x="1193732" y="1389458"/>
                </a:lnTo>
                <a:lnTo>
                  <a:pt x="1193732" y="1437370"/>
                </a:lnTo>
                <a:lnTo>
                  <a:pt x="1213250" y="1437370"/>
                </a:lnTo>
                <a:lnTo>
                  <a:pt x="1213250" y="1485282"/>
                </a:lnTo>
                <a:lnTo>
                  <a:pt x="1286189" y="1485282"/>
                </a:lnTo>
                <a:lnTo>
                  <a:pt x="1286189" y="1533195"/>
                </a:lnTo>
                <a:lnTo>
                  <a:pt x="1387052" y="1533195"/>
                </a:lnTo>
                <a:lnTo>
                  <a:pt x="1387052" y="1581107"/>
                </a:lnTo>
                <a:lnTo>
                  <a:pt x="1403808" y="1581107"/>
                </a:lnTo>
                <a:lnTo>
                  <a:pt x="1403808" y="1629019"/>
                </a:lnTo>
                <a:lnTo>
                  <a:pt x="1459366" y="1629019"/>
                </a:lnTo>
                <a:lnTo>
                  <a:pt x="1459366" y="1676932"/>
                </a:lnTo>
                <a:lnTo>
                  <a:pt x="1465101" y="1676932"/>
                </a:lnTo>
                <a:lnTo>
                  <a:pt x="1465101" y="1724844"/>
                </a:lnTo>
                <a:lnTo>
                  <a:pt x="1624156" y="1724844"/>
                </a:lnTo>
                <a:lnTo>
                  <a:pt x="1624156" y="1772756"/>
                </a:lnTo>
                <a:lnTo>
                  <a:pt x="1735509" y="1772756"/>
                </a:lnTo>
                <a:lnTo>
                  <a:pt x="1735509" y="1820669"/>
                </a:lnTo>
                <a:lnTo>
                  <a:pt x="1799238" y="1820669"/>
                </a:lnTo>
                <a:lnTo>
                  <a:pt x="1799238" y="1868581"/>
                </a:lnTo>
                <a:lnTo>
                  <a:pt x="1875277" y="1868581"/>
                </a:lnTo>
                <a:lnTo>
                  <a:pt x="1875277" y="1916493"/>
                </a:lnTo>
                <a:lnTo>
                  <a:pt x="1957831" y="1916493"/>
                </a:lnTo>
                <a:lnTo>
                  <a:pt x="1957831" y="1964406"/>
                </a:lnTo>
                <a:lnTo>
                  <a:pt x="2029570" y="1964406"/>
                </a:lnTo>
                <a:lnTo>
                  <a:pt x="2029570" y="2012318"/>
                </a:lnTo>
                <a:lnTo>
                  <a:pt x="2063236" y="2012318"/>
                </a:lnTo>
                <a:lnTo>
                  <a:pt x="2063236" y="2060230"/>
                </a:lnTo>
                <a:lnTo>
                  <a:pt x="2069585" y="2060230"/>
                </a:lnTo>
                <a:lnTo>
                  <a:pt x="2069585" y="2108143"/>
                </a:lnTo>
                <a:lnTo>
                  <a:pt x="2076192" y="2108143"/>
                </a:lnTo>
                <a:lnTo>
                  <a:pt x="2076192" y="2156055"/>
                </a:lnTo>
                <a:lnTo>
                  <a:pt x="2102314" y="2156055"/>
                </a:lnTo>
                <a:lnTo>
                  <a:pt x="2102314" y="2203967"/>
                </a:lnTo>
                <a:lnTo>
                  <a:pt x="2116507" y="2203967"/>
                </a:lnTo>
                <a:lnTo>
                  <a:pt x="2116507" y="2251879"/>
                </a:lnTo>
                <a:lnTo>
                  <a:pt x="2166457" y="2251879"/>
                </a:lnTo>
                <a:lnTo>
                  <a:pt x="2166457" y="2299792"/>
                </a:lnTo>
                <a:lnTo>
                  <a:pt x="2223012" y="2299792"/>
                </a:lnTo>
                <a:lnTo>
                  <a:pt x="2223012" y="2347704"/>
                </a:lnTo>
                <a:lnTo>
                  <a:pt x="2369663" y="2347704"/>
                </a:lnTo>
                <a:lnTo>
                  <a:pt x="2369663" y="2395616"/>
                </a:lnTo>
                <a:lnTo>
                  <a:pt x="2418121" y="2395616"/>
                </a:lnTo>
                <a:lnTo>
                  <a:pt x="2418121" y="2443529"/>
                </a:lnTo>
                <a:lnTo>
                  <a:pt x="2512416" y="2443529"/>
                </a:lnTo>
                <a:lnTo>
                  <a:pt x="2512416" y="2491441"/>
                </a:lnTo>
                <a:lnTo>
                  <a:pt x="2561277" y="2491441"/>
                </a:lnTo>
                <a:lnTo>
                  <a:pt x="2561277" y="2539353"/>
                </a:lnTo>
                <a:lnTo>
                  <a:pt x="2702515" y="2539353"/>
                </a:lnTo>
                <a:lnTo>
                  <a:pt x="2702515" y="2587266"/>
                </a:lnTo>
                <a:lnTo>
                  <a:pt x="2737846" y="2587266"/>
                </a:lnTo>
                <a:lnTo>
                  <a:pt x="2737846" y="2635178"/>
                </a:lnTo>
                <a:lnTo>
                  <a:pt x="3034294" y="2635178"/>
                </a:lnTo>
                <a:lnTo>
                  <a:pt x="3034294" y="2683090"/>
                </a:lnTo>
                <a:lnTo>
                  <a:pt x="3066299" y="2683090"/>
                </a:lnTo>
                <a:lnTo>
                  <a:pt x="3066299" y="2731003"/>
                </a:lnTo>
                <a:lnTo>
                  <a:pt x="3221316" y="2731003"/>
                </a:lnTo>
                <a:lnTo>
                  <a:pt x="3221316" y="2778915"/>
                </a:lnTo>
                <a:lnTo>
                  <a:pt x="3294902" y="2778915"/>
                </a:lnTo>
                <a:lnTo>
                  <a:pt x="3294902" y="2826827"/>
                </a:lnTo>
                <a:lnTo>
                  <a:pt x="3431162" y="2826827"/>
                </a:lnTo>
                <a:lnTo>
                  <a:pt x="3431162" y="2874740"/>
                </a:lnTo>
                <a:lnTo>
                  <a:pt x="3446087" y="2874740"/>
                </a:lnTo>
                <a:lnTo>
                  <a:pt x="3446087" y="2922652"/>
                </a:lnTo>
                <a:lnTo>
                  <a:pt x="3478799" y="2922652"/>
                </a:lnTo>
                <a:lnTo>
                  <a:pt x="3478799" y="2970564"/>
                </a:lnTo>
                <a:lnTo>
                  <a:pt x="3575930" y="2970564"/>
                </a:lnTo>
                <a:lnTo>
                  <a:pt x="3575930" y="3018477"/>
                </a:lnTo>
                <a:lnTo>
                  <a:pt x="3836200" y="3018477"/>
                </a:lnTo>
                <a:lnTo>
                  <a:pt x="3836200" y="3072777"/>
                </a:lnTo>
                <a:lnTo>
                  <a:pt x="3866520" y="3072777"/>
                </a:lnTo>
                <a:lnTo>
                  <a:pt x="3866520" y="3127078"/>
                </a:lnTo>
                <a:lnTo>
                  <a:pt x="3874405" y="3127078"/>
                </a:lnTo>
                <a:lnTo>
                  <a:pt x="3874405" y="3181379"/>
                </a:lnTo>
                <a:lnTo>
                  <a:pt x="3891926" y="3181379"/>
                </a:lnTo>
                <a:lnTo>
                  <a:pt x="3891926" y="3235679"/>
                </a:lnTo>
                <a:lnTo>
                  <a:pt x="4387867" y="3235679"/>
                </a:lnTo>
                <a:lnTo>
                  <a:pt x="4387867" y="3289980"/>
                </a:lnTo>
                <a:lnTo>
                  <a:pt x="4465886" y="3289980"/>
                </a:lnTo>
                <a:lnTo>
                  <a:pt x="4465886" y="3350314"/>
                </a:lnTo>
                <a:lnTo>
                  <a:pt x="4882275" y="3350314"/>
                </a:lnTo>
                <a:lnTo>
                  <a:pt x="4882275" y="3430759"/>
                </a:lnTo>
                <a:lnTo>
                  <a:pt x="5133120" y="3430759"/>
                </a:lnTo>
                <a:lnTo>
                  <a:pt x="5133120" y="3531316"/>
                </a:lnTo>
                <a:lnTo>
                  <a:pt x="5557962" y="3531316"/>
                </a:lnTo>
                <a:lnTo>
                  <a:pt x="5557962" y="3682151"/>
                </a:lnTo>
                <a:lnTo>
                  <a:pt x="6437376" y="3682151"/>
                </a:lnTo>
              </a:path>
            </a:pathLst>
          </a:custGeom>
          <a:noFill xmlns:a="http://schemas.openxmlformats.org/drawingml/2006/main"/>
          <a:ln xmlns:a="http://schemas.openxmlformats.org/drawingml/2006/main" w="29210">
            <a:solidFill>
              <a:srgbClr val="0072B2"/>
            </a:solidFill>
            <a:prstDash val="dash"/>
          </a:ln>
        </p:spPr>
      </p:sp>
      <p:sp>
        <p:nvSpPr>
          <p:cNvPr id="72" name="m1b0298e302 72">
            <a:extLst xmlns:a="http://schemas.openxmlformats.org/drawingml/2006/main">
              <a:ext uri="{FF2B5EF4-FFF2-40B4-BE49-F238E27FC236}">
                <a16:creationId xmlns:a16="http://schemas.microsoft.com/office/drawing/2014/main" id="{339E0B4C-610B-4BDF-A6E5-D20BB2C5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89" y="405717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73" name="m1b0298e302 73">
            <a:extLst xmlns:a="http://schemas.openxmlformats.org/drawingml/2006/main">
              <a:ext uri="{FF2B5EF4-FFF2-40B4-BE49-F238E27FC236}">
                <a16:creationId xmlns:a16="http://schemas.microsoft.com/office/drawing/2014/main" id="{3BACC5D3-747F-4007-B075-3712C01E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567" y="405717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74" name="m1b0298e302 74">
            <a:extLst xmlns:a="http://schemas.openxmlformats.org/drawingml/2006/main">
              <a:ext uri="{FF2B5EF4-FFF2-40B4-BE49-F238E27FC236}">
                <a16:creationId xmlns:a16="http://schemas.microsoft.com/office/drawing/2014/main" id="{BAD1581B-6844-4C8B-9842-E85EE5D6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079" y="432867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75" name="m1b0298e302 75">
            <a:extLst xmlns:a="http://schemas.openxmlformats.org/drawingml/2006/main">
              <a:ext uri="{FF2B5EF4-FFF2-40B4-BE49-F238E27FC236}">
                <a16:creationId xmlns:a16="http://schemas.microsoft.com/office/drawing/2014/main" id="{C8739388-F8A3-4C1D-8074-FAC63A93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058" y="438900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76" name="m1b0298e302 76">
            <a:extLst xmlns:a="http://schemas.openxmlformats.org/drawingml/2006/main">
              <a:ext uri="{FF2B5EF4-FFF2-40B4-BE49-F238E27FC236}">
                <a16:creationId xmlns:a16="http://schemas.microsoft.com/office/drawing/2014/main" id="{E999D5FA-BAB5-414E-AC8F-46195295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289" y="438900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77" name="m1b0298e302 77">
            <a:extLst xmlns:a="http://schemas.openxmlformats.org/drawingml/2006/main">
              <a:ext uri="{FF2B5EF4-FFF2-40B4-BE49-F238E27FC236}">
                <a16:creationId xmlns:a16="http://schemas.microsoft.com/office/drawing/2014/main" id="{EEA7D4D6-F7CA-472D-BBDB-C37E41F6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468" y="44694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78" name="m1b0298e302 78">
            <a:extLst xmlns:a="http://schemas.openxmlformats.org/drawingml/2006/main">
              <a:ext uri="{FF2B5EF4-FFF2-40B4-BE49-F238E27FC236}">
                <a16:creationId xmlns:a16="http://schemas.microsoft.com/office/drawing/2014/main" id="{4721B7A0-B76F-4570-84CC-153BC429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569" y="457000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79" name="Vector 79">
            <a:extLst xmlns:a="http://schemas.openxmlformats.org/drawingml/2006/main">
              <a:ext uri="{FF2B5EF4-FFF2-40B4-BE49-F238E27FC236}">
                <a16:creationId xmlns:a16="http://schemas.microsoft.com/office/drawing/2014/main" id="{5EF8A9B3-2B96-4CAD-BD36-6151BEF3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076793"/>
            <a:ext cx="3823010" cy="3832986"/>
          </a:xfrm>
          <a:custGeom xmlns:a="http://schemas.openxmlformats.org/drawingml/2006/main">
            <a:pathLst>
              <a:path w="3823010" h="3832986">
                <a:moveTo>
                  <a:pt x="0" y="0"/>
                </a:moveTo>
                <a:lnTo>
                  <a:pt x="7445" y="0"/>
                </a:lnTo>
                <a:lnTo>
                  <a:pt x="7445" y="50434"/>
                </a:lnTo>
                <a:lnTo>
                  <a:pt x="11286" y="50434"/>
                </a:lnTo>
                <a:lnTo>
                  <a:pt x="11286" y="100868"/>
                </a:lnTo>
                <a:lnTo>
                  <a:pt x="12837" y="100868"/>
                </a:lnTo>
                <a:lnTo>
                  <a:pt x="12837" y="151302"/>
                </a:lnTo>
                <a:lnTo>
                  <a:pt x="17459" y="151302"/>
                </a:lnTo>
                <a:lnTo>
                  <a:pt x="17953" y="252170"/>
                </a:lnTo>
                <a:lnTo>
                  <a:pt x="25722" y="252170"/>
                </a:lnTo>
                <a:lnTo>
                  <a:pt x="26201" y="353038"/>
                </a:lnTo>
                <a:lnTo>
                  <a:pt x="32951" y="353038"/>
                </a:lnTo>
                <a:lnTo>
                  <a:pt x="33733" y="453906"/>
                </a:lnTo>
                <a:lnTo>
                  <a:pt x="59562" y="453906"/>
                </a:lnTo>
                <a:lnTo>
                  <a:pt x="59562" y="504340"/>
                </a:lnTo>
                <a:lnTo>
                  <a:pt x="71917" y="504340"/>
                </a:lnTo>
                <a:lnTo>
                  <a:pt x="71917" y="554774"/>
                </a:lnTo>
                <a:lnTo>
                  <a:pt x="81858" y="554774"/>
                </a:lnTo>
                <a:lnTo>
                  <a:pt x="81858" y="605208"/>
                </a:lnTo>
                <a:lnTo>
                  <a:pt x="96487" y="605208"/>
                </a:lnTo>
                <a:lnTo>
                  <a:pt x="96703" y="706076"/>
                </a:lnTo>
                <a:lnTo>
                  <a:pt x="110147" y="706076"/>
                </a:lnTo>
                <a:lnTo>
                  <a:pt x="110147" y="756510"/>
                </a:lnTo>
                <a:lnTo>
                  <a:pt x="115752" y="756510"/>
                </a:lnTo>
                <a:lnTo>
                  <a:pt x="115752" y="806944"/>
                </a:lnTo>
                <a:lnTo>
                  <a:pt x="118536" y="806944"/>
                </a:lnTo>
                <a:lnTo>
                  <a:pt x="118536" y="857379"/>
                </a:lnTo>
                <a:lnTo>
                  <a:pt x="154390" y="857379"/>
                </a:lnTo>
                <a:lnTo>
                  <a:pt x="154390" y="907813"/>
                </a:lnTo>
                <a:lnTo>
                  <a:pt x="179322" y="907813"/>
                </a:lnTo>
                <a:lnTo>
                  <a:pt x="179322" y="958247"/>
                </a:lnTo>
                <a:lnTo>
                  <a:pt x="207529" y="958247"/>
                </a:lnTo>
                <a:lnTo>
                  <a:pt x="207529" y="1008681"/>
                </a:lnTo>
                <a:lnTo>
                  <a:pt x="290699" y="1008681"/>
                </a:lnTo>
                <a:lnTo>
                  <a:pt x="290699" y="1059115"/>
                </a:lnTo>
                <a:lnTo>
                  <a:pt x="304859" y="1059115"/>
                </a:lnTo>
                <a:lnTo>
                  <a:pt x="304859" y="1109549"/>
                </a:lnTo>
                <a:lnTo>
                  <a:pt x="307022" y="1109549"/>
                </a:lnTo>
                <a:lnTo>
                  <a:pt x="307022" y="1159983"/>
                </a:lnTo>
                <a:lnTo>
                  <a:pt x="330044" y="1159983"/>
                </a:lnTo>
                <a:lnTo>
                  <a:pt x="330044" y="1210417"/>
                </a:lnTo>
                <a:lnTo>
                  <a:pt x="349338" y="1210417"/>
                </a:lnTo>
                <a:lnTo>
                  <a:pt x="349338" y="1260851"/>
                </a:lnTo>
                <a:lnTo>
                  <a:pt x="359678" y="1260851"/>
                </a:lnTo>
                <a:lnTo>
                  <a:pt x="359678" y="1311285"/>
                </a:lnTo>
                <a:lnTo>
                  <a:pt x="378794" y="1311285"/>
                </a:lnTo>
                <a:lnTo>
                  <a:pt x="378794" y="1361719"/>
                </a:lnTo>
                <a:lnTo>
                  <a:pt x="390121" y="1361719"/>
                </a:lnTo>
                <a:lnTo>
                  <a:pt x="390121" y="1412153"/>
                </a:lnTo>
                <a:lnTo>
                  <a:pt x="426018" y="1412153"/>
                </a:lnTo>
                <a:lnTo>
                  <a:pt x="426018" y="1462587"/>
                </a:lnTo>
                <a:lnTo>
                  <a:pt x="438983" y="1462587"/>
                </a:lnTo>
                <a:lnTo>
                  <a:pt x="438983" y="1513021"/>
                </a:lnTo>
                <a:lnTo>
                  <a:pt x="492254" y="1513021"/>
                </a:lnTo>
                <a:lnTo>
                  <a:pt x="492254" y="1563455"/>
                </a:lnTo>
                <a:lnTo>
                  <a:pt x="531346" y="1563455"/>
                </a:lnTo>
                <a:lnTo>
                  <a:pt x="531346" y="1613889"/>
                </a:lnTo>
                <a:lnTo>
                  <a:pt x="537427" y="1613889"/>
                </a:lnTo>
                <a:lnTo>
                  <a:pt x="537427" y="1664323"/>
                </a:lnTo>
                <a:lnTo>
                  <a:pt x="547218" y="1664323"/>
                </a:lnTo>
                <a:lnTo>
                  <a:pt x="547218" y="1714757"/>
                </a:lnTo>
                <a:lnTo>
                  <a:pt x="577432" y="1714757"/>
                </a:lnTo>
                <a:lnTo>
                  <a:pt x="577432" y="1765191"/>
                </a:lnTo>
                <a:lnTo>
                  <a:pt x="594847" y="1765191"/>
                </a:lnTo>
                <a:lnTo>
                  <a:pt x="594847" y="1815625"/>
                </a:lnTo>
                <a:lnTo>
                  <a:pt x="608681" y="1815625"/>
                </a:lnTo>
                <a:lnTo>
                  <a:pt x="608681" y="1866059"/>
                </a:lnTo>
                <a:lnTo>
                  <a:pt x="636566" y="1866059"/>
                </a:lnTo>
                <a:lnTo>
                  <a:pt x="636566" y="1916493"/>
                </a:lnTo>
                <a:lnTo>
                  <a:pt x="652282" y="1916493"/>
                </a:lnTo>
                <a:lnTo>
                  <a:pt x="652282" y="1966927"/>
                </a:lnTo>
                <a:lnTo>
                  <a:pt x="661311" y="1966927"/>
                </a:lnTo>
                <a:lnTo>
                  <a:pt x="661311" y="2017361"/>
                </a:lnTo>
                <a:lnTo>
                  <a:pt x="781028" y="2017361"/>
                </a:lnTo>
                <a:lnTo>
                  <a:pt x="782367" y="2118229"/>
                </a:lnTo>
                <a:lnTo>
                  <a:pt x="790570" y="2118229"/>
                </a:lnTo>
                <a:lnTo>
                  <a:pt x="790570" y="2168663"/>
                </a:lnTo>
                <a:lnTo>
                  <a:pt x="818935" y="2168663"/>
                </a:lnTo>
                <a:lnTo>
                  <a:pt x="818935" y="2219097"/>
                </a:lnTo>
                <a:lnTo>
                  <a:pt x="835325" y="2219097"/>
                </a:lnTo>
                <a:lnTo>
                  <a:pt x="835325" y="2269531"/>
                </a:lnTo>
                <a:lnTo>
                  <a:pt x="852575" y="2269531"/>
                </a:lnTo>
                <a:lnTo>
                  <a:pt x="852575" y="2319965"/>
                </a:lnTo>
                <a:lnTo>
                  <a:pt x="904979" y="2319965"/>
                </a:lnTo>
                <a:lnTo>
                  <a:pt x="904979" y="2370399"/>
                </a:lnTo>
                <a:lnTo>
                  <a:pt x="907083" y="2370399"/>
                </a:lnTo>
                <a:lnTo>
                  <a:pt x="907083" y="2420833"/>
                </a:lnTo>
                <a:lnTo>
                  <a:pt x="932371" y="2420833"/>
                </a:lnTo>
                <a:lnTo>
                  <a:pt x="932371" y="2471268"/>
                </a:lnTo>
                <a:lnTo>
                  <a:pt x="1043240" y="2471268"/>
                </a:lnTo>
                <a:lnTo>
                  <a:pt x="1043240" y="2521702"/>
                </a:lnTo>
                <a:lnTo>
                  <a:pt x="1057568" y="2521702"/>
                </a:lnTo>
                <a:lnTo>
                  <a:pt x="1057568" y="2572136"/>
                </a:lnTo>
                <a:lnTo>
                  <a:pt x="1073055" y="2572136"/>
                </a:lnTo>
                <a:lnTo>
                  <a:pt x="1073055" y="2622570"/>
                </a:lnTo>
                <a:lnTo>
                  <a:pt x="1138768" y="2622570"/>
                </a:lnTo>
                <a:lnTo>
                  <a:pt x="1138768" y="2673004"/>
                </a:lnTo>
                <a:lnTo>
                  <a:pt x="1261083" y="2673004"/>
                </a:lnTo>
                <a:lnTo>
                  <a:pt x="1261083" y="2723438"/>
                </a:lnTo>
                <a:lnTo>
                  <a:pt x="1347858" y="2723438"/>
                </a:lnTo>
                <a:lnTo>
                  <a:pt x="1348283" y="2824306"/>
                </a:lnTo>
                <a:lnTo>
                  <a:pt x="1377644" y="2824306"/>
                </a:lnTo>
                <a:lnTo>
                  <a:pt x="1377644" y="2874740"/>
                </a:lnTo>
                <a:lnTo>
                  <a:pt x="1512878" y="2874740"/>
                </a:lnTo>
                <a:lnTo>
                  <a:pt x="1512878" y="2925174"/>
                </a:lnTo>
                <a:lnTo>
                  <a:pt x="1550494" y="2925174"/>
                </a:lnTo>
                <a:lnTo>
                  <a:pt x="1550494" y="2975608"/>
                </a:lnTo>
                <a:lnTo>
                  <a:pt x="1611232" y="2975608"/>
                </a:lnTo>
                <a:lnTo>
                  <a:pt x="1611232" y="3026042"/>
                </a:lnTo>
                <a:lnTo>
                  <a:pt x="1702126" y="3026042"/>
                </a:lnTo>
                <a:lnTo>
                  <a:pt x="1702126" y="3076476"/>
                </a:lnTo>
                <a:lnTo>
                  <a:pt x="1785522" y="3076476"/>
                </a:lnTo>
                <a:lnTo>
                  <a:pt x="1785522" y="3126910"/>
                </a:lnTo>
                <a:lnTo>
                  <a:pt x="1815442" y="3126910"/>
                </a:lnTo>
                <a:lnTo>
                  <a:pt x="1815442" y="3177344"/>
                </a:lnTo>
                <a:lnTo>
                  <a:pt x="1853104" y="3177344"/>
                </a:lnTo>
                <a:lnTo>
                  <a:pt x="1853104" y="3227778"/>
                </a:lnTo>
                <a:lnTo>
                  <a:pt x="1922178" y="3227778"/>
                </a:lnTo>
                <a:lnTo>
                  <a:pt x="1922178" y="3278212"/>
                </a:lnTo>
                <a:lnTo>
                  <a:pt x="1972947" y="3278212"/>
                </a:lnTo>
                <a:lnTo>
                  <a:pt x="1972947" y="3328646"/>
                </a:lnTo>
                <a:lnTo>
                  <a:pt x="2100773" y="3328646"/>
                </a:lnTo>
                <a:lnTo>
                  <a:pt x="2100773" y="3379080"/>
                </a:lnTo>
                <a:lnTo>
                  <a:pt x="2228839" y="3379080"/>
                </a:lnTo>
                <a:lnTo>
                  <a:pt x="2228839" y="3429514"/>
                </a:lnTo>
                <a:lnTo>
                  <a:pt x="2352580" y="3429514"/>
                </a:lnTo>
                <a:lnTo>
                  <a:pt x="2352580" y="3479948"/>
                </a:lnTo>
                <a:lnTo>
                  <a:pt x="2384102" y="3479948"/>
                </a:lnTo>
                <a:lnTo>
                  <a:pt x="2384102" y="3530382"/>
                </a:lnTo>
                <a:lnTo>
                  <a:pt x="2393529" y="3530382"/>
                </a:lnTo>
                <a:lnTo>
                  <a:pt x="2393529" y="3580816"/>
                </a:lnTo>
                <a:lnTo>
                  <a:pt x="2395671" y="3580816"/>
                </a:lnTo>
                <a:lnTo>
                  <a:pt x="2395671" y="3631250"/>
                </a:lnTo>
                <a:lnTo>
                  <a:pt x="2840660" y="3631250"/>
                </a:lnTo>
                <a:lnTo>
                  <a:pt x="2840660" y="3681684"/>
                </a:lnTo>
                <a:lnTo>
                  <a:pt x="3277713" y="3681684"/>
                </a:lnTo>
                <a:lnTo>
                  <a:pt x="3277713" y="3732118"/>
                </a:lnTo>
                <a:lnTo>
                  <a:pt x="3764381" y="3732118"/>
                </a:lnTo>
                <a:lnTo>
                  <a:pt x="3764381" y="3782552"/>
                </a:lnTo>
                <a:lnTo>
                  <a:pt x="3823010" y="3782552"/>
                </a:lnTo>
                <a:lnTo>
                  <a:pt x="3823010" y="3832986"/>
                </a:lnTo>
                <a:lnTo>
                  <a:pt x="3823010" y="3832986"/>
                </a:lnTo>
              </a:path>
            </a:pathLst>
          </a:custGeom>
          <a:noFill xmlns:a="http://schemas.openxmlformats.org/drawingml/2006/main"/>
          <a:ln xmlns:a="http://schemas.openxmlformats.org/drawingml/2006/main" w="29210">
            <a:solidFill>
              <a:srgbClr val="D55E00"/>
            </a:solidFill>
            <a:prstDash val="solid"/>
          </a:ln>
        </p:spPr>
      </p:sp>
      <p:sp>
        <p:nvSpPr>
          <p:cNvPr id="80" name="Vector 80">
            <a:extLst xmlns:a="http://schemas.openxmlformats.org/drawingml/2006/main">
              <a:ext uri="{FF2B5EF4-FFF2-40B4-BE49-F238E27FC236}">
                <a16:creationId xmlns:a16="http://schemas.microsoft.com/office/drawing/2014/main" id="{C9D0853B-3B36-42AA-B758-4F50B315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980968"/>
            <a:ext cx="10" cy="3928811"/>
          </a:xfrm>
          <a:custGeom xmlns:a="http://schemas.openxmlformats.org/drawingml/2006/main">
            <a:pathLst>
              <a:path w="10" h="3928811">
                <a:moveTo>
                  <a:pt x="0" y="39288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81" name="Vector 81">
            <a:extLst xmlns:a="http://schemas.openxmlformats.org/drawingml/2006/main">
              <a:ext uri="{FF2B5EF4-FFF2-40B4-BE49-F238E27FC236}">
                <a16:creationId xmlns:a16="http://schemas.microsoft.com/office/drawing/2014/main" id="{C3A34C9A-5043-4F2F-8B5D-5FEF4A49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4909779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82" name="Text 82: 100 (0)">
            <a:extLst xmlns:a="http://schemas.openxmlformats.org/drawingml/2006/main">
              <a:ext uri="{FF2B5EF4-FFF2-40B4-BE49-F238E27FC236}">
                <a16:creationId xmlns:a16="http://schemas.microsoft.com/office/drawing/2014/main" id="{37640084-D32B-4F21-ACA9-65244776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6996" y="5954333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 (0)</a:t>
            </a:r>
          </a:p>
        </p:txBody>
      </p:sp>
      <p:sp>
        <p:nvSpPr>
          <p:cNvPr id="83" name="Text 83: 44 (0)">
            <a:extLst xmlns:a="http://schemas.openxmlformats.org/drawingml/2006/main">
              <a:ext uri="{FF2B5EF4-FFF2-40B4-BE49-F238E27FC236}">
                <a16:creationId xmlns:a16="http://schemas.microsoft.com/office/drawing/2014/main" id="{F42413BD-5CF4-48FA-A1FA-07E9AC84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646" y="5954333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44 (0)</a:t>
            </a:r>
          </a:p>
        </p:txBody>
      </p:sp>
      <p:sp>
        <p:nvSpPr>
          <p:cNvPr id="84" name="Text 84: 18 (0)">
            <a:extLst xmlns:a="http://schemas.openxmlformats.org/drawingml/2006/main">
              <a:ext uri="{FF2B5EF4-FFF2-40B4-BE49-F238E27FC236}">
                <a16:creationId xmlns:a16="http://schemas.microsoft.com/office/drawing/2014/main" id="{8111E323-0023-408D-86E1-67EE6A3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990" y="5954333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 (0)</a:t>
            </a:r>
          </a:p>
        </p:txBody>
      </p:sp>
      <p:sp>
        <p:nvSpPr>
          <p:cNvPr id="85" name="Text 85: 5 (5)">
            <a:extLst xmlns:a="http://schemas.openxmlformats.org/drawingml/2006/main">
              <a:ext uri="{FF2B5EF4-FFF2-40B4-BE49-F238E27FC236}">
                <a16:creationId xmlns:a16="http://schemas.microsoft.com/office/drawing/2014/main" id="{E192F930-AAEF-42EF-A818-FD992072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5640" y="5954333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 (5)</a:t>
            </a:r>
          </a:p>
        </p:txBody>
      </p:sp>
      <p:sp>
        <p:nvSpPr>
          <p:cNvPr id="86" name="Text 86: 1 (6)">
            <a:extLst xmlns:a="http://schemas.openxmlformats.org/drawingml/2006/main">
              <a:ext uri="{FF2B5EF4-FFF2-40B4-BE49-F238E27FC236}">
                <a16:creationId xmlns:a16="http://schemas.microsoft.com/office/drawing/2014/main" id="{886CAA66-FAED-4C59-9889-4D606742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4984" y="5954333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(6)</a:t>
            </a:r>
          </a:p>
        </p:txBody>
      </p:sp>
      <p:sp>
        <p:nvSpPr>
          <p:cNvPr id="87" name="Text 87: 104 (0)">
            <a:extLst xmlns:a="http://schemas.openxmlformats.org/drawingml/2006/main">
              <a:ext uri="{FF2B5EF4-FFF2-40B4-BE49-F238E27FC236}">
                <a16:creationId xmlns:a16="http://schemas.microsoft.com/office/drawing/2014/main" id="{81938992-864F-4C82-81C5-6F965238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6996" y="6250270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104 (0)</a:t>
            </a:r>
          </a:p>
        </p:txBody>
      </p:sp>
      <p:sp>
        <p:nvSpPr>
          <p:cNvPr id="88" name="Text 88: 76 (0)">
            <a:extLst xmlns:a="http://schemas.openxmlformats.org/drawingml/2006/main">
              <a:ext uri="{FF2B5EF4-FFF2-40B4-BE49-F238E27FC236}">
                <a16:creationId xmlns:a16="http://schemas.microsoft.com/office/drawing/2014/main" id="{8B0547DF-2B82-4735-92DD-9C796326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646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76 (0)</a:t>
            </a:r>
          </a:p>
        </p:txBody>
      </p:sp>
      <p:sp>
        <p:nvSpPr>
          <p:cNvPr id="89" name="Text 89: 58 (0)">
            <a:extLst xmlns:a="http://schemas.openxmlformats.org/drawingml/2006/main">
              <a:ext uri="{FF2B5EF4-FFF2-40B4-BE49-F238E27FC236}">
                <a16:creationId xmlns:a16="http://schemas.microsoft.com/office/drawing/2014/main" id="{750320C3-FFC6-406C-BB76-ADBE95E5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990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58 (0)</a:t>
            </a:r>
          </a:p>
        </p:txBody>
      </p:sp>
      <p:sp>
        <p:nvSpPr>
          <p:cNvPr id="90" name="Text 90: 32 (16)">
            <a:extLst xmlns:a="http://schemas.openxmlformats.org/drawingml/2006/main">
              <a:ext uri="{FF2B5EF4-FFF2-40B4-BE49-F238E27FC236}">
                <a16:creationId xmlns:a16="http://schemas.microsoft.com/office/drawing/2014/main" id="{C8BECC35-C6B8-489D-9E43-48975D15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5028" y="6250270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 (16)</a:t>
            </a:r>
          </a:p>
        </p:txBody>
      </p:sp>
      <p:sp>
        <p:nvSpPr>
          <p:cNvPr id="91" name="Text 91: 8 (34)">
            <a:extLst xmlns:a="http://schemas.openxmlformats.org/drawingml/2006/main">
              <a:ext uri="{FF2B5EF4-FFF2-40B4-BE49-F238E27FC236}">
                <a16:creationId xmlns:a16="http://schemas.microsoft.com/office/drawing/2014/main" id="{706BD942-62C2-4042-8E54-BA6BE29F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9678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 (34)</a:t>
            </a:r>
          </a:p>
        </p:txBody>
      </p:sp>
      <p:sp>
        <p:nvSpPr>
          <p:cNvPr id="92" name="Text 92: 80 (0)">
            <a:extLst xmlns:a="http://schemas.openxmlformats.org/drawingml/2006/main">
              <a:ext uri="{FF2B5EF4-FFF2-40B4-BE49-F238E27FC236}">
                <a16:creationId xmlns:a16="http://schemas.microsoft.com/office/drawing/2014/main" id="{969DEBEF-DB86-46C2-87E5-38CEB397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302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 (0)</a:t>
            </a:r>
          </a:p>
        </p:txBody>
      </p:sp>
      <p:sp>
        <p:nvSpPr>
          <p:cNvPr id="93" name="Text 93: 44 (0)">
            <a:extLst xmlns:a="http://schemas.openxmlformats.org/drawingml/2006/main">
              <a:ext uri="{FF2B5EF4-FFF2-40B4-BE49-F238E27FC236}">
                <a16:creationId xmlns:a16="http://schemas.microsoft.com/office/drawing/2014/main" id="{2786355B-B68F-4A7B-BA39-0EBB9035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646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44 (0)</a:t>
            </a:r>
          </a:p>
        </p:txBody>
      </p:sp>
      <p:sp>
        <p:nvSpPr>
          <p:cNvPr id="94" name="Text 94: 23 (0)">
            <a:extLst xmlns:a="http://schemas.openxmlformats.org/drawingml/2006/main">
              <a:ext uri="{FF2B5EF4-FFF2-40B4-BE49-F238E27FC236}">
                <a16:creationId xmlns:a16="http://schemas.microsoft.com/office/drawing/2014/main" id="{4CF34FD6-A4A8-43D3-BBAD-38251E19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990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 (0)</a:t>
            </a:r>
          </a:p>
        </p:txBody>
      </p:sp>
      <p:sp>
        <p:nvSpPr>
          <p:cNvPr id="95" name="Text 95: 6 (5)">
            <a:extLst xmlns:a="http://schemas.openxmlformats.org/drawingml/2006/main">
              <a:ext uri="{FF2B5EF4-FFF2-40B4-BE49-F238E27FC236}">
                <a16:creationId xmlns:a16="http://schemas.microsoft.com/office/drawing/2014/main" id="{2FFD2128-BF00-4C79-ADEF-0B4940E3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5640" y="6546206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 (5)</a:t>
            </a:r>
          </a:p>
        </p:txBody>
      </p:sp>
      <p:sp>
        <p:nvSpPr>
          <p:cNvPr id="96" name="Text 96: 1 (7)">
            <a:extLst xmlns:a="http://schemas.openxmlformats.org/drawingml/2006/main">
              <a:ext uri="{FF2B5EF4-FFF2-40B4-BE49-F238E27FC236}">
                <a16:creationId xmlns:a16="http://schemas.microsoft.com/office/drawing/2014/main" id="{962C1F30-A441-4DD2-AEB8-0A905538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4984" y="6546206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(7)</a:t>
            </a:r>
          </a:p>
        </p:txBody>
      </p:sp>
      <p:sp>
        <p:nvSpPr>
          <p:cNvPr id="97" name="Text 97: 76 (0)">
            <a:extLst xmlns:a="http://schemas.openxmlformats.org/drawingml/2006/main">
              <a:ext uri="{FF2B5EF4-FFF2-40B4-BE49-F238E27FC236}">
                <a16:creationId xmlns:a16="http://schemas.microsoft.com/office/drawing/2014/main" id="{763F96E0-8F31-4B11-B36E-362D2EDF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302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76 (0)</a:t>
            </a:r>
          </a:p>
        </p:txBody>
      </p:sp>
      <p:sp>
        <p:nvSpPr>
          <p:cNvPr id="98" name="Text 98: 17 (0)">
            <a:extLst xmlns:a="http://schemas.openxmlformats.org/drawingml/2006/main">
              <a:ext uri="{FF2B5EF4-FFF2-40B4-BE49-F238E27FC236}">
                <a16:creationId xmlns:a16="http://schemas.microsoft.com/office/drawing/2014/main" id="{431D2884-A18C-42FA-9574-68BEBA62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646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 (0)</a:t>
            </a:r>
          </a:p>
        </p:txBody>
      </p:sp>
      <p:sp>
        <p:nvSpPr>
          <p:cNvPr id="99" name="Text 99: 3 (0)">
            <a:extLst xmlns:a="http://schemas.openxmlformats.org/drawingml/2006/main">
              <a:ext uri="{FF2B5EF4-FFF2-40B4-BE49-F238E27FC236}">
                <a16:creationId xmlns:a16="http://schemas.microsoft.com/office/drawing/2014/main" id="{A4D182B3-4BF2-4AF6-8E3F-FD2B15EE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6296" y="6842142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(0)</a:t>
            </a:r>
          </a:p>
        </p:txBody>
      </p:sp>
      <p:sp>
        <p:nvSpPr>
          <p:cNvPr id="100" name="Text 100: 0 (0)">
            <a:extLst xmlns:a="http://schemas.openxmlformats.org/drawingml/2006/main">
              <a:ext uri="{FF2B5EF4-FFF2-40B4-BE49-F238E27FC236}">
                <a16:creationId xmlns:a16="http://schemas.microsoft.com/office/drawing/2014/main" id="{D9368374-69D2-435A-BD72-0A9756FC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5640" y="6842142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 (0)</a:t>
            </a:r>
          </a:p>
        </p:txBody>
      </p:sp>
      <p:sp>
        <p:nvSpPr>
          <p:cNvPr id="101" name="Text 101: 0 (0)">
            <a:extLst xmlns:a="http://schemas.openxmlformats.org/drawingml/2006/main">
              <a:ext uri="{FF2B5EF4-FFF2-40B4-BE49-F238E27FC236}">
                <a16:creationId xmlns:a16="http://schemas.microsoft.com/office/drawing/2014/main" id="{A1E01E58-541B-4B51-810E-62D67FE1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4984" y="6842142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 (0)</a:t>
            </a:r>
          </a:p>
        </p:txBody>
      </p:sp>
      <p:sp>
        <p:nvSpPr>
          <p:cNvPr id="102" name="Vector 102">
            <a:extLst xmlns:a="http://schemas.openxmlformats.org/drawingml/2006/main">
              <a:ext uri="{FF2B5EF4-FFF2-40B4-BE49-F238E27FC236}">
                <a16:creationId xmlns:a16="http://schemas.microsoft.com/office/drawing/2014/main" id="{02208018-61E4-4701-BFAE-6E93676A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8277332"/>
            <a:ext cx="1207008" cy="1347021"/>
          </a:xfrm>
          <a:custGeom xmlns:a="http://schemas.openxmlformats.org/drawingml/2006/main">
            <a:pathLst>
              <a:path w="1207008" h="1347021">
                <a:moveTo>
                  <a:pt x="0" y="1347021"/>
                </a:moveTo>
                <a:lnTo>
                  <a:pt x="1207008" y="1347021"/>
                </a:lnTo>
                <a:lnTo>
                  <a:pt x="12070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03" name="m49c9fe3efa 103">
            <a:extLst xmlns:a="http://schemas.openxmlformats.org/drawingml/2006/main">
              <a:ext uri="{FF2B5EF4-FFF2-40B4-BE49-F238E27FC236}">
                <a16:creationId xmlns:a16="http://schemas.microsoft.com/office/drawing/2014/main" id="{41397322-549A-4F01-9986-F8382F89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293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4" name="Text 104: 0.25">
            <a:extLst xmlns:a="http://schemas.openxmlformats.org/drawingml/2006/main">
              <a:ext uri="{FF2B5EF4-FFF2-40B4-BE49-F238E27FC236}">
                <a16:creationId xmlns:a16="http://schemas.microsoft.com/office/drawing/2014/main" id="{65DFAFC6-8276-42BF-8B0A-2A42338F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6142693" y="9763725"/>
            <a:ext cx="247828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105" name="m49c9fe3efa 105">
            <a:extLst xmlns:a="http://schemas.openxmlformats.org/drawingml/2006/main">
              <a:ext uri="{FF2B5EF4-FFF2-40B4-BE49-F238E27FC236}">
                <a16:creationId xmlns:a16="http://schemas.microsoft.com/office/drawing/2014/main" id="{D558CA0B-A32D-404D-B5BE-E16E269B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487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6" name="Text 106: 0.5">
            <a:extLst xmlns:a="http://schemas.openxmlformats.org/drawingml/2006/main">
              <a:ext uri="{FF2B5EF4-FFF2-40B4-BE49-F238E27FC236}">
                <a16:creationId xmlns:a16="http://schemas.microsoft.com/office/drawing/2014/main" id="{F4927AB5-1D76-4FA5-9BE8-FFECD4C4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6450906" y="9734771"/>
            <a:ext cx="184277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07" name="m49c9fe3efa 107">
            <a:extLst xmlns:a="http://schemas.openxmlformats.org/drawingml/2006/main">
              <a:ext uri="{FF2B5EF4-FFF2-40B4-BE49-F238E27FC236}">
                <a16:creationId xmlns:a16="http://schemas.microsoft.com/office/drawing/2014/main" id="{9C1180C7-907E-4B80-9EF8-78CF4075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682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8" name="Text 108: 1">
            <a:extLst xmlns:a="http://schemas.openxmlformats.org/drawingml/2006/main">
              <a:ext uri="{FF2B5EF4-FFF2-40B4-BE49-F238E27FC236}">
                <a16:creationId xmlns:a16="http://schemas.microsoft.com/office/drawing/2014/main" id="{C724A4C3-6893-4B2E-B141-02FB5761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6776615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9" name="m49c9fe3efa 109">
            <a:extLst xmlns:a="http://schemas.openxmlformats.org/drawingml/2006/main">
              <a:ext uri="{FF2B5EF4-FFF2-40B4-BE49-F238E27FC236}">
                <a16:creationId xmlns:a16="http://schemas.microsoft.com/office/drawing/2014/main" id="{82240EC0-CB26-4D0A-BFF6-9648DF06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876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10" name="Text 110: 2">
            <a:extLst xmlns:a="http://schemas.openxmlformats.org/drawingml/2006/main">
              <a:ext uri="{FF2B5EF4-FFF2-40B4-BE49-F238E27FC236}">
                <a16:creationId xmlns:a16="http://schemas.microsoft.com/office/drawing/2014/main" id="{46529EFA-72DC-4AA4-A3AF-CF7A68FC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7049810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1" name="m49c9fe3efa 111">
            <a:extLst xmlns:a="http://schemas.openxmlformats.org/drawingml/2006/main">
              <a:ext uri="{FF2B5EF4-FFF2-40B4-BE49-F238E27FC236}">
                <a16:creationId xmlns:a16="http://schemas.microsoft.com/office/drawing/2014/main" id="{0E3B2505-4B08-4C7F-9BB2-B36CF3A0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071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12" name="Text 112: 4">
            <a:extLst xmlns:a="http://schemas.openxmlformats.org/drawingml/2006/main">
              <a:ext uri="{FF2B5EF4-FFF2-40B4-BE49-F238E27FC236}">
                <a16:creationId xmlns:a16="http://schemas.microsoft.com/office/drawing/2014/main" id="{1B65E451-ED94-4337-B13F-2D344D06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7323004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3" name="Vector 113">
            <a:extLst xmlns:a="http://schemas.openxmlformats.org/drawingml/2006/main">
              <a:ext uri="{FF2B5EF4-FFF2-40B4-BE49-F238E27FC236}">
                <a16:creationId xmlns:a16="http://schemas.microsoft.com/office/drawing/2014/main" id="{CFEE60E3-E0FF-4CEE-8E37-18DEE6A4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682" y="8277332"/>
            <a:ext cx="10" cy="1347021"/>
          </a:xfrm>
          <a:custGeom xmlns:a="http://schemas.openxmlformats.org/drawingml/2006/main">
            <a:pathLst>
              <a:path w="10" h="1347021">
                <a:moveTo>
                  <a:pt x="0" y="1347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AEB3B8"/>
            </a:solidFill>
            <a:prstDash val="dash"/>
          </a:ln>
        </p:spPr>
      </p:sp>
      <p:sp>
        <p:nvSpPr>
          <p:cNvPr id="114" name="Vector 114">
            <a:extLst xmlns:a="http://schemas.openxmlformats.org/drawingml/2006/main">
              <a:ext uri="{FF2B5EF4-FFF2-40B4-BE49-F238E27FC236}">
                <a16:creationId xmlns:a16="http://schemas.microsoft.com/office/drawing/2014/main" id="{1E26D2E9-FBCD-496E-98A3-EA25DBC0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695" y="8501835"/>
            <a:ext cx="176904" cy="10"/>
          </a:xfrm>
          <a:custGeom xmlns:a="http://schemas.openxmlformats.org/drawingml/2006/main">
            <a:pathLst>
              <a:path w="176904" h="10">
                <a:moveTo>
                  <a:pt x="0" y="0"/>
                </a:moveTo>
                <a:lnTo>
                  <a:pt x="1769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697480"/>
            </a:solidFill>
            <a:prstDash val="solid"/>
          </a:ln>
        </p:spPr>
      </p:sp>
      <p:sp>
        <p:nvSpPr>
          <p:cNvPr id="115" name="mf0ce9fa1be 115">
            <a:extLst xmlns:a="http://schemas.openxmlformats.org/drawingml/2006/main">
              <a:ext uri="{FF2B5EF4-FFF2-40B4-BE49-F238E27FC236}">
                <a16:creationId xmlns:a16="http://schemas.microsoft.com/office/drawing/2014/main" id="{D1BCE64F-82AC-4A46-B3AC-6A0C5CB4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695" y="8476435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16" name="mf0ce9fa1be 116">
            <a:extLst xmlns:a="http://schemas.openxmlformats.org/drawingml/2006/main">
              <a:ext uri="{FF2B5EF4-FFF2-40B4-BE49-F238E27FC236}">
                <a16:creationId xmlns:a16="http://schemas.microsoft.com/office/drawing/2014/main" id="{1EC51168-C333-4220-9B1A-7495BB29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599" y="8476435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17" name="Vector 117">
            <a:extLst xmlns:a="http://schemas.openxmlformats.org/drawingml/2006/main">
              <a:ext uri="{FF2B5EF4-FFF2-40B4-BE49-F238E27FC236}">
                <a16:creationId xmlns:a16="http://schemas.microsoft.com/office/drawing/2014/main" id="{D0252F53-F24B-42FF-ADEA-0CA038ED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888" y="8950842"/>
            <a:ext cx="255197" cy="10"/>
          </a:xfrm>
          <a:custGeom xmlns:a="http://schemas.openxmlformats.org/drawingml/2006/main">
            <a:pathLst>
              <a:path w="255197" h="10">
                <a:moveTo>
                  <a:pt x="0" y="0"/>
                </a:moveTo>
                <a:lnTo>
                  <a:pt x="2551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697480"/>
            </a:solidFill>
            <a:prstDash val="solid"/>
          </a:ln>
        </p:spPr>
      </p:sp>
      <p:sp>
        <p:nvSpPr>
          <p:cNvPr id="118" name="mf0ce9fa1be 118">
            <a:extLst xmlns:a="http://schemas.openxmlformats.org/drawingml/2006/main">
              <a:ext uri="{FF2B5EF4-FFF2-40B4-BE49-F238E27FC236}">
                <a16:creationId xmlns:a16="http://schemas.microsoft.com/office/drawing/2014/main" id="{6066F0F3-8256-4309-935E-E7EB7F6F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888" y="8925442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19" name="mf0ce9fa1be 119">
            <a:extLst xmlns:a="http://schemas.openxmlformats.org/drawingml/2006/main">
              <a:ext uri="{FF2B5EF4-FFF2-40B4-BE49-F238E27FC236}">
                <a16:creationId xmlns:a16="http://schemas.microsoft.com/office/drawing/2014/main" id="{3D366691-2940-4AFC-A25C-64DB6071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085" y="8925442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20" name="Vector 120">
            <a:extLst xmlns:a="http://schemas.openxmlformats.org/drawingml/2006/main">
              <a:ext uri="{FF2B5EF4-FFF2-40B4-BE49-F238E27FC236}">
                <a16:creationId xmlns:a16="http://schemas.microsoft.com/office/drawing/2014/main" id="{D1712079-A45E-48D8-8AEB-3F7774A3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906" y="9399849"/>
            <a:ext cx="258881" cy="10"/>
          </a:xfrm>
          <a:custGeom xmlns:a="http://schemas.openxmlformats.org/drawingml/2006/main">
            <a:pathLst>
              <a:path w="258881" h="10">
                <a:moveTo>
                  <a:pt x="0" y="0"/>
                </a:moveTo>
                <a:lnTo>
                  <a:pt x="2588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55E00"/>
            </a:solidFill>
            <a:prstDash val="solid"/>
          </a:ln>
        </p:spPr>
      </p:sp>
      <p:sp>
        <p:nvSpPr>
          <p:cNvPr id="121" name="mbe6685eaca 121">
            <a:extLst xmlns:a="http://schemas.openxmlformats.org/drawingml/2006/main">
              <a:ext uri="{FF2B5EF4-FFF2-40B4-BE49-F238E27FC236}">
                <a16:creationId xmlns:a16="http://schemas.microsoft.com/office/drawing/2014/main" id="{DC40E05D-A9CA-49F1-81EE-C4FDEFBB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906" y="9374449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122" name="mbe6685eaca 122">
            <a:extLst xmlns:a="http://schemas.openxmlformats.org/drawingml/2006/main">
              <a:ext uri="{FF2B5EF4-FFF2-40B4-BE49-F238E27FC236}">
                <a16:creationId xmlns:a16="http://schemas.microsoft.com/office/drawing/2014/main" id="{23021E6A-F03C-4722-B051-0751BB47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787" y="9374449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123" name="m428dfd83f2 123">
            <a:extLst xmlns:a="http://schemas.openxmlformats.org/drawingml/2006/main">
              <a:ext uri="{FF2B5EF4-FFF2-40B4-BE49-F238E27FC236}">
                <a16:creationId xmlns:a16="http://schemas.microsoft.com/office/drawing/2014/main" id="{4A309A71-56A5-472E-ACE8-482BE292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3047" y="846373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24" name="m428dfd83f2 124">
            <a:extLst xmlns:a="http://schemas.openxmlformats.org/drawingml/2006/main">
              <a:ext uri="{FF2B5EF4-FFF2-40B4-BE49-F238E27FC236}">
                <a16:creationId xmlns:a16="http://schemas.microsoft.com/office/drawing/2014/main" id="{6EB87DA6-7D6A-4279-9274-2A6DADA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386" y="8912742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25" name="mb4e25ab662 125">
            <a:extLst xmlns:a="http://schemas.openxmlformats.org/drawingml/2006/main">
              <a:ext uri="{FF2B5EF4-FFF2-40B4-BE49-F238E27FC236}">
                <a16:creationId xmlns:a16="http://schemas.microsoft.com/office/drawing/2014/main" id="{C89CA496-3902-4695-B96D-CAFB7378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721" y="9352224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95250"/>
                </a:moveTo>
                <a:lnTo>
                  <a:pt x="95250" y="95250"/>
                </a:ln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126" name="Vector 126">
            <a:extLst xmlns:a="http://schemas.openxmlformats.org/drawingml/2006/main">
              <a:ext uri="{FF2B5EF4-FFF2-40B4-BE49-F238E27FC236}">
                <a16:creationId xmlns:a16="http://schemas.microsoft.com/office/drawing/2014/main" id="{7691D69F-54D5-495E-A44A-7F07D47C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9624353"/>
            <a:ext cx="1207008" cy="10"/>
          </a:xfrm>
          <a:custGeom xmlns:a="http://schemas.openxmlformats.org/drawingml/2006/main">
            <a:pathLst>
              <a:path w="1207008" h="10">
                <a:moveTo>
                  <a:pt x="0" y="0"/>
                </a:moveTo>
                <a:lnTo>
                  <a:pt x="12070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B0B0B0"/>
            </a:solidFill>
            <a:prstDash val="solid"/>
          </a:ln>
        </p:spPr>
      </p:sp>
      <p:sp>
        <p:nvSpPr>
          <p:cNvPr id="127" name="Vector 127">
            <a:extLst xmlns:a="http://schemas.openxmlformats.org/drawingml/2006/main">
              <a:ext uri="{FF2B5EF4-FFF2-40B4-BE49-F238E27FC236}">
                <a16:creationId xmlns:a16="http://schemas.microsoft.com/office/drawing/2014/main" id="{A7C8A1E5-6BF2-4775-B404-FE9A061D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980968"/>
            <a:ext cx="6437376" cy="3928811"/>
          </a:xfrm>
          <a:custGeom xmlns:a="http://schemas.openxmlformats.org/drawingml/2006/main">
            <a:pathLst>
              <a:path w="6437376" h="3928811">
                <a:moveTo>
                  <a:pt x="0" y="3928811"/>
                </a:moveTo>
                <a:lnTo>
                  <a:pt x="6437376" y="3928811"/>
                </a:lnTo>
                <a:lnTo>
                  <a:pt x="64373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8" name="Vector 128">
            <a:extLst xmlns:a="http://schemas.openxmlformats.org/drawingml/2006/main">
              <a:ext uri="{FF2B5EF4-FFF2-40B4-BE49-F238E27FC236}">
                <a16:creationId xmlns:a16="http://schemas.microsoft.com/office/drawing/2014/main" id="{136AC472-62A8-4A37-94EC-40C5E239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3951533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129" name="Vector 129">
            <a:extLst xmlns:a="http://schemas.openxmlformats.org/drawingml/2006/main">
              <a:ext uri="{FF2B5EF4-FFF2-40B4-BE49-F238E27FC236}">
                <a16:creationId xmlns:a16="http://schemas.microsoft.com/office/drawing/2014/main" id="{E1F131A5-E600-4CD1-81FC-DD2B2795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2993286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130" name="Vector 130">
            <a:extLst xmlns:a="http://schemas.openxmlformats.org/drawingml/2006/main">
              <a:ext uri="{FF2B5EF4-FFF2-40B4-BE49-F238E27FC236}">
                <a16:creationId xmlns:a16="http://schemas.microsoft.com/office/drawing/2014/main" id="{0E8FBEF4-5A60-461B-A9B6-2F1C8681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2035040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131" name="Vector 131">
            <a:extLst xmlns:a="http://schemas.openxmlformats.org/drawingml/2006/main">
              <a:ext uri="{FF2B5EF4-FFF2-40B4-BE49-F238E27FC236}">
                <a16:creationId xmlns:a16="http://schemas.microsoft.com/office/drawing/2014/main" id="{EFE9CC2A-4368-4F7B-B597-E11CFD0A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1076793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132" name="me88f229308 132">
            <a:extLst xmlns:a="http://schemas.openxmlformats.org/drawingml/2006/main">
              <a:ext uri="{FF2B5EF4-FFF2-40B4-BE49-F238E27FC236}">
                <a16:creationId xmlns:a16="http://schemas.microsoft.com/office/drawing/2014/main" id="{FDACB1D1-9263-47A3-8075-F4A29C33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3" name="Text 133: 0">
            <a:extLst xmlns:a="http://schemas.openxmlformats.org/drawingml/2006/main">
              <a:ext uri="{FF2B5EF4-FFF2-40B4-BE49-F238E27FC236}">
                <a16:creationId xmlns:a16="http://schemas.microsoft.com/office/drawing/2014/main" id="{518FBF8B-8CDF-4A98-8782-4BF55315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3327" y="4981259"/>
            <a:ext cx="103073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4" name="me88f229308 134">
            <a:extLst xmlns:a="http://schemas.openxmlformats.org/drawingml/2006/main">
              <a:ext uri="{FF2B5EF4-FFF2-40B4-BE49-F238E27FC236}">
                <a16:creationId xmlns:a16="http://schemas.microsoft.com/office/drawing/2014/main" id="{2E019D2B-FAB7-4B91-803E-040D9B36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8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5" name="Text 135: 12">
            <a:extLst xmlns:a="http://schemas.openxmlformats.org/drawingml/2006/main">
              <a:ext uri="{FF2B5EF4-FFF2-40B4-BE49-F238E27FC236}">
                <a16:creationId xmlns:a16="http://schemas.microsoft.com/office/drawing/2014/main" id="{39C10510-35EA-47B9-9C57-634D1023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03835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36" name="me88f229308 136">
            <a:extLst xmlns:a="http://schemas.openxmlformats.org/drawingml/2006/main">
              <a:ext uri="{FF2B5EF4-FFF2-40B4-BE49-F238E27FC236}">
                <a16:creationId xmlns:a16="http://schemas.microsoft.com/office/drawing/2014/main" id="{20ADDBB1-BDEE-46F2-9692-35DFF73B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3552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7" name="Text 137: 24">
            <a:extLst xmlns:a="http://schemas.openxmlformats.org/drawingml/2006/main">
              <a:ext uri="{FF2B5EF4-FFF2-40B4-BE49-F238E27FC236}">
                <a16:creationId xmlns:a16="http://schemas.microsoft.com/office/drawing/2014/main" id="{B54272F4-D131-4D52-954E-2454F4B1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3179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38" name="me88f229308 138">
            <a:extLst xmlns:a="http://schemas.openxmlformats.org/drawingml/2006/main">
              <a:ext uri="{FF2B5EF4-FFF2-40B4-BE49-F238E27FC236}">
                <a16:creationId xmlns:a16="http://schemas.microsoft.com/office/drawing/2014/main" id="{04AE79BD-786D-46FC-92D6-98EDB2B5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2896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9" name="Text 139: 36">
            <a:extLst xmlns:a="http://schemas.openxmlformats.org/drawingml/2006/main">
              <a:ext uri="{FF2B5EF4-FFF2-40B4-BE49-F238E27FC236}">
                <a16:creationId xmlns:a16="http://schemas.microsoft.com/office/drawing/2014/main" id="{A5FB32D1-2280-4BCE-87E6-8C9C81D2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22523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40" name="me88f229308 140">
            <a:extLst xmlns:a="http://schemas.openxmlformats.org/drawingml/2006/main">
              <a:ext uri="{FF2B5EF4-FFF2-40B4-BE49-F238E27FC236}">
                <a16:creationId xmlns:a16="http://schemas.microsoft.com/office/drawing/2014/main" id="{DBAE076D-26C9-48F3-8439-885F417C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240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1" name="Text 141: 48">
            <a:extLst xmlns:a="http://schemas.openxmlformats.org/drawingml/2006/main">
              <a:ext uri="{FF2B5EF4-FFF2-40B4-BE49-F238E27FC236}">
                <a16:creationId xmlns:a16="http://schemas.microsoft.com/office/drawing/2014/main" id="{57F0578E-68D1-47FD-A21A-24FBB0B4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31867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142" name="Text 142: Time (months)">
            <a:extLst xmlns:a="http://schemas.openxmlformats.org/drawingml/2006/main">
              <a:ext uri="{FF2B5EF4-FFF2-40B4-BE49-F238E27FC236}">
                <a16:creationId xmlns:a16="http://schemas.microsoft.com/office/drawing/2014/main" id="{6193CB9C-B695-4A8B-963E-B4EE2AB5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8865" y="5251840"/>
            <a:ext cx="1089374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(months)</a:t>
            </a:r>
          </a:p>
        </p:txBody>
      </p:sp>
      <p:sp>
        <p:nvSpPr>
          <p:cNvPr id="143" name="m053b016206 143">
            <a:extLst xmlns:a="http://schemas.openxmlformats.org/drawingml/2006/main">
              <a:ext uri="{FF2B5EF4-FFF2-40B4-BE49-F238E27FC236}">
                <a16:creationId xmlns:a16="http://schemas.microsoft.com/office/drawing/2014/main" id="{A102F622-A876-4137-8BF7-9FBD8821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064" y="4909779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4" name="Text 144: 0.00">
            <a:extLst xmlns:a="http://schemas.openxmlformats.org/drawingml/2006/main">
              <a:ext uri="{FF2B5EF4-FFF2-40B4-BE49-F238E27FC236}">
                <a16:creationId xmlns:a16="http://schemas.microsoft.com/office/drawing/2014/main" id="{ED14350F-59E9-40F2-AD8E-D831AA9F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2358" y="4832933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145" name="m053b016206 145">
            <a:extLst xmlns:a="http://schemas.openxmlformats.org/drawingml/2006/main">
              <a:ext uri="{FF2B5EF4-FFF2-40B4-BE49-F238E27FC236}">
                <a16:creationId xmlns:a16="http://schemas.microsoft.com/office/drawing/2014/main" id="{2BD81400-7D62-46BB-8EFD-F51C7BD7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064" y="3951533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6" name="Text 146: 0.25">
            <a:extLst xmlns:a="http://schemas.openxmlformats.org/drawingml/2006/main">
              <a:ext uri="{FF2B5EF4-FFF2-40B4-BE49-F238E27FC236}">
                <a16:creationId xmlns:a16="http://schemas.microsoft.com/office/drawing/2014/main" id="{AB5D2A12-22C6-4B96-85B2-5A13AB64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2358" y="3874687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147" name="m053b016206 147">
            <a:extLst xmlns:a="http://schemas.openxmlformats.org/drawingml/2006/main">
              <a:ext uri="{FF2B5EF4-FFF2-40B4-BE49-F238E27FC236}">
                <a16:creationId xmlns:a16="http://schemas.microsoft.com/office/drawing/2014/main" id="{EF687BEC-4E18-42FD-AB8E-E85F2E00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064" y="2993286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8" name="Text 148: 0.50">
            <a:extLst xmlns:a="http://schemas.openxmlformats.org/drawingml/2006/main">
              <a:ext uri="{FF2B5EF4-FFF2-40B4-BE49-F238E27FC236}">
                <a16:creationId xmlns:a16="http://schemas.microsoft.com/office/drawing/2014/main" id="{A9F1072C-A1BC-44D6-98ED-41EB77D3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2358" y="2916440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0.50</a:t>
            </a:r>
          </a:p>
        </p:txBody>
      </p:sp>
      <p:sp>
        <p:nvSpPr>
          <p:cNvPr id="149" name="m053b016206 149">
            <a:extLst xmlns:a="http://schemas.openxmlformats.org/drawingml/2006/main">
              <a:ext uri="{FF2B5EF4-FFF2-40B4-BE49-F238E27FC236}">
                <a16:creationId xmlns:a16="http://schemas.microsoft.com/office/drawing/2014/main" id="{E45E1ABB-89AB-4FCE-BA9B-74AEF633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064" y="2035040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50" name="Text 150: 0.75">
            <a:extLst xmlns:a="http://schemas.openxmlformats.org/drawingml/2006/main">
              <a:ext uri="{FF2B5EF4-FFF2-40B4-BE49-F238E27FC236}">
                <a16:creationId xmlns:a16="http://schemas.microsoft.com/office/drawing/2014/main" id="{B49B96EC-6DA2-4075-9046-997937CA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2358" y="1958194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0.75</a:t>
            </a:r>
          </a:p>
        </p:txBody>
      </p:sp>
      <p:sp>
        <p:nvSpPr>
          <p:cNvPr id="151" name="m053b016206 151">
            <a:extLst xmlns:a="http://schemas.openxmlformats.org/drawingml/2006/main">
              <a:ext uri="{FF2B5EF4-FFF2-40B4-BE49-F238E27FC236}">
                <a16:creationId xmlns:a16="http://schemas.microsoft.com/office/drawing/2014/main" id="{9BC2826D-9905-4246-9EFC-34075EFF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064" y="1076793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52" name="Text 152: 1.00">
            <a:extLst xmlns:a="http://schemas.openxmlformats.org/drawingml/2006/main">
              <a:ext uri="{FF2B5EF4-FFF2-40B4-BE49-F238E27FC236}">
                <a16:creationId xmlns:a16="http://schemas.microsoft.com/office/drawing/2014/main" id="{B3A19F0E-92B0-4D47-B512-6B26BE41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2358" y="999947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153" name="Text 153: OS probability">
            <a:extLst xmlns:a="http://schemas.openxmlformats.org/drawingml/2006/main">
              <a:ext uri="{FF2B5EF4-FFF2-40B4-BE49-F238E27FC236}">
                <a16:creationId xmlns:a16="http://schemas.microsoft.com/office/drawing/2014/main" id="{C881841B-CF35-4562-9ECD-E3D9DEBC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339886" y="2838059"/>
            <a:ext cx="1062228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OS probability</a:t>
            </a:r>
          </a:p>
        </p:txBody>
      </p:sp>
      <p:sp>
        <p:nvSpPr>
          <p:cNvPr id="154" name="Vector 154">
            <a:extLst xmlns:a="http://schemas.openxmlformats.org/drawingml/2006/main">
              <a:ext uri="{FF2B5EF4-FFF2-40B4-BE49-F238E27FC236}">
                <a16:creationId xmlns:a16="http://schemas.microsoft.com/office/drawing/2014/main" id="{D4A89D64-78A0-48EB-B46C-673F39F5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1076793"/>
            <a:ext cx="6437376" cy="3112622"/>
          </a:xfrm>
          <a:custGeom xmlns:a="http://schemas.openxmlformats.org/drawingml/2006/main">
            <a:pathLst>
              <a:path w="6437376" h="3112622">
                <a:moveTo>
                  <a:pt x="0" y="0"/>
                </a:moveTo>
                <a:lnTo>
                  <a:pt x="139478" y="0"/>
                </a:lnTo>
                <a:lnTo>
                  <a:pt x="139478" y="38330"/>
                </a:lnTo>
                <a:lnTo>
                  <a:pt x="272568" y="38330"/>
                </a:lnTo>
                <a:lnTo>
                  <a:pt x="272568" y="76660"/>
                </a:lnTo>
                <a:lnTo>
                  <a:pt x="310692" y="76660"/>
                </a:lnTo>
                <a:lnTo>
                  <a:pt x="310692" y="114990"/>
                </a:lnTo>
                <a:lnTo>
                  <a:pt x="315221" y="114990"/>
                </a:lnTo>
                <a:lnTo>
                  <a:pt x="315221" y="153319"/>
                </a:lnTo>
                <a:lnTo>
                  <a:pt x="417628" y="153319"/>
                </a:lnTo>
                <a:lnTo>
                  <a:pt x="417628" y="191649"/>
                </a:lnTo>
                <a:lnTo>
                  <a:pt x="442826" y="191649"/>
                </a:lnTo>
                <a:lnTo>
                  <a:pt x="442826" y="229979"/>
                </a:lnTo>
                <a:lnTo>
                  <a:pt x="489922" y="229979"/>
                </a:lnTo>
                <a:lnTo>
                  <a:pt x="489922" y="268309"/>
                </a:lnTo>
                <a:lnTo>
                  <a:pt x="546350" y="268309"/>
                </a:lnTo>
                <a:lnTo>
                  <a:pt x="546350" y="306639"/>
                </a:lnTo>
                <a:lnTo>
                  <a:pt x="551770" y="306639"/>
                </a:lnTo>
                <a:lnTo>
                  <a:pt x="551770" y="344969"/>
                </a:lnTo>
                <a:lnTo>
                  <a:pt x="656678" y="344969"/>
                </a:lnTo>
                <a:lnTo>
                  <a:pt x="656678" y="383299"/>
                </a:lnTo>
                <a:lnTo>
                  <a:pt x="807586" y="383299"/>
                </a:lnTo>
                <a:lnTo>
                  <a:pt x="807586" y="421628"/>
                </a:lnTo>
                <a:lnTo>
                  <a:pt x="849426" y="421628"/>
                </a:lnTo>
                <a:lnTo>
                  <a:pt x="849426" y="459958"/>
                </a:lnTo>
                <a:lnTo>
                  <a:pt x="931811" y="459958"/>
                </a:lnTo>
                <a:lnTo>
                  <a:pt x="931811" y="498288"/>
                </a:lnTo>
                <a:lnTo>
                  <a:pt x="961907" y="498288"/>
                </a:lnTo>
                <a:lnTo>
                  <a:pt x="961907" y="536618"/>
                </a:lnTo>
                <a:lnTo>
                  <a:pt x="976451" y="536618"/>
                </a:lnTo>
                <a:lnTo>
                  <a:pt x="976451" y="574948"/>
                </a:lnTo>
                <a:lnTo>
                  <a:pt x="1002402" y="574948"/>
                </a:lnTo>
                <a:lnTo>
                  <a:pt x="1002402" y="613278"/>
                </a:lnTo>
                <a:lnTo>
                  <a:pt x="1061938" y="613278"/>
                </a:lnTo>
                <a:lnTo>
                  <a:pt x="1061938" y="651608"/>
                </a:lnTo>
                <a:lnTo>
                  <a:pt x="1069823" y="651608"/>
                </a:lnTo>
                <a:lnTo>
                  <a:pt x="1069823" y="689938"/>
                </a:lnTo>
                <a:lnTo>
                  <a:pt x="1205977" y="689938"/>
                </a:lnTo>
                <a:lnTo>
                  <a:pt x="1205977" y="728267"/>
                </a:lnTo>
                <a:lnTo>
                  <a:pt x="1216411" y="728267"/>
                </a:lnTo>
                <a:lnTo>
                  <a:pt x="1216411" y="766597"/>
                </a:lnTo>
                <a:lnTo>
                  <a:pt x="1310672" y="766597"/>
                </a:lnTo>
                <a:lnTo>
                  <a:pt x="1310672" y="804927"/>
                </a:lnTo>
                <a:lnTo>
                  <a:pt x="1333835" y="804927"/>
                </a:lnTo>
                <a:lnTo>
                  <a:pt x="1333835" y="843257"/>
                </a:lnTo>
                <a:lnTo>
                  <a:pt x="1365139" y="843257"/>
                </a:lnTo>
                <a:lnTo>
                  <a:pt x="1365139" y="881587"/>
                </a:lnTo>
                <a:lnTo>
                  <a:pt x="1418059" y="881587"/>
                </a:lnTo>
                <a:lnTo>
                  <a:pt x="1418059" y="919917"/>
                </a:lnTo>
                <a:lnTo>
                  <a:pt x="1507778" y="919917"/>
                </a:lnTo>
                <a:lnTo>
                  <a:pt x="1507778" y="958247"/>
                </a:lnTo>
                <a:lnTo>
                  <a:pt x="1645139" y="958247"/>
                </a:lnTo>
                <a:lnTo>
                  <a:pt x="1645139" y="996576"/>
                </a:lnTo>
                <a:lnTo>
                  <a:pt x="1686325" y="996576"/>
                </a:lnTo>
                <a:lnTo>
                  <a:pt x="1686325" y="1034906"/>
                </a:lnTo>
                <a:lnTo>
                  <a:pt x="1693574" y="1034906"/>
                </a:lnTo>
                <a:lnTo>
                  <a:pt x="1693574" y="1073236"/>
                </a:lnTo>
                <a:lnTo>
                  <a:pt x="1780069" y="1073236"/>
                </a:lnTo>
                <a:lnTo>
                  <a:pt x="1780069" y="1111566"/>
                </a:lnTo>
                <a:lnTo>
                  <a:pt x="1829668" y="1111566"/>
                </a:lnTo>
                <a:lnTo>
                  <a:pt x="1829668" y="1149896"/>
                </a:lnTo>
                <a:lnTo>
                  <a:pt x="2031162" y="1149896"/>
                </a:lnTo>
                <a:lnTo>
                  <a:pt x="2031162" y="1188226"/>
                </a:lnTo>
                <a:lnTo>
                  <a:pt x="2092876" y="1188226"/>
                </a:lnTo>
                <a:lnTo>
                  <a:pt x="2092876" y="1226556"/>
                </a:lnTo>
                <a:lnTo>
                  <a:pt x="2249245" y="1226556"/>
                </a:lnTo>
                <a:lnTo>
                  <a:pt x="2249245" y="1264886"/>
                </a:lnTo>
                <a:lnTo>
                  <a:pt x="2301039" y="1264886"/>
                </a:lnTo>
                <a:lnTo>
                  <a:pt x="2301039" y="1303215"/>
                </a:lnTo>
                <a:lnTo>
                  <a:pt x="2373228" y="1303215"/>
                </a:lnTo>
                <a:lnTo>
                  <a:pt x="2373228" y="1341545"/>
                </a:lnTo>
                <a:lnTo>
                  <a:pt x="2451835" y="1341545"/>
                </a:lnTo>
                <a:lnTo>
                  <a:pt x="2451835" y="1379875"/>
                </a:lnTo>
                <a:lnTo>
                  <a:pt x="2484530" y="1379875"/>
                </a:lnTo>
                <a:lnTo>
                  <a:pt x="2484530" y="1418205"/>
                </a:lnTo>
                <a:lnTo>
                  <a:pt x="2523526" y="1418205"/>
                </a:lnTo>
                <a:lnTo>
                  <a:pt x="2523526" y="1456535"/>
                </a:lnTo>
                <a:lnTo>
                  <a:pt x="2548770" y="1456535"/>
                </a:lnTo>
                <a:lnTo>
                  <a:pt x="2548770" y="1494865"/>
                </a:lnTo>
                <a:lnTo>
                  <a:pt x="2650831" y="1494865"/>
                </a:lnTo>
                <a:lnTo>
                  <a:pt x="2650831" y="1533195"/>
                </a:lnTo>
                <a:lnTo>
                  <a:pt x="2672707" y="1533195"/>
                </a:lnTo>
                <a:lnTo>
                  <a:pt x="2672707" y="1571524"/>
                </a:lnTo>
                <a:lnTo>
                  <a:pt x="2696133" y="1571524"/>
                </a:lnTo>
                <a:lnTo>
                  <a:pt x="2696133" y="1609854"/>
                </a:lnTo>
                <a:lnTo>
                  <a:pt x="2701407" y="1609854"/>
                </a:lnTo>
                <a:lnTo>
                  <a:pt x="2701407" y="1648184"/>
                </a:lnTo>
                <a:lnTo>
                  <a:pt x="2771783" y="1648184"/>
                </a:lnTo>
                <a:lnTo>
                  <a:pt x="2771783" y="1686514"/>
                </a:lnTo>
                <a:lnTo>
                  <a:pt x="2855703" y="1686514"/>
                </a:lnTo>
                <a:lnTo>
                  <a:pt x="2855703" y="1724844"/>
                </a:lnTo>
                <a:lnTo>
                  <a:pt x="2877121" y="1724844"/>
                </a:lnTo>
                <a:lnTo>
                  <a:pt x="2877121" y="1763174"/>
                </a:lnTo>
                <a:lnTo>
                  <a:pt x="2967240" y="1763174"/>
                </a:lnTo>
                <a:lnTo>
                  <a:pt x="2967240" y="1801504"/>
                </a:lnTo>
                <a:lnTo>
                  <a:pt x="2972446" y="1801504"/>
                </a:lnTo>
                <a:lnTo>
                  <a:pt x="2972446" y="1839833"/>
                </a:lnTo>
                <a:lnTo>
                  <a:pt x="2985869" y="1839833"/>
                </a:lnTo>
                <a:lnTo>
                  <a:pt x="2985869" y="1878163"/>
                </a:lnTo>
                <a:lnTo>
                  <a:pt x="2995649" y="1878163"/>
                </a:lnTo>
                <a:lnTo>
                  <a:pt x="2995649" y="1916493"/>
                </a:lnTo>
                <a:lnTo>
                  <a:pt x="3019405" y="1916493"/>
                </a:lnTo>
                <a:lnTo>
                  <a:pt x="3019405" y="1954823"/>
                </a:lnTo>
                <a:lnTo>
                  <a:pt x="3030357" y="1954823"/>
                </a:lnTo>
                <a:lnTo>
                  <a:pt x="3030357" y="1993153"/>
                </a:lnTo>
                <a:lnTo>
                  <a:pt x="3037776" y="1993153"/>
                </a:lnTo>
                <a:lnTo>
                  <a:pt x="3037776" y="2031483"/>
                </a:lnTo>
                <a:lnTo>
                  <a:pt x="3167590" y="2031483"/>
                </a:lnTo>
                <a:lnTo>
                  <a:pt x="3167590" y="2069813"/>
                </a:lnTo>
                <a:lnTo>
                  <a:pt x="3272646" y="2069813"/>
                </a:lnTo>
                <a:lnTo>
                  <a:pt x="3272646" y="2108143"/>
                </a:lnTo>
                <a:lnTo>
                  <a:pt x="3340048" y="2108143"/>
                </a:lnTo>
                <a:lnTo>
                  <a:pt x="3340048" y="2146472"/>
                </a:lnTo>
                <a:lnTo>
                  <a:pt x="3409243" y="2146472"/>
                </a:lnTo>
                <a:lnTo>
                  <a:pt x="3409243" y="2184802"/>
                </a:lnTo>
                <a:lnTo>
                  <a:pt x="3628486" y="2184802"/>
                </a:lnTo>
                <a:lnTo>
                  <a:pt x="3628486" y="2224045"/>
                </a:lnTo>
                <a:lnTo>
                  <a:pt x="3689053" y="2224045"/>
                </a:lnTo>
                <a:lnTo>
                  <a:pt x="3689053" y="2263287"/>
                </a:lnTo>
                <a:lnTo>
                  <a:pt x="3752680" y="2263287"/>
                </a:lnTo>
                <a:lnTo>
                  <a:pt x="3752680" y="2305711"/>
                </a:lnTo>
                <a:lnTo>
                  <a:pt x="3754359" y="2305711"/>
                </a:lnTo>
                <a:lnTo>
                  <a:pt x="3754359" y="2348136"/>
                </a:lnTo>
                <a:lnTo>
                  <a:pt x="3822916" y="2348136"/>
                </a:lnTo>
                <a:lnTo>
                  <a:pt x="3822916" y="2391808"/>
                </a:lnTo>
                <a:lnTo>
                  <a:pt x="3877987" y="2391808"/>
                </a:lnTo>
                <a:lnTo>
                  <a:pt x="3877987" y="2436845"/>
                </a:lnTo>
                <a:lnTo>
                  <a:pt x="3925393" y="2436845"/>
                </a:lnTo>
                <a:lnTo>
                  <a:pt x="3925393" y="2483383"/>
                </a:lnTo>
                <a:lnTo>
                  <a:pt x="4143615" y="2483383"/>
                </a:lnTo>
                <a:lnTo>
                  <a:pt x="4143615" y="2533368"/>
                </a:lnTo>
                <a:lnTo>
                  <a:pt x="4248884" y="2533368"/>
                </a:lnTo>
                <a:lnTo>
                  <a:pt x="4248884" y="2585353"/>
                </a:lnTo>
                <a:lnTo>
                  <a:pt x="4419808" y="2585353"/>
                </a:lnTo>
                <a:lnTo>
                  <a:pt x="4419808" y="2642063"/>
                </a:lnTo>
                <a:lnTo>
                  <a:pt x="4452246" y="2642063"/>
                </a:lnTo>
                <a:lnTo>
                  <a:pt x="4452246" y="2698774"/>
                </a:lnTo>
                <a:lnTo>
                  <a:pt x="4584676" y="2698774"/>
                </a:lnTo>
                <a:lnTo>
                  <a:pt x="4584676" y="2758469"/>
                </a:lnTo>
                <a:lnTo>
                  <a:pt x="4643260" y="2758469"/>
                </a:lnTo>
                <a:lnTo>
                  <a:pt x="4643260" y="2818165"/>
                </a:lnTo>
                <a:lnTo>
                  <a:pt x="4732266" y="2818165"/>
                </a:lnTo>
                <a:lnTo>
                  <a:pt x="4732266" y="2877860"/>
                </a:lnTo>
                <a:lnTo>
                  <a:pt x="4857941" y="2877860"/>
                </a:lnTo>
                <a:lnTo>
                  <a:pt x="4857941" y="2941535"/>
                </a:lnTo>
                <a:lnTo>
                  <a:pt x="5332993" y="2941535"/>
                </a:lnTo>
                <a:lnTo>
                  <a:pt x="5332993" y="3022576"/>
                </a:lnTo>
                <a:lnTo>
                  <a:pt x="5828361" y="3022576"/>
                </a:lnTo>
                <a:lnTo>
                  <a:pt x="5828361" y="3112622"/>
                </a:lnTo>
                <a:lnTo>
                  <a:pt x="6437376" y="3112622"/>
                </a:lnTo>
              </a:path>
            </a:pathLst>
          </a:custGeom>
          <a:noFill xmlns:a="http://schemas.openxmlformats.org/drawingml/2006/main"/>
          <a:ln xmlns:a="http://schemas.openxmlformats.org/drawingml/2006/main" w="21590">
            <a:solidFill>
              <a:srgbClr val="B3B7BC"/>
            </a:solidFill>
            <a:prstDash val="dash"/>
          </a:ln>
        </p:spPr>
      </p:sp>
      <p:sp>
        <p:nvSpPr>
          <p:cNvPr id="155" name="m7cef8f53e4 155">
            <a:extLst xmlns:a="http://schemas.openxmlformats.org/drawingml/2006/main">
              <a:ext uri="{FF2B5EF4-FFF2-40B4-BE49-F238E27FC236}">
                <a16:creationId xmlns:a16="http://schemas.microsoft.com/office/drawing/2014/main" id="{F5D4CC23-F598-47EF-8C1A-8429DDA2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0111" y="322349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56" name="m7cef8f53e4 156">
            <a:extLst xmlns:a="http://schemas.openxmlformats.org/drawingml/2006/main">
              <a:ext uri="{FF2B5EF4-FFF2-40B4-BE49-F238E27FC236}">
                <a16:creationId xmlns:a16="http://schemas.microsoft.com/office/drawing/2014/main" id="{4CBA569B-3EEA-4E87-A6A6-A2AD4B6C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7946" y="330198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57" name="m7cef8f53e4 157">
            <a:extLst xmlns:a="http://schemas.openxmlformats.org/drawingml/2006/main">
              <a:ext uri="{FF2B5EF4-FFF2-40B4-BE49-F238E27FC236}">
                <a16:creationId xmlns:a16="http://schemas.microsoft.com/office/drawing/2014/main" id="{DEA38FC2-5A73-4459-9817-BA42D00F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8503" y="330198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58" name="m7cef8f53e4 158">
            <a:extLst xmlns:a="http://schemas.openxmlformats.org/drawingml/2006/main">
              <a:ext uri="{FF2B5EF4-FFF2-40B4-BE49-F238E27FC236}">
                <a16:creationId xmlns:a16="http://schemas.microsoft.com/office/drawing/2014/main" id="{EC2143BB-5CC4-44B1-B5BC-E058EEFF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3137" y="330198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59" name="m7cef8f53e4 159">
            <a:extLst xmlns:a="http://schemas.openxmlformats.org/drawingml/2006/main">
              <a:ext uri="{FF2B5EF4-FFF2-40B4-BE49-F238E27FC236}">
                <a16:creationId xmlns:a16="http://schemas.microsoft.com/office/drawing/2014/main" id="{9407487C-3C58-4488-A8EE-DF06F1FE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2649" y="338682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0" name="m7cef8f53e4 160">
            <a:extLst xmlns:a="http://schemas.openxmlformats.org/drawingml/2006/main">
              <a:ext uri="{FF2B5EF4-FFF2-40B4-BE49-F238E27FC236}">
                <a16:creationId xmlns:a16="http://schemas.microsoft.com/office/drawing/2014/main" id="{D5F91538-AB6A-4AA7-84D3-19C9605E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0772" y="343050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1" name="m7cef8f53e4 161">
            <a:extLst xmlns:a="http://schemas.openxmlformats.org/drawingml/2006/main">
              <a:ext uri="{FF2B5EF4-FFF2-40B4-BE49-F238E27FC236}">
                <a16:creationId xmlns:a16="http://schemas.microsoft.com/office/drawing/2014/main" id="{D6C679FB-C96C-45FD-9F50-C2AE9D22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6166" y="347553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2" name="m7cef8f53e4 162">
            <a:extLst xmlns:a="http://schemas.openxmlformats.org/drawingml/2006/main">
              <a:ext uri="{FF2B5EF4-FFF2-40B4-BE49-F238E27FC236}">
                <a16:creationId xmlns:a16="http://schemas.microsoft.com/office/drawing/2014/main" id="{24B17FD1-B2AA-4612-910D-AF0DBC96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0146" y="352207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3" name="m7cef8f53e4 163">
            <a:extLst xmlns:a="http://schemas.openxmlformats.org/drawingml/2006/main">
              <a:ext uri="{FF2B5EF4-FFF2-40B4-BE49-F238E27FC236}">
                <a16:creationId xmlns:a16="http://schemas.microsoft.com/office/drawing/2014/main" id="{949B300E-A831-47D1-9F47-FD69FC8D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3086" y="352207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4" name="m7cef8f53e4 164">
            <a:extLst xmlns:a="http://schemas.openxmlformats.org/drawingml/2006/main">
              <a:ext uri="{FF2B5EF4-FFF2-40B4-BE49-F238E27FC236}">
                <a16:creationId xmlns:a16="http://schemas.microsoft.com/office/drawing/2014/main" id="{5CDAA5A1-612A-434F-92F5-EC2DAAED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492" y="357206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5" name="m7cef8f53e4 165">
            <a:extLst xmlns:a="http://schemas.openxmlformats.org/drawingml/2006/main">
              <a:ext uri="{FF2B5EF4-FFF2-40B4-BE49-F238E27FC236}">
                <a16:creationId xmlns:a16="http://schemas.microsoft.com/office/drawing/2014/main" id="{96EAA74F-9A4D-42A0-8AED-90D25145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9164" y="362404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6" name="m7cef8f53e4 166">
            <a:extLst xmlns:a="http://schemas.openxmlformats.org/drawingml/2006/main">
              <a:ext uri="{FF2B5EF4-FFF2-40B4-BE49-F238E27FC236}">
                <a16:creationId xmlns:a16="http://schemas.microsoft.com/office/drawing/2014/main" id="{A67CB4E7-A72F-4695-86D3-9FEF594A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2534" y="362404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7" name="m7cef8f53e4 167">
            <a:extLst xmlns:a="http://schemas.openxmlformats.org/drawingml/2006/main">
              <a:ext uri="{FF2B5EF4-FFF2-40B4-BE49-F238E27FC236}">
                <a16:creationId xmlns:a16="http://schemas.microsoft.com/office/drawing/2014/main" id="{BE7AED35-13D3-4194-A97A-BABA1FB0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2996" y="373746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8" name="m7cef8f53e4 168">
            <a:extLst xmlns:a="http://schemas.openxmlformats.org/drawingml/2006/main">
              <a:ext uri="{FF2B5EF4-FFF2-40B4-BE49-F238E27FC236}">
                <a16:creationId xmlns:a16="http://schemas.microsoft.com/office/drawing/2014/main" id="{5D137498-D4E5-4CB1-AC28-37C55930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4892" y="391655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9" name="m7cef8f53e4 169">
            <a:extLst xmlns:a="http://schemas.openxmlformats.org/drawingml/2006/main">
              <a:ext uri="{FF2B5EF4-FFF2-40B4-BE49-F238E27FC236}">
                <a16:creationId xmlns:a16="http://schemas.microsoft.com/office/drawing/2014/main" id="{5C1541FC-A2BD-43E7-AA3F-7EC6D513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4569" y="398022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0" name="m7cef8f53e4 170">
            <a:extLst xmlns:a="http://schemas.openxmlformats.org/drawingml/2006/main">
              <a:ext uri="{FF2B5EF4-FFF2-40B4-BE49-F238E27FC236}">
                <a16:creationId xmlns:a16="http://schemas.microsoft.com/office/drawing/2014/main" id="{9E01025F-F572-4C2A-BCE0-7C2ADB9D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9543" y="398022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1" name="m7cef8f53e4 171">
            <a:extLst xmlns:a="http://schemas.openxmlformats.org/drawingml/2006/main">
              <a:ext uri="{FF2B5EF4-FFF2-40B4-BE49-F238E27FC236}">
                <a16:creationId xmlns:a16="http://schemas.microsoft.com/office/drawing/2014/main" id="{BAB6724C-789E-4B02-87A3-D29BB2AB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7437" y="398022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2" name="m7cef8f53e4 172">
            <a:extLst xmlns:a="http://schemas.openxmlformats.org/drawingml/2006/main">
              <a:ext uri="{FF2B5EF4-FFF2-40B4-BE49-F238E27FC236}">
                <a16:creationId xmlns:a16="http://schemas.microsoft.com/office/drawing/2014/main" id="{EB071572-69E0-42FA-B309-764938C6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2869" y="406126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3" name="m7cef8f53e4 173">
            <a:extLst xmlns:a="http://schemas.openxmlformats.org/drawingml/2006/main">
              <a:ext uri="{FF2B5EF4-FFF2-40B4-BE49-F238E27FC236}">
                <a16:creationId xmlns:a16="http://schemas.microsoft.com/office/drawing/2014/main" id="{C8E7BD7D-98BE-48A1-B1F5-AAA87615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9647" y="415131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4" name="m7cef8f53e4 174">
            <a:extLst xmlns:a="http://schemas.openxmlformats.org/drawingml/2006/main">
              <a:ext uri="{FF2B5EF4-FFF2-40B4-BE49-F238E27FC236}">
                <a16:creationId xmlns:a16="http://schemas.microsoft.com/office/drawing/2014/main" id="{DC598770-D153-409F-9B1E-A9976524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9621" y="415131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5" name="Vector 175">
            <a:extLst xmlns:a="http://schemas.openxmlformats.org/drawingml/2006/main">
              <a:ext uri="{FF2B5EF4-FFF2-40B4-BE49-F238E27FC236}">
                <a16:creationId xmlns:a16="http://schemas.microsoft.com/office/drawing/2014/main" id="{5C462ECB-001D-4EBE-A4B7-9203AB5C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1076793"/>
            <a:ext cx="6437376" cy="2201532"/>
          </a:xfrm>
          <a:custGeom xmlns:a="http://schemas.openxmlformats.org/drawingml/2006/main">
            <a:pathLst>
              <a:path w="6437376" h="2201532">
                <a:moveTo>
                  <a:pt x="0" y="0"/>
                </a:moveTo>
                <a:lnTo>
                  <a:pt x="483193" y="0"/>
                </a:lnTo>
                <a:lnTo>
                  <a:pt x="483193" y="36856"/>
                </a:lnTo>
                <a:lnTo>
                  <a:pt x="700979" y="36856"/>
                </a:lnTo>
                <a:lnTo>
                  <a:pt x="700979" y="73711"/>
                </a:lnTo>
                <a:lnTo>
                  <a:pt x="946564" y="73711"/>
                </a:lnTo>
                <a:lnTo>
                  <a:pt x="946564" y="110567"/>
                </a:lnTo>
                <a:lnTo>
                  <a:pt x="1129226" y="110567"/>
                </a:lnTo>
                <a:lnTo>
                  <a:pt x="1129226" y="147423"/>
                </a:lnTo>
                <a:lnTo>
                  <a:pt x="1187591" y="147423"/>
                </a:lnTo>
                <a:lnTo>
                  <a:pt x="1187591" y="184278"/>
                </a:lnTo>
                <a:lnTo>
                  <a:pt x="1276239" y="184278"/>
                </a:lnTo>
                <a:lnTo>
                  <a:pt x="1276239" y="221134"/>
                </a:lnTo>
                <a:lnTo>
                  <a:pt x="1375694" y="221134"/>
                </a:lnTo>
                <a:lnTo>
                  <a:pt x="1375694" y="257989"/>
                </a:lnTo>
                <a:lnTo>
                  <a:pt x="1425913" y="257989"/>
                </a:lnTo>
                <a:lnTo>
                  <a:pt x="1425913" y="294845"/>
                </a:lnTo>
                <a:lnTo>
                  <a:pt x="1446523" y="294845"/>
                </a:lnTo>
                <a:lnTo>
                  <a:pt x="1446523" y="331701"/>
                </a:lnTo>
                <a:lnTo>
                  <a:pt x="1478327" y="331701"/>
                </a:lnTo>
                <a:lnTo>
                  <a:pt x="1478327" y="368556"/>
                </a:lnTo>
                <a:lnTo>
                  <a:pt x="1607695" y="368556"/>
                </a:lnTo>
                <a:lnTo>
                  <a:pt x="1607695" y="405412"/>
                </a:lnTo>
                <a:lnTo>
                  <a:pt x="1650072" y="405412"/>
                </a:lnTo>
                <a:lnTo>
                  <a:pt x="1650072" y="442268"/>
                </a:lnTo>
                <a:lnTo>
                  <a:pt x="1656458" y="442268"/>
                </a:lnTo>
                <a:lnTo>
                  <a:pt x="1656458" y="479123"/>
                </a:lnTo>
                <a:lnTo>
                  <a:pt x="1703943" y="479123"/>
                </a:lnTo>
                <a:lnTo>
                  <a:pt x="1703943" y="515979"/>
                </a:lnTo>
                <a:lnTo>
                  <a:pt x="1971715" y="515979"/>
                </a:lnTo>
                <a:lnTo>
                  <a:pt x="1971715" y="552835"/>
                </a:lnTo>
                <a:lnTo>
                  <a:pt x="1990715" y="552835"/>
                </a:lnTo>
                <a:lnTo>
                  <a:pt x="1990715" y="589690"/>
                </a:lnTo>
                <a:lnTo>
                  <a:pt x="2081386" y="589690"/>
                </a:lnTo>
                <a:lnTo>
                  <a:pt x="2081386" y="626546"/>
                </a:lnTo>
                <a:lnTo>
                  <a:pt x="2247912" y="626546"/>
                </a:lnTo>
                <a:lnTo>
                  <a:pt x="2249032" y="700257"/>
                </a:lnTo>
                <a:lnTo>
                  <a:pt x="2326988" y="700257"/>
                </a:lnTo>
                <a:lnTo>
                  <a:pt x="2326988" y="737113"/>
                </a:lnTo>
                <a:lnTo>
                  <a:pt x="2337724" y="737113"/>
                </a:lnTo>
                <a:lnTo>
                  <a:pt x="2337724" y="773968"/>
                </a:lnTo>
                <a:lnTo>
                  <a:pt x="2578669" y="773968"/>
                </a:lnTo>
                <a:lnTo>
                  <a:pt x="2578669" y="810824"/>
                </a:lnTo>
                <a:lnTo>
                  <a:pt x="2640091" y="810824"/>
                </a:lnTo>
                <a:lnTo>
                  <a:pt x="2640091" y="847680"/>
                </a:lnTo>
                <a:lnTo>
                  <a:pt x="2647145" y="847680"/>
                </a:lnTo>
                <a:lnTo>
                  <a:pt x="2647145" y="884535"/>
                </a:lnTo>
                <a:lnTo>
                  <a:pt x="2785249" y="884535"/>
                </a:lnTo>
                <a:lnTo>
                  <a:pt x="2785249" y="921391"/>
                </a:lnTo>
                <a:lnTo>
                  <a:pt x="2944009" y="921391"/>
                </a:lnTo>
                <a:lnTo>
                  <a:pt x="2944009" y="958247"/>
                </a:lnTo>
                <a:lnTo>
                  <a:pt x="3131009" y="958247"/>
                </a:lnTo>
                <a:lnTo>
                  <a:pt x="3131009" y="995102"/>
                </a:lnTo>
                <a:lnTo>
                  <a:pt x="3159600" y="995102"/>
                </a:lnTo>
                <a:lnTo>
                  <a:pt x="3159600" y="1031958"/>
                </a:lnTo>
                <a:lnTo>
                  <a:pt x="3425132" y="1031958"/>
                </a:lnTo>
                <a:lnTo>
                  <a:pt x="3425132" y="1068814"/>
                </a:lnTo>
                <a:lnTo>
                  <a:pt x="3504067" y="1068814"/>
                </a:lnTo>
                <a:lnTo>
                  <a:pt x="3504067" y="1105669"/>
                </a:lnTo>
                <a:lnTo>
                  <a:pt x="3525411" y="1105669"/>
                </a:lnTo>
                <a:lnTo>
                  <a:pt x="3525411" y="1142525"/>
                </a:lnTo>
                <a:lnTo>
                  <a:pt x="3550429" y="1142525"/>
                </a:lnTo>
                <a:lnTo>
                  <a:pt x="3550429" y="1179380"/>
                </a:lnTo>
                <a:lnTo>
                  <a:pt x="3562987" y="1179380"/>
                </a:lnTo>
                <a:lnTo>
                  <a:pt x="3562987" y="1216236"/>
                </a:lnTo>
                <a:lnTo>
                  <a:pt x="3580755" y="1216236"/>
                </a:lnTo>
                <a:lnTo>
                  <a:pt x="3580755" y="1253092"/>
                </a:lnTo>
                <a:lnTo>
                  <a:pt x="3666481" y="1253092"/>
                </a:lnTo>
                <a:lnTo>
                  <a:pt x="3666481" y="1289947"/>
                </a:lnTo>
                <a:lnTo>
                  <a:pt x="3682468" y="1289947"/>
                </a:lnTo>
                <a:lnTo>
                  <a:pt x="3682468" y="1326803"/>
                </a:lnTo>
                <a:lnTo>
                  <a:pt x="3699038" y="1326803"/>
                </a:lnTo>
                <a:lnTo>
                  <a:pt x="3699038" y="1363659"/>
                </a:lnTo>
                <a:lnTo>
                  <a:pt x="3833727" y="1363659"/>
                </a:lnTo>
                <a:lnTo>
                  <a:pt x="3833727" y="1401648"/>
                </a:lnTo>
                <a:lnTo>
                  <a:pt x="4236429" y="1401648"/>
                </a:lnTo>
                <a:lnTo>
                  <a:pt x="4236429" y="1442857"/>
                </a:lnTo>
                <a:lnTo>
                  <a:pt x="4261436" y="1442857"/>
                </a:lnTo>
                <a:lnTo>
                  <a:pt x="4261436" y="1484067"/>
                </a:lnTo>
                <a:lnTo>
                  <a:pt x="4318217" y="1484067"/>
                </a:lnTo>
                <a:lnTo>
                  <a:pt x="4318217" y="1526774"/>
                </a:lnTo>
                <a:lnTo>
                  <a:pt x="4319163" y="1526774"/>
                </a:lnTo>
                <a:lnTo>
                  <a:pt x="4379723" y="1526774"/>
                </a:lnTo>
                <a:lnTo>
                  <a:pt x="4379723" y="1571994"/>
                </a:lnTo>
                <a:lnTo>
                  <a:pt x="4414184" y="1571994"/>
                </a:lnTo>
                <a:lnTo>
                  <a:pt x="4414184" y="1617214"/>
                </a:lnTo>
                <a:lnTo>
                  <a:pt x="4642661" y="1617214"/>
                </a:lnTo>
                <a:lnTo>
                  <a:pt x="4642661" y="1665383"/>
                </a:lnTo>
                <a:lnTo>
                  <a:pt x="4707007" y="1665383"/>
                </a:lnTo>
                <a:lnTo>
                  <a:pt x="4707007" y="1714647"/>
                </a:lnTo>
                <a:lnTo>
                  <a:pt x="4900148" y="1714647"/>
                </a:lnTo>
                <a:lnTo>
                  <a:pt x="4900148" y="1767605"/>
                </a:lnTo>
                <a:lnTo>
                  <a:pt x="5080102" y="1767605"/>
                </a:lnTo>
                <a:lnTo>
                  <a:pt x="5080102" y="1826616"/>
                </a:lnTo>
                <a:lnTo>
                  <a:pt x="5121119" y="1826616"/>
                </a:lnTo>
                <a:lnTo>
                  <a:pt x="5121119" y="1885627"/>
                </a:lnTo>
                <a:lnTo>
                  <a:pt x="5225207" y="1885627"/>
                </a:lnTo>
                <a:lnTo>
                  <a:pt x="5225207" y="1950539"/>
                </a:lnTo>
                <a:lnTo>
                  <a:pt x="5278313" y="1950539"/>
                </a:lnTo>
                <a:lnTo>
                  <a:pt x="5278313" y="2020259"/>
                </a:lnTo>
                <a:lnTo>
                  <a:pt x="6346547" y="2020259"/>
                </a:lnTo>
                <a:lnTo>
                  <a:pt x="6346547" y="2201532"/>
                </a:lnTo>
                <a:lnTo>
                  <a:pt x="6437376" y="2201532"/>
                </a:lnTo>
              </a:path>
            </a:pathLst>
          </a:custGeom>
          <a:noFill xmlns:a="http://schemas.openxmlformats.org/drawingml/2006/main"/>
          <a:ln xmlns:a="http://schemas.openxmlformats.org/drawingml/2006/main" w="21590">
            <a:solidFill>
              <a:srgbClr val="697480"/>
            </a:solidFill>
            <a:prstDash val="solid"/>
          </a:ln>
        </p:spPr>
      </p:sp>
      <p:sp>
        <p:nvSpPr>
          <p:cNvPr id="176" name="ma1151b0206 176">
            <a:extLst xmlns:a="http://schemas.openxmlformats.org/drawingml/2006/main">
              <a:ext uri="{FF2B5EF4-FFF2-40B4-BE49-F238E27FC236}">
                <a16:creationId xmlns:a16="http://schemas.microsoft.com/office/drawing/2014/main" id="{7394D97E-BAE1-4F68-AC30-4C151C11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6700" y="24023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77" name="ma1151b0206 177">
            <a:extLst xmlns:a="http://schemas.openxmlformats.org/drawingml/2006/main">
              <a:ext uri="{FF2B5EF4-FFF2-40B4-BE49-F238E27FC236}">
                <a16:creationId xmlns:a16="http://schemas.microsoft.com/office/drawing/2014/main" id="{DA8E2F11-8346-429C-BFC3-918548D1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3011" y="24023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78" name="ma1151b0206 178">
            <a:extLst xmlns:a="http://schemas.openxmlformats.org/drawingml/2006/main">
              <a:ext uri="{FF2B5EF4-FFF2-40B4-BE49-F238E27FC236}">
                <a16:creationId xmlns:a16="http://schemas.microsoft.com/office/drawing/2014/main" id="{F5B1EEC5-C44A-4738-BCB7-D9EF9553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4155" y="244034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79" name="ma1151b0206 179">
            <a:extLst xmlns:a="http://schemas.openxmlformats.org/drawingml/2006/main">
              <a:ext uri="{FF2B5EF4-FFF2-40B4-BE49-F238E27FC236}">
                <a16:creationId xmlns:a16="http://schemas.microsoft.com/office/drawing/2014/main" id="{566101DC-06D3-4051-AD92-8C9673DE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461" y="244034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0" name="ma1151b0206 180">
            <a:extLst xmlns:a="http://schemas.openxmlformats.org/drawingml/2006/main">
              <a:ext uri="{FF2B5EF4-FFF2-40B4-BE49-F238E27FC236}">
                <a16:creationId xmlns:a16="http://schemas.microsoft.com/office/drawing/2014/main" id="{99F8D8EB-8159-48B1-903B-E409041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0277" y="244034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1" name="ma1151b0206 181">
            <a:extLst xmlns:a="http://schemas.openxmlformats.org/drawingml/2006/main">
              <a:ext uri="{FF2B5EF4-FFF2-40B4-BE49-F238E27FC236}">
                <a16:creationId xmlns:a16="http://schemas.microsoft.com/office/drawing/2014/main" id="{426E54F8-3964-4BB9-95D1-422173C5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755" y="244034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2" name="ma1151b0206 182">
            <a:extLst xmlns:a="http://schemas.openxmlformats.org/drawingml/2006/main">
              <a:ext uri="{FF2B5EF4-FFF2-40B4-BE49-F238E27FC236}">
                <a16:creationId xmlns:a16="http://schemas.microsoft.com/office/drawing/2014/main" id="{B8B4A236-D960-42B3-9175-FB914520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2349" y="244034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3" name="ma1151b0206 183">
            <a:extLst xmlns:a="http://schemas.openxmlformats.org/drawingml/2006/main">
              <a:ext uri="{FF2B5EF4-FFF2-40B4-BE49-F238E27FC236}">
                <a16:creationId xmlns:a16="http://schemas.microsoft.com/office/drawing/2014/main" id="{2F23ED36-C6D5-4A6D-BE6D-17FEE4C0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6950" y="252275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4" name="ma1151b0206 184">
            <a:extLst xmlns:a="http://schemas.openxmlformats.org/drawingml/2006/main">
              <a:ext uri="{FF2B5EF4-FFF2-40B4-BE49-F238E27FC236}">
                <a16:creationId xmlns:a16="http://schemas.microsoft.com/office/drawing/2014/main" id="{75351887-05FE-4E3A-B93B-854C7498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4307" y="252275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5" name="ma1151b0206 185">
            <a:extLst xmlns:a="http://schemas.openxmlformats.org/drawingml/2006/main">
              <a:ext uri="{FF2B5EF4-FFF2-40B4-BE49-F238E27FC236}">
                <a16:creationId xmlns:a16="http://schemas.microsoft.com/office/drawing/2014/main" id="{3D55488C-069C-456E-8A64-968FFCC5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4027" y="256546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6" name="ma1151b0206 186">
            <a:extLst xmlns:a="http://schemas.openxmlformats.org/drawingml/2006/main">
              <a:ext uri="{FF2B5EF4-FFF2-40B4-BE49-F238E27FC236}">
                <a16:creationId xmlns:a16="http://schemas.microsoft.com/office/drawing/2014/main" id="{5ADF3168-CCE6-4A94-84CA-D84F2F0D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7470" y="256546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7" name="ma1151b0206 187">
            <a:extLst xmlns:a="http://schemas.openxmlformats.org/drawingml/2006/main">
              <a:ext uri="{FF2B5EF4-FFF2-40B4-BE49-F238E27FC236}">
                <a16:creationId xmlns:a16="http://schemas.microsoft.com/office/drawing/2014/main" id="{1E9368A3-1141-4851-8C61-8684B51C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1264" y="256546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8" name="ma1151b0206 188">
            <a:extLst xmlns:a="http://schemas.openxmlformats.org/drawingml/2006/main">
              <a:ext uri="{FF2B5EF4-FFF2-40B4-BE49-F238E27FC236}">
                <a16:creationId xmlns:a16="http://schemas.microsoft.com/office/drawing/2014/main" id="{3257626E-C5B9-44E8-BAFC-F47851B3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0089" y="265590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9" name="ma1151b0206 189">
            <a:extLst xmlns:a="http://schemas.openxmlformats.org/drawingml/2006/main">
              <a:ext uri="{FF2B5EF4-FFF2-40B4-BE49-F238E27FC236}">
                <a16:creationId xmlns:a16="http://schemas.microsoft.com/office/drawing/2014/main" id="{83C5A2C4-E5EB-432B-B7DB-408BC9E1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381" y="265590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0" name="ma1151b0206 190">
            <a:extLst xmlns:a="http://schemas.openxmlformats.org/drawingml/2006/main">
              <a:ext uri="{FF2B5EF4-FFF2-40B4-BE49-F238E27FC236}">
                <a16:creationId xmlns:a16="http://schemas.microsoft.com/office/drawing/2014/main" id="{B79B546A-B749-413C-A7B7-E5022812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9583" y="265590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1" name="ma1151b0206 191">
            <a:extLst xmlns:a="http://schemas.openxmlformats.org/drawingml/2006/main">
              <a:ext uri="{FF2B5EF4-FFF2-40B4-BE49-F238E27FC236}">
                <a16:creationId xmlns:a16="http://schemas.microsoft.com/office/drawing/2014/main" id="{9A6A162A-212C-4C95-B447-4584414A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3278" y="270407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2" name="ma1151b0206 192">
            <a:extLst xmlns:a="http://schemas.openxmlformats.org/drawingml/2006/main">
              <a:ext uri="{FF2B5EF4-FFF2-40B4-BE49-F238E27FC236}">
                <a16:creationId xmlns:a16="http://schemas.microsoft.com/office/drawing/2014/main" id="{E731299B-5643-49FD-89BB-8A1671B4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8336" y="275334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3" name="ma1151b0206 193">
            <a:extLst xmlns:a="http://schemas.openxmlformats.org/drawingml/2006/main">
              <a:ext uri="{FF2B5EF4-FFF2-40B4-BE49-F238E27FC236}">
                <a16:creationId xmlns:a16="http://schemas.microsoft.com/office/drawing/2014/main" id="{7EBEA91E-9C2A-46FB-B7ED-B8AB95AB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6297" y="275334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4" name="ma1151b0206 194">
            <a:extLst xmlns:a="http://schemas.openxmlformats.org/drawingml/2006/main">
              <a:ext uri="{FF2B5EF4-FFF2-40B4-BE49-F238E27FC236}">
                <a16:creationId xmlns:a16="http://schemas.microsoft.com/office/drawing/2014/main" id="{09F90698-B4E4-47DB-90BF-62355E90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4661" y="275334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5" name="ma1151b0206 195">
            <a:extLst xmlns:a="http://schemas.openxmlformats.org/drawingml/2006/main">
              <a:ext uri="{FF2B5EF4-FFF2-40B4-BE49-F238E27FC236}">
                <a16:creationId xmlns:a16="http://schemas.microsoft.com/office/drawing/2014/main" id="{5C28E6CF-C6B3-4745-9AAC-FB4DD910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9684" y="280629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6" name="ma1151b0206 196">
            <a:extLst xmlns:a="http://schemas.openxmlformats.org/drawingml/2006/main">
              <a:ext uri="{FF2B5EF4-FFF2-40B4-BE49-F238E27FC236}">
                <a16:creationId xmlns:a16="http://schemas.microsoft.com/office/drawing/2014/main" id="{15F79880-1E66-451C-8E0F-D3F620E5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3420" y="280629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7" name="ma1151b0206 197">
            <a:extLst xmlns:a="http://schemas.openxmlformats.org/drawingml/2006/main">
              <a:ext uri="{FF2B5EF4-FFF2-40B4-BE49-F238E27FC236}">
                <a16:creationId xmlns:a16="http://schemas.microsoft.com/office/drawing/2014/main" id="{83FE7AD4-E62E-436A-8C6F-237C3B9E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3376" y="280629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8" name="ma1151b0206 198">
            <a:extLst xmlns:a="http://schemas.openxmlformats.org/drawingml/2006/main">
              <a:ext uri="{FF2B5EF4-FFF2-40B4-BE49-F238E27FC236}">
                <a16:creationId xmlns:a16="http://schemas.microsoft.com/office/drawing/2014/main" id="{B557DB49-07E2-49A1-B558-25F0E7F4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9008" y="280629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9" name="ma1151b0206 199">
            <a:extLst xmlns:a="http://schemas.openxmlformats.org/drawingml/2006/main">
              <a:ext uri="{FF2B5EF4-FFF2-40B4-BE49-F238E27FC236}">
                <a16:creationId xmlns:a16="http://schemas.microsoft.com/office/drawing/2014/main" id="{2E4F6269-DBF0-479B-B9FA-D4D61ACB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16" y="292432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0" name="ma1151b0206 200">
            <a:extLst xmlns:a="http://schemas.openxmlformats.org/drawingml/2006/main">
              <a:ext uri="{FF2B5EF4-FFF2-40B4-BE49-F238E27FC236}">
                <a16:creationId xmlns:a16="http://schemas.microsoft.com/office/drawing/2014/main" id="{159B5561-1C36-4E46-9723-44BBC51F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4082" y="292432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1" name="ma1151b0206 201">
            <a:extLst xmlns:a="http://schemas.openxmlformats.org/drawingml/2006/main">
              <a:ext uri="{FF2B5EF4-FFF2-40B4-BE49-F238E27FC236}">
                <a16:creationId xmlns:a16="http://schemas.microsoft.com/office/drawing/2014/main" id="{7C816A92-4CAC-4A88-A6B8-227C37D1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8835" y="292432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2" name="ma1151b0206 202">
            <a:extLst xmlns:a="http://schemas.openxmlformats.org/drawingml/2006/main">
              <a:ext uri="{FF2B5EF4-FFF2-40B4-BE49-F238E27FC236}">
                <a16:creationId xmlns:a16="http://schemas.microsoft.com/office/drawing/2014/main" id="{F2D21BF4-D4AF-4016-B413-BB80F195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266" y="298923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3" name="ma1151b0206 203">
            <a:extLst xmlns:a="http://schemas.openxmlformats.org/drawingml/2006/main">
              <a:ext uri="{FF2B5EF4-FFF2-40B4-BE49-F238E27FC236}">
                <a16:creationId xmlns:a16="http://schemas.microsoft.com/office/drawing/2014/main" id="{70C85FAA-2E73-40E8-838D-D0BD4DD7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9" y="298923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4" name="ma1151b0206 204">
            <a:extLst xmlns:a="http://schemas.openxmlformats.org/drawingml/2006/main">
              <a:ext uri="{FF2B5EF4-FFF2-40B4-BE49-F238E27FC236}">
                <a16:creationId xmlns:a16="http://schemas.microsoft.com/office/drawing/2014/main" id="{96A34E7D-A12B-40D3-B200-C85FED31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4078" y="30589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5" name="ma1151b0206 205">
            <a:extLst xmlns:a="http://schemas.openxmlformats.org/drawingml/2006/main">
              <a:ext uri="{FF2B5EF4-FFF2-40B4-BE49-F238E27FC236}">
                <a16:creationId xmlns:a16="http://schemas.microsoft.com/office/drawing/2014/main" id="{3B08E7AC-B124-4AAE-83D2-41DC4A91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1201" y="30589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6" name="ma1151b0206 206">
            <a:extLst xmlns:a="http://schemas.openxmlformats.org/drawingml/2006/main">
              <a:ext uri="{FF2B5EF4-FFF2-40B4-BE49-F238E27FC236}">
                <a16:creationId xmlns:a16="http://schemas.microsoft.com/office/drawing/2014/main" id="{C78926E0-404F-4A0A-ACDC-C25724BC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851" y="30589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7" name="ma1151b0206 207">
            <a:extLst xmlns:a="http://schemas.openxmlformats.org/drawingml/2006/main">
              <a:ext uri="{FF2B5EF4-FFF2-40B4-BE49-F238E27FC236}">
                <a16:creationId xmlns:a16="http://schemas.microsoft.com/office/drawing/2014/main" id="{32E07EA6-83F8-4543-A3F6-E13A2FAC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854" y="30589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8" name="ma1151b0206 208">
            <a:extLst xmlns:a="http://schemas.openxmlformats.org/drawingml/2006/main">
              <a:ext uri="{FF2B5EF4-FFF2-40B4-BE49-F238E27FC236}">
                <a16:creationId xmlns:a16="http://schemas.microsoft.com/office/drawing/2014/main" id="{0F8B4CFB-7B56-4ECA-84C1-6BA1C46F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8471" y="30589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9" name="ma1151b0206 209">
            <a:extLst xmlns:a="http://schemas.openxmlformats.org/drawingml/2006/main">
              <a:ext uri="{FF2B5EF4-FFF2-40B4-BE49-F238E27FC236}">
                <a16:creationId xmlns:a16="http://schemas.microsoft.com/office/drawing/2014/main" id="{94D8925B-8D63-4D2A-AD71-BC9BAE98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9699" y="30589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0" name="ma1151b0206 210">
            <a:extLst xmlns:a="http://schemas.openxmlformats.org/drawingml/2006/main">
              <a:ext uri="{FF2B5EF4-FFF2-40B4-BE49-F238E27FC236}">
                <a16:creationId xmlns:a16="http://schemas.microsoft.com/office/drawing/2014/main" id="{E4D8C22E-8BD7-464A-BE85-CE1528A6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4721" y="30589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1" name="ma1151b0206 211">
            <a:extLst xmlns:a="http://schemas.openxmlformats.org/drawingml/2006/main">
              <a:ext uri="{FF2B5EF4-FFF2-40B4-BE49-F238E27FC236}">
                <a16:creationId xmlns:a16="http://schemas.microsoft.com/office/drawing/2014/main" id="{24032405-65A2-445F-B2EA-DC3DBFF0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2386" y="30589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2" name="ma1151b0206 212">
            <a:extLst xmlns:a="http://schemas.openxmlformats.org/drawingml/2006/main">
              <a:ext uri="{FF2B5EF4-FFF2-40B4-BE49-F238E27FC236}">
                <a16:creationId xmlns:a16="http://schemas.microsoft.com/office/drawing/2014/main" id="{A832A425-A307-4C4C-9682-2C6A9519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020" y="30589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3" name="ma1151b0206 213">
            <a:extLst xmlns:a="http://schemas.openxmlformats.org/drawingml/2006/main">
              <a:ext uri="{FF2B5EF4-FFF2-40B4-BE49-F238E27FC236}">
                <a16:creationId xmlns:a16="http://schemas.microsoft.com/office/drawing/2014/main" id="{D4E2C89C-CF00-46FF-BB6B-53D55408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5821" y="30589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4" name="ma1151b0206 214">
            <a:extLst xmlns:a="http://schemas.openxmlformats.org/drawingml/2006/main">
              <a:ext uri="{FF2B5EF4-FFF2-40B4-BE49-F238E27FC236}">
                <a16:creationId xmlns:a16="http://schemas.microsoft.com/office/drawing/2014/main" id="{D42813CF-BBB6-4E61-9B51-1B782E22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5578" y="30589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5" name="ma1151b0206 215">
            <a:extLst xmlns:a="http://schemas.openxmlformats.org/drawingml/2006/main">
              <a:ext uri="{FF2B5EF4-FFF2-40B4-BE49-F238E27FC236}">
                <a16:creationId xmlns:a16="http://schemas.microsoft.com/office/drawing/2014/main" id="{FD5E013A-D2E1-470F-B5F0-781A9B7B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2965" y="30589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6" name="ma1151b0206 216">
            <a:extLst xmlns:a="http://schemas.openxmlformats.org/drawingml/2006/main">
              <a:ext uri="{FF2B5EF4-FFF2-40B4-BE49-F238E27FC236}">
                <a16:creationId xmlns:a16="http://schemas.microsoft.com/office/drawing/2014/main" id="{B35A7FE2-FF37-4289-8CFD-595D7A02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3938" y="30589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7" name="ma1151b0206 217">
            <a:extLst xmlns:a="http://schemas.openxmlformats.org/drawingml/2006/main">
              <a:ext uri="{FF2B5EF4-FFF2-40B4-BE49-F238E27FC236}">
                <a16:creationId xmlns:a16="http://schemas.microsoft.com/office/drawing/2014/main" id="{36FA2E84-B644-47EC-9F52-6116D41C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7571" y="30589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8" name="ma1151b0206 218">
            <a:extLst xmlns:a="http://schemas.openxmlformats.org/drawingml/2006/main">
              <a:ext uri="{FF2B5EF4-FFF2-40B4-BE49-F238E27FC236}">
                <a16:creationId xmlns:a16="http://schemas.microsoft.com/office/drawing/2014/main" id="{87523965-12BA-4385-A320-B5C9A225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8132" y="30589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9" name="ma1151b0206 219">
            <a:extLst xmlns:a="http://schemas.openxmlformats.org/drawingml/2006/main">
              <a:ext uri="{FF2B5EF4-FFF2-40B4-BE49-F238E27FC236}">
                <a16:creationId xmlns:a16="http://schemas.microsoft.com/office/drawing/2014/main" id="{33E4378E-26BA-4AA1-95AC-72350151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5224" y="30589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20" name="ma1151b0206 220">
            <a:extLst xmlns:a="http://schemas.openxmlformats.org/drawingml/2006/main">
              <a:ext uri="{FF2B5EF4-FFF2-40B4-BE49-F238E27FC236}">
                <a16:creationId xmlns:a16="http://schemas.microsoft.com/office/drawing/2014/main" id="{51CCCA17-07A6-4A53-9036-913A62B7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8528" y="324022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21" name="Vector 221">
            <a:extLst xmlns:a="http://schemas.openxmlformats.org/drawingml/2006/main">
              <a:ext uri="{FF2B5EF4-FFF2-40B4-BE49-F238E27FC236}">
                <a16:creationId xmlns:a16="http://schemas.microsoft.com/office/drawing/2014/main" id="{40A46319-222B-4768-BF98-49D43341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1076793"/>
            <a:ext cx="6437376" cy="3155461"/>
          </a:xfrm>
          <a:custGeom xmlns:a="http://schemas.openxmlformats.org/drawingml/2006/main">
            <a:pathLst>
              <a:path w="6437376" h="3155461">
                <a:moveTo>
                  <a:pt x="0" y="0"/>
                </a:moveTo>
                <a:lnTo>
                  <a:pt x="67155" y="0"/>
                </a:lnTo>
                <a:lnTo>
                  <a:pt x="67155" y="47912"/>
                </a:lnTo>
                <a:lnTo>
                  <a:pt x="441848" y="47912"/>
                </a:lnTo>
                <a:lnTo>
                  <a:pt x="441848" y="95825"/>
                </a:lnTo>
                <a:lnTo>
                  <a:pt x="585869" y="95825"/>
                </a:lnTo>
                <a:lnTo>
                  <a:pt x="585869" y="143737"/>
                </a:lnTo>
                <a:lnTo>
                  <a:pt x="689481" y="143737"/>
                </a:lnTo>
                <a:lnTo>
                  <a:pt x="689481" y="191649"/>
                </a:lnTo>
                <a:lnTo>
                  <a:pt x="715940" y="191649"/>
                </a:lnTo>
                <a:lnTo>
                  <a:pt x="715940" y="239562"/>
                </a:lnTo>
                <a:lnTo>
                  <a:pt x="1053361" y="239562"/>
                </a:lnTo>
                <a:lnTo>
                  <a:pt x="1053361" y="287474"/>
                </a:lnTo>
                <a:lnTo>
                  <a:pt x="1123186" y="287474"/>
                </a:lnTo>
                <a:lnTo>
                  <a:pt x="1123186" y="335386"/>
                </a:lnTo>
                <a:lnTo>
                  <a:pt x="1182884" y="335386"/>
                </a:lnTo>
                <a:lnTo>
                  <a:pt x="1182884" y="383299"/>
                </a:lnTo>
                <a:lnTo>
                  <a:pt x="1290447" y="383299"/>
                </a:lnTo>
                <a:lnTo>
                  <a:pt x="1290447" y="431211"/>
                </a:lnTo>
                <a:lnTo>
                  <a:pt x="1355869" y="431211"/>
                </a:lnTo>
                <a:lnTo>
                  <a:pt x="1355869" y="479123"/>
                </a:lnTo>
                <a:lnTo>
                  <a:pt x="1370455" y="479123"/>
                </a:lnTo>
                <a:lnTo>
                  <a:pt x="1370455" y="527036"/>
                </a:lnTo>
                <a:lnTo>
                  <a:pt x="1483266" y="527036"/>
                </a:lnTo>
                <a:lnTo>
                  <a:pt x="1483266" y="574948"/>
                </a:lnTo>
                <a:lnTo>
                  <a:pt x="1530108" y="574948"/>
                </a:lnTo>
                <a:lnTo>
                  <a:pt x="1530108" y="622860"/>
                </a:lnTo>
                <a:lnTo>
                  <a:pt x="1576989" y="622860"/>
                </a:lnTo>
                <a:lnTo>
                  <a:pt x="1576989" y="670773"/>
                </a:lnTo>
                <a:lnTo>
                  <a:pt x="1641558" y="670773"/>
                </a:lnTo>
                <a:lnTo>
                  <a:pt x="1641558" y="718685"/>
                </a:lnTo>
                <a:lnTo>
                  <a:pt x="1646429" y="718685"/>
                </a:lnTo>
                <a:lnTo>
                  <a:pt x="1646429" y="766597"/>
                </a:lnTo>
                <a:lnTo>
                  <a:pt x="1723990" y="766597"/>
                </a:lnTo>
                <a:lnTo>
                  <a:pt x="1723990" y="814510"/>
                </a:lnTo>
                <a:lnTo>
                  <a:pt x="1747316" y="814510"/>
                </a:lnTo>
                <a:lnTo>
                  <a:pt x="1747316" y="862422"/>
                </a:lnTo>
                <a:lnTo>
                  <a:pt x="1832554" y="862422"/>
                </a:lnTo>
                <a:lnTo>
                  <a:pt x="1832554" y="910334"/>
                </a:lnTo>
                <a:lnTo>
                  <a:pt x="1943717" y="910334"/>
                </a:lnTo>
                <a:lnTo>
                  <a:pt x="1943717" y="958247"/>
                </a:lnTo>
                <a:lnTo>
                  <a:pt x="2017402" y="958247"/>
                </a:lnTo>
                <a:lnTo>
                  <a:pt x="2017402" y="1006159"/>
                </a:lnTo>
                <a:lnTo>
                  <a:pt x="2167290" y="1006159"/>
                </a:lnTo>
                <a:lnTo>
                  <a:pt x="2167290" y="1054071"/>
                </a:lnTo>
                <a:lnTo>
                  <a:pt x="2242224" y="1054071"/>
                </a:lnTo>
                <a:lnTo>
                  <a:pt x="2242224" y="1101984"/>
                </a:lnTo>
                <a:lnTo>
                  <a:pt x="2335017" y="1101984"/>
                </a:lnTo>
                <a:lnTo>
                  <a:pt x="2335017" y="1149896"/>
                </a:lnTo>
                <a:lnTo>
                  <a:pt x="2346216" y="1149896"/>
                </a:lnTo>
                <a:lnTo>
                  <a:pt x="2346216" y="1197808"/>
                </a:lnTo>
                <a:lnTo>
                  <a:pt x="2442833" y="1197808"/>
                </a:lnTo>
                <a:lnTo>
                  <a:pt x="2442833" y="1245721"/>
                </a:lnTo>
                <a:lnTo>
                  <a:pt x="2482867" y="1245721"/>
                </a:lnTo>
                <a:lnTo>
                  <a:pt x="2482867" y="1293633"/>
                </a:lnTo>
                <a:lnTo>
                  <a:pt x="2686524" y="1293633"/>
                </a:lnTo>
                <a:lnTo>
                  <a:pt x="2686524" y="1341545"/>
                </a:lnTo>
                <a:lnTo>
                  <a:pt x="2692719" y="1341545"/>
                </a:lnTo>
                <a:lnTo>
                  <a:pt x="2694072" y="1437370"/>
                </a:lnTo>
                <a:lnTo>
                  <a:pt x="2869458" y="1437370"/>
                </a:lnTo>
                <a:lnTo>
                  <a:pt x="2869458" y="1485282"/>
                </a:lnTo>
                <a:lnTo>
                  <a:pt x="2913390" y="1485282"/>
                </a:lnTo>
                <a:lnTo>
                  <a:pt x="2913390" y="1533195"/>
                </a:lnTo>
                <a:lnTo>
                  <a:pt x="2945064" y="1533195"/>
                </a:lnTo>
                <a:lnTo>
                  <a:pt x="2945064" y="1581107"/>
                </a:lnTo>
                <a:lnTo>
                  <a:pt x="2950395" y="1581107"/>
                </a:lnTo>
                <a:lnTo>
                  <a:pt x="2950395" y="1629019"/>
                </a:lnTo>
                <a:lnTo>
                  <a:pt x="2991332" y="1629019"/>
                </a:lnTo>
                <a:lnTo>
                  <a:pt x="2991332" y="1676932"/>
                </a:lnTo>
                <a:lnTo>
                  <a:pt x="3069042" y="1676932"/>
                </a:lnTo>
                <a:lnTo>
                  <a:pt x="3069042" y="1724844"/>
                </a:lnTo>
                <a:lnTo>
                  <a:pt x="3266364" y="1724844"/>
                </a:lnTo>
                <a:lnTo>
                  <a:pt x="3266364" y="1772756"/>
                </a:lnTo>
                <a:lnTo>
                  <a:pt x="3291053" y="1772756"/>
                </a:lnTo>
                <a:lnTo>
                  <a:pt x="3291053" y="1820669"/>
                </a:lnTo>
                <a:lnTo>
                  <a:pt x="3353575" y="1820669"/>
                </a:lnTo>
                <a:lnTo>
                  <a:pt x="3353575" y="1868581"/>
                </a:lnTo>
                <a:lnTo>
                  <a:pt x="3573683" y="1868581"/>
                </a:lnTo>
                <a:lnTo>
                  <a:pt x="3573683" y="1916493"/>
                </a:lnTo>
                <a:lnTo>
                  <a:pt x="3583045" y="1916493"/>
                </a:lnTo>
                <a:lnTo>
                  <a:pt x="3583045" y="1964406"/>
                </a:lnTo>
                <a:lnTo>
                  <a:pt x="3596943" y="1964406"/>
                </a:lnTo>
                <a:lnTo>
                  <a:pt x="3596943" y="2012318"/>
                </a:lnTo>
                <a:lnTo>
                  <a:pt x="3622445" y="2012318"/>
                </a:lnTo>
                <a:lnTo>
                  <a:pt x="3622445" y="2060230"/>
                </a:lnTo>
                <a:lnTo>
                  <a:pt x="3692949" y="2060230"/>
                </a:lnTo>
                <a:lnTo>
                  <a:pt x="3692949" y="2108143"/>
                </a:lnTo>
                <a:lnTo>
                  <a:pt x="3721085" y="2108143"/>
                </a:lnTo>
                <a:lnTo>
                  <a:pt x="3721085" y="2156055"/>
                </a:lnTo>
                <a:lnTo>
                  <a:pt x="3936801" y="2156055"/>
                </a:lnTo>
                <a:lnTo>
                  <a:pt x="3936801" y="2210149"/>
                </a:lnTo>
                <a:lnTo>
                  <a:pt x="3958428" y="2210149"/>
                </a:lnTo>
                <a:lnTo>
                  <a:pt x="3958428" y="2264244"/>
                </a:lnTo>
                <a:lnTo>
                  <a:pt x="4185617" y="2264244"/>
                </a:lnTo>
                <a:lnTo>
                  <a:pt x="4185617" y="2322346"/>
                </a:lnTo>
                <a:lnTo>
                  <a:pt x="4332301" y="2322346"/>
                </a:lnTo>
                <a:lnTo>
                  <a:pt x="4332301" y="2380447"/>
                </a:lnTo>
                <a:lnTo>
                  <a:pt x="4504733" y="2380447"/>
                </a:lnTo>
                <a:lnTo>
                  <a:pt x="4504733" y="2453074"/>
                </a:lnTo>
                <a:lnTo>
                  <a:pt x="4547404" y="2453074"/>
                </a:lnTo>
                <a:lnTo>
                  <a:pt x="4547404" y="2525701"/>
                </a:lnTo>
                <a:lnTo>
                  <a:pt x="4639985" y="2525701"/>
                </a:lnTo>
                <a:lnTo>
                  <a:pt x="4639985" y="2612853"/>
                </a:lnTo>
                <a:lnTo>
                  <a:pt x="4887114" y="2612853"/>
                </a:lnTo>
                <a:lnTo>
                  <a:pt x="4887114" y="2706710"/>
                </a:lnTo>
                <a:lnTo>
                  <a:pt x="4932078" y="2706710"/>
                </a:lnTo>
                <a:lnTo>
                  <a:pt x="4932078" y="2800566"/>
                </a:lnTo>
                <a:lnTo>
                  <a:pt x="5344658" y="2800566"/>
                </a:lnTo>
                <a:lnTo>
                  <a:pt x="5344658" y="2929619"/>
                </a:lnTo>
                <a:lnTo>
                  <a:pt x="5890314" y="2929619"/>
                </a:lnTo>
                <a:lnTo>
                  <a:pt x="5890314" y="3155461"/>
                </a:lnTo>
                <a:lnTo>
                  <a:pt x="6437376" y="3155461"/>
                </a:lnTo>
              </a:path>
            </a:pathLst>
          </a:custGeom>
          <a:noFill xmlns:a="http://schemas.openxmlformats.org/drawingml/2006/main"/>
          <a:ln xmlns:a="http://schemas.openxmlformats.org/drawingml/2006/main" w="29210">
            <a:solidFill>
              <a:srgbClr val="0072B2"/>
            </a:solidFill>
            <a:prstDash val="dash"/>
          </a:ln>
        </p:spPr>
      </p:sp>
      <p:sp>
        <p:nvSpPr>
          <p:cNvPr id="222" name="m1b0298e302 222">
            <a:extLst xmlns:a="http://schemas.openxmlformats.org/drawingml/2006/main">
              <a:ext uri="{FF2B5EF4-FFF2-40B4-BE49-F238E27FC236}">
                <a16:creationId xmlns:a16="http://schemas.microsoft.com/office/drawing/2014/main" id="{2C7AF289-9242-4C97-A3C1-9FD83011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8489" y="319474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23" name="m1b0298e302 223">
            <a:extLst xmlns:a="http://schemas.openxmlformats.org/drawingml/2006/main">
              <a:ext uri="{FF2B5EF4-FFF2-40B4-BE49-F238E27FC236}">
                <a16:creationId xmlns:a16="http://schemas.microsoft.com/office/drawing/2014/main" id="{97E43250-E5F9-4F7B-8EA0-D3B4ED24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1100" y="319474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24" name="m1b0298e302 224">
            <a:extLst xmlns:a="http://schemas.openxmlformats.org/drawingml/2006/main">
              <a:ext uri="{FF2B5EF4-FFF2-40B4-BE49-F238E27FC236}">
                <a16:creationId xmlns:a16="http://schemas.microsoft.com/office/drawing/2014/main" id="{9E395E6E-2962-41AF-95CE-B8E190A6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7567" y="319474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25" name="m1b0298e302 225">
            <a:extLst xmlns:a="http://schemas.openxmlformats.org/drawingml/2006/main">
              <a:ext uri="{FF2B5EF4-FFF2-40B4-BE49-F238E27FC236}">
                <a16:creationId xmlns:a16="http://schemas.microsoft.com/office/drawing/2014/main" id="{8B786BC8-6148-4E6C-A9B0-03E73D89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583" y="319474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26" name="m1b0298e302 226">
            <a:extLst xmlns:a="http://schemas.openxmlformats.org/drawingml/2006/main">
              <a:ext uri="{FF2B5EF4-FFF2-40B4-BE49-F238E27FC236}">
                <a16:creationId xmlns:a16="http://schemas.microsoft.com/office/drawing/2014/main" id="{B4872590-BB09-48D0-82AB-1E24FBBD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7372" y="330293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27" name="m1b0298e302 227">
            <a:extLst xmlns:a="http://schemas.openxmlformats.org/drawingml/2006/main">
              <a:ext uri="{FF2B5EF4-FFF2-40B4-BE49-F238E27FC236}">
                <a16:creationId xmlns:a16="http://schemas.microsoft.com/office/drawing/2014/main" id="{6658A542-6274-448A-8543-F3B244C7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0174" y="330293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28" name="m1b0298e302 228">
            <a:extLst xmlns:a="http://schemas.openxmlformats.org/drawingml/2006/main">
              <a:ext uri="{FF2B5EF4-FFF2-40B4-BE49-F238E27FC236}">
                <a16:creationId xmlns:a16="http://schemas.microsoft.com/office/drawing/2014/main" id="{868B2A75-75EA-4E60-AB26-C856E1C5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1524" y="341914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29" name="m1b0298e302 229">
            <a:extLst xmlns:a="http://schemas.openxmlformats.org/drawingml/2006/main">
              <a:ext uri="{FF2B5EF4-FFF2-40B4-BE49-F238E27FC236}">
                <a16:creationId xmlns:a16="http://schemas.microsoft.com/office/drawing/2014/main" id="{25DBCB96-B9AD-4826-97D9-6D27FDCC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5935" y="341914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30" name="m1b0298e302 230">
            <a:extLst xmlns:a="http://schemas.openxmlformats.org/drawingml/2006/main">
              <a:ext uri="{FF2B5EF4-FFF2-40B4-BE49-F238E27FC236}">
                <a16:creationId xmlns:a16="http://schemas.microsoft.com/office/drawing/2014/main" id="{2A6B3D02-2E51-466B-983C-0B20041F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0396" y="341914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31" name="m1b0298e302 231">
            <a:extLst xmlns:a="http://schemas.openxmlformats.org/drawingml/2006/main">
              <a:ext uri="{FF2B5EF4-FFF2-40B4-BE49-F238E27FC236}">
                <a16:creationId xmlns:a16="http://schemas.microsoft.com/office/drawing/2014/main" id="{E3610BA8-D679-4B6E-B8D2-7138340E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6079" y="341914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32" name="m1b0298e302 232">
            <a:extLst xmlns:a="http://schemas.openxmlformats.org/drawingml/2006/main">
              <a:ext uri="{FF2B5EF4-FFF2-40B4-BE49-F238E27FC236}">
                <a16:creationId xmlns:a16="http://schemas.microsoft.com/office/drawing/2014/main" id="{6A66E466-8F9C-473A-805B-44BEACB3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4078" y="341914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33" name="m1b0298e302 233">
            <a:extLst xmlns:a="http://schemas.openxmlformats.org/drawingml/2006/main">
              <a:ext uri="{FF2B5EF4-FFF2-40B4-BE49-F238E27FC236}">
                <a16:creationId xmlns:a16="http://schemas.microsoft.com/office/drawing/2014/main" id="{662CA7BA-B496-49D6-94E7-6EF38A15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1058" y="356439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34" name="m1b0298e302 234">
            <a:extLst xmlns:a="http://schemas.openxmlformats.org/drawingml/2006/main">
              <a:ext uri="{FF2B5EF4-FFF2-40B4-BE49-F238E27FC236}">
                <a16:creationId xmlns:a16="http://schemas.microsoft.com/office/drawing/2014/main" id="{3F84F046-6CA8-4D5D-AA7A-472FA452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2526" y="356439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35" name="m1b0298e302 235">
            <a:extLst xmlns:a="http://schemas.openxmlformats.org/drawingml/2006/main">
              <a:ext uri="{FF2B5EF4-FFF2-40B4-BE49-F238E27FC236}">
                <a16:creationId xmlns:a16="http://schemas.microsoft.com/office/drawing/2014/main" id="{B35684AA-09E7-43BD-91B1-624F72EB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0289" y="356439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36" name="m1b0298e302 236">
            <a:extLst xmlns:a="http://schemas.openxmlformats.org/drawingml/2006/main">
              <a:ext uri="{FF2B5EF4-FFF2-40B4-BE49-F238E27FC236}">
                <a16:creationId xmlns:a16="http://schemas.microsoft.com/office/drawing/2014/main" id="{FB74F7F8-5AB4-4914-BA0C-56199DFA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2910" y="365154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37" name="m1b0298e302 237">
            <a:extLst xmlns:a="http://schemas.openxmlformats.org/drawingml/2006/main">
              <a:ext uri="{FF2B5EF4-FFF2-40B4-BE49-F238E27FC236}">
                <a16:creationId xmlns:a16="http://schemas.microsoft.com/office/drawing/2014/main" id="{CF9DF184-2F11-480E-A84C-57144249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6468" y="383925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38" name="m1b0298e302 238">
            <a:extLst xmlns:a="http://schemas.openxmlformats.org/drawingml/2006/main">
              <a:ext uri="{FF2B5EF4-FFF2-40B4-BE49-F238E27FC236}">
                <a16:creationId xmlns:a16="http://schemas.microsoft.com/office/drawing/2014/main" id="{152439DF-1996-40D1-A5E7-4748D857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3144" y="383925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39" name="m1b0298e302 239">
            <a:extLst xmlns:a="http://schemas.openxmlformats.org/drawingml/2006/main">
              <a:ext uri="{FF2B5EF4-FFF2-40B4-BE49-F238E27FC236}">
                <a16:creationId xmlns:a16="http://schemas.microsoft.com/office/drawing/2014/main" id="{D68BD277-D6BD-4EDF-B317-B6C28A96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8204" y="383925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40" name="m1b0298e302 240">
            <a:extLst xmlns:a="http://schemas.openxmlformats.org/drawingml/2006/main">
              <a:ext uri="{FF2B5EF4-FFF2-40B4-BE49-F238E27FC236}">
                <a16:creationId xmlns:a16="http://schemas.microsoft.com/office/drawing/2014/main" id="{1F4E327B-177D-429D-BEB6-48846A74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9569" y="396831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41" name="m1b0298e302 241">
            <a:extLst xmlns:a="http://schemas.openxmlformats.org/drawingml/2006/main">
              <a:ext uri="{FF2B5EF4-FFF2-40B4-BE49-F238E27FC236}">
                <a16:creationId xmlns:a16="http://schemas.microsoft.com/office/drawing/2014/main" id="{A97E5C6E-2283-4ADE-B099-B5A1033C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6605" y="396831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42" name="m1b0298e302 242">
            <a:extLst xmlns:a="http://schemas.openxmlformats.org/drawingml/2006/main">
              <a:ext uri="{FF2B5EF4-FFF2-40B4-BE49-F238E27FC236}">
                <a16:creationId xmlns:a16="http://schemas.microsoft.com/office/drawing/2014/main" id="{AAF38C0D-F874-4C52-9393-17F36699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2576" y="396831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43" name="Vector 243">
            <a:extLst xmlns:a="http://schemas.openxmlformats.org/drawingml/2006/main">
              <a:ext uri="{FF2B5EF4-FFF2-40B4-BE49-F238E27FC236}">
                <a16:creationId xmlns:a16="http://schemas.microsoft.com/office/drawing/2014/main" id="{4358BD94-A4C1-49CF-91E1-2648BD93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1076793"/>
            <a:ext cx="5510934" cy="3832986"/>
          </a:xfrm>
          <a:custGeom xmlns:a="http://schemas.openxmlformats.org/drawingml/2006/main">
            <a:pathLst>
              <a:path w="5510934" h="3832986">
                <a:moveTo>
                  <a:pt x="0" y="0"/>
                </a:moveTo>
                <a:lnTo>
                  <a:pt x="340270" y="0"/>
                </a:lnTo>
                <a:lnTo>
                  <a:pt x="340270" y="50434"/>
                </a:lnTo>
                <a:lnTo>
                  <a:pt x="431936" y="50434"/>
                </a:lnTo>
                <a:lnTo>
                  <a:pt x="431936" y="100868"/>
                </a:lnTo>
                <a:lnTo>
                  <a:pt x="443440" y="100868"/>
                </a:lnTo>
                <a:lnTo>
                  <a:pt x="443440" y="151302"/>
                </a:lnTo>
                <a:lnTo>
                  <a:pt x="532015" y="151302"/>
                </a:lnTo>
                <a:lnTo>
                  <a:pt x="532015" y="201736"/>
                </a:lnTo>
                <a:lnTo>
                  <a:pt x="533705" y="201736"/>
                </a:lnTo>
                <a:lnTo>
                  <a:pt x="533705" y="252170"/>
                </a:lnTo>
                <a:lnTo>
                  <a:pt x="555827" y="252170"/>
                </a:lnTo>
                <a:lnTo>
                  <a:pt x="555827" y="302604"/>
                </a:lnTo>
                <a:lnTo>
                  <a:pt x="591457" y="302604"/>
                </a:lnTo>
                <a:lnTo>
                  <a:pt x="591457" y="353038"/>
                </a:lnTo>
                <a:lnTo>
                  <a:pt x="606138" y="353038"/>
                </a:lnTo>
                <a:lnTo>
                  <a:pt x="606138" y="403472"/>
                </a:lnTo>
                <a:lnTo>
                  <a:pt x="612032" y="403472"/>
                </a:lnTo>
                <a:lnTo>
                  <a:pt x="612664" y="504340"/>
                </a:lnTo>
                <a:lnTo>
                  <a:pt x="792802" y="504340"/>
                </a:lnTo>
                <a:lnTo>
                  <a:pt x="792802" y="554774"/>
                </a:lnTo>
                <a:lnTo>
                  <a:pt x="809853" y="554774"/>
                </a:lnTo>
                <a:lnTo>
                  <a:pt x="809853" y="605208"/>
                </a:lnTo>
                <a:lnTo>
                  <a:pt x="865447" y="605208"/>
                </a:lnTo>
                <a:lnTo>
                  <a:pt x="865447" y="655642"/>
                </a:lnTo>
                <a:lnTo>
                  <a:pt x="878416" y="655642"/>
                </a:lnTo>
                <a:lnTo>
                  <a:pt x="878416" y="706076"/>
                </a:lnTo>
                <a:lnTo>
                  <a:pt x="1004171" y="706076"/>
                </a:lnTo>
                <a:lnTo>
                  <a:pt x="1004171" y="756510"/>
                </a:lnTo>
                <a:lnTo>
                  <a:pt x="1022754" y="756510"/>
                </a:lnTo>
                <a:lnTo>
                  <a:pt x="1022754" y="806944"/>
                </a:lnTo>
                <a:lnTo>
                  <a:pt x="1033771" y="806944"/>
                </a:lnTo>
                <a:lnTo>
                  <a:pt x="1033771" y="857379"/>
                </a:lnTo>
                <a:lnTo>
                  <a:pt x="1055721" y="857379"/>
                </a:lnTo>
                <a:lnTo>
                  <a:pt x="1055721" y="907813"/>
                </a:lnTo>
                <a:lnTo>
                  <a:pt x="1059693" y="907813"/>
                </a:lnTo>
                <a:lnTo>
                  <a:pt x="1059693" y="958247"/>
                </a:lnTo>
                <a:lnTo>
                  <a:pt x="1067381" y="958247"/>
                </a:lnTo>
                <a:lnTo>
                  <a:pt x="1067381" y="1008681"/>
                </a:lnTo>
                <a:lnTo>
                  <a:pt x="1092498" y="1008681"/>
                </a:lnTo>
                <a:lnTo>
                  <a:pt x="1092498" y="1059115"/>
                </a:lnTo>
                <a:lnTo>
                  <a:pt x="1260604" y="1059115"/>
                </a:lnTo>
                <a:lnTo>
                  <a:pt x="1260604" y="1109549"/>
                </a:lnTo>
                <a:lnTo>
                  <a:pt x="1270220" y="1109549"/>
                </a:lnTo>
                <a:lnTo>
                  <a:pt x="1271348" y="1210417"/>
                </a:lnTo>
                <a:lnTo>
                  <a:pt x="1292332" y="1210417"/>
                </a:lnTo>
                <a:lnTo>
                  <a:pt x="1292332" y="1260851"/>
                </a:lnTo>
                <a:lnTo>
                  <a:pt x="1475669" y="1260851"/>
                </a:lnTo>
                <a:lnTo>
                  <a:pt x="1475669" y="1311285"/>
                </a:lnTo>
                <a:lnTo>
                  <a:pt x="1564865" y="1311285"/>
                </a:lnTo>
                <a:lnTo>
                  <a:pt x="1564865" y="1361719"/>
                </a:lnTo>
                <a:lnTo>
                  <a:pt x="1579778" y="1361719"/>
                </a:lnTo>
                <a:lnTo>
                  <a:pt x="1579778" y="1412153"/>
                </a:lnTo>
                <a:lnTo>
                  <a:pt x="1684446" y="1412153"/>
                </a:lnTo>
                <a:lnTo>
                  <a:pt x="1684446" y="1462587"/>
                </a:lnTo>
                <a:lnTo>
                  <a:pt x="1779977" y="1462587"/>
                </a:lnTo>
                <a:lnTo>
                  <a:pt x="1779977" y="1513021"/>
                </a:lnTo>
                <a:lnTo>
                  <a:pt x="1801069" y="1513021"/>
                </a:lnTo>
                <a:lnTo>
                  <a:pt x="1801069" y="1563455"/>
                </a:lnTo>
                <a:lnTo>
                  <a:pt x="1830355" y="1563455"/>
                </a:lnTo>
                <a:lnTo>
                  <a:pt x="1830355" y="1613889"/>
                </a:lnTo>
                <a:lnTo>
                  <a:pt x="1871752" y="1613889"/>
                </a:lnTo>
                <a:lnTo>
                  <a:pt x="1871752" y="1664323"/>
                </a:lnTo>
                <a:lnTo>
                  <a:pt x="1877416" y="1664323"/>
                </a:lnTo>
                <a:lnTo>
                  <a:pt x="1877416" y="1714757"/>
                </a:lnTo>
                <a:lnTo>
                  <a:pt x="2005442" y="1714757"/>
                </a:lnTo>
                <a:lnTo>
                  <a:pt x="2005442" y="1765191"/>
                </a:lnTo>
                <a:lnTo>
                  <a:pt x="2085642" y="1765191"/>
                </a:lnTo>
                <a:lnTo>
                  <a:pt x="2085642" y="1815625"/>
                </a:lnTo>
                <a:lnTo>
                  <a:pt x="2149201" y="1815625"/>
                </a:lnTo>
                <a:lnTo>
                  <a:pt x="2149201" y="1866059"/>
                </a:lnTo>
                <a:lnTo>
                  <a:pt x="2288144" y="1866059"/>
                </a:lnTo>
                <a:lnTo>
                  <a:pt x="2288144" y="1916493"/>
                </a:lnTo>
                <a:lnTo>
                  <a:pt x="2299684" y="1916493"/>
                </a:lnTo>
                <a:lnTo>
                  <a:pt x="2299684" y="1966927"/>
                </a:lnTo>
                <a:lnTo>
                  <a:pt x="2344232" y="1966927"/>
                </a:lnTo>
                <a:lnTo>
                  <a:pt x="2344232" y="2017361"/>
                </a:lnTo>
                <a:lnTo>
                  <a:pt x="2386370" y="2017361"/>
                </a:lnTo>
                <a:lnTo>
                  <a:pt x="2386370" y="2067795"/>
                </a:lnTo>
                <a:lnTo>
                  <a:pt x="2395792" y="2067795"/>
                </a:lnTo>
                <a:lnTo>
                  <a:pt x="2395792" y="2118229"/>
                </a:lnTo>
                <a:lnTo>
                  <a:pt x="2667476" y="2118229"/>
                </a:lnTo>
                <a:lnTo>
                  <a:pt x="2667476" y="2168663"/>
                </a:lnTo>
                <a:lnTo>
                  <a:pt x="2681710" y="2168663"/>
                </a:lnTo>
                <a:lnTo>
                  <a:pt x="2681710" y="2219097"/>
                </a:lnTo>
                <a:lnTo>
                  <a:pt x="2804735" y="2219097"/>
                </a:lnTo>
                <a:lnTo>
                  <a:pt x="2804735" y="2269531"/>
                </a:lnTo>
                <a:lnTo>
                  <a:pt x="2895658" y="2269531"/>
                </a:lnTo>
                <a:lnTo>
                  <a:pt x="2895658" y="2319965"/>
                </a:lnTo>
                <a:lnTo>
                  <a:pt x="2954607" y="2319965"/>
                </a:lnTo>
                <a:lnTo>
                  <a:pt x="2954607" y="2370399"/>
                </a:lnTo>
                <a:lnTo>
                  <a:pt x="2987468" y="2370399"/>
                </a:lnTo>
                <a:lnTo>
                  <a:pt x="2987468" y="2420833"/>
                </a:lnTo>
                <a:lnTo>
                  <a:pt x="2988901" y="2420833"/>
                </a:lnTo>
                <a:lnTo>
                  <a:pt x="2988901" y="2471268"/>
                </a:lnTo>
                <a:lnTo>
                  <a:pt x="3100222" y="2471268"/>
                </a:lnTo>
                <a:lnTo>
                  <a:pt x="3100222" y="2521702"/>
                </a:lnTo>
                <a:lnTo>
                  <a:pt x="3128741" y="2521702"/>
                </a:lnTo>
                <a:lnTo>
                  <a:pt x="3128741" y="2572136"/>
                </a:lnTo>
                <a:lnTo>
                  <a:pt x="3213991" y="2572136"/>
                </a:lnTo>
                <a:lnTo>
                  <a:pt x="3213991" y="2622570"/>
                </a:lnTo>
                <a:lnTo>
                  <a:pt x="3234318" y="2622570"/>
                </a:lnTo>
                <a:lnTo>
                  <a:pt x="3234318" y="2673004"/>
                </a:lnTo>
                <a:lnTo>
                  <a:pt x="3436529" y="2673004"/>
                </a:lnTo>
                <a:lnTo>
                  <a:pt x="3436529" y="2723438"/>
                </a:lnTo>
                <a:lnTo>
                  <a:pt x="3455763" y="2723438"/>
                </a:lnTo>
                <a:lnTo>
                  <a:pt x="3455763" y="2773872"/>
                </a:lnTo>
                <a:lnTo>
                  <a:pt x="3560320" y="2773872"/>
                </a:lnTo>
                <a:lnTo>
                  <a:pt x="3560320" y="2824306"/>
                </a:lnTo>
                <a:lnTo>
                  <a:pt x="3562577" y="2824306"/>
                </a:lnTo>
                <a:lnTo>
                  <a:pt x="3562577" y="2874740"/>
                </a:lnTo>
                <a:lnTo>
                  <a:pt x="3626978" y="2874740"/>
                </a:lnTo>
                <a:lnTo>
                  <a:pt x="3626978" y="2925174"/>
                </a:lnTo>
                <a:lnTo>
                  <a:pt x="3639854" y="2925174"/>
                </a:lnTo>
                <a:lnTo>
                  <a:pt x="3639854" y="2975608"/>
                </a:lnTo>
                <a:lnTo>
                  <a:pt x="3706481" y="2975608"/>
                </a:lnTo>
                <a:lnTo>
                  <a:pt x="3706481" y="3026042"/>
                </a:lnTo>
                <a:lnTo>
                  <a:pt x="3763218" y="3026042"/>
                </a:lnTo>
                <a:lnTo>
                  <a:pt x="3764273" y="3126910"/>
                </a:lnTo>
                <a:lnTo>
                  <a:pt x="3808368" y="3126910"/>
                </a:lnTo>
                <a:lnTo>
                  <a:pt x="3808368" y="3177344"/>
                </a:lnTo>
                <a:lnTo>
                  <a:pt x="4199092" y="3177344"/>
                </a:lnTo>
                <a:lnTo>
                  <a:pt x="4199092" y="3236948"/>
                </a:lnTo>
                <a:lnTo>
                  <a:pt x="4292139" y="3236948"/>
                </a:lnTo>
                <a:lnTo>
                  <a:pt x="4292139" y="3296552"/>
                </a:lnTo>
                <a:lnTo>
                  <a:pt x="4499943" y="3296552"/>
                </a:lnTo>
                <a:lnTo>
                  <a:pt x="4499943" y="3363606"/>
                </a:lnTo>
                <a:lnTo>
                  <a:pt x="4505755" y="3363606"/>
                </a:lnTo>
                <a:lnTo>
                  <a:pt x="4505755" y="3430660"/>
                </a:lnTo>
                <a:lnTo>
                  <a:pt x="4651974" y="3430660"/>
                </a:lnTo>
                <a:lnTo>
                  <a:pt x="4651974" y="3497715"/>
                </a:lnTo>
                <a:lnTo>
                  <a:pt x="4911065" y="3497715"/>
                </a:lnTo>
                <a:lnTo>
                  <a:pt x="4911065" y="3581533"/>
                </a:lnTo>
                <a:lnTo>
                  <a:pt x="4960119" y="3581533"/>
                </a:lnTo>
                <a:lnTo>
                  <a:pt x="4960119" y="3665351"/>
                </a:lnTo>
                <a:lnTo>
                  <a:pt x="5099269" y="3665351"/>
                </a:lnTo>
                <a:lnTo>
                  <a:pt x="5099269" y="3749168"/>
                </a:lnTo>
                <a:lnTo>
                  <a:pt x="5510934" y="3749168"/>
                </a:lnTo>
                <a:lnTo>
                  <a:pt x="5510934" y="3832986"/>
                </a:lnTo>
                <a:lnTo>
                  <a:pt x="5510934" y="3832986"/>
                </a:lnTo>
              </a:path>
            </a:pathLst>
          </a:custGeom>
          <a:noFill xmlns:a="http://schemas.openxmlformats.org/drawingml/2006/main"/>
          <a:ln xmlns:a="http://schemas.openxmlformats.org/drawingml/2006/main" w="29210">
            <a:solidFill>
              <a:srgbClr val="D55E00"/>
            </a:solidFill>
            <a:prstDash val="solid"/>
          </a:ln>
        </p:spPr>
      </p:sp>
      <p:sp>
        <p:nvSpPr>
          <p:cNvPr id="244" name="m95ad0e5bea 244">
            <a:extLst xmlns:a="http://schemas.openxmlformats.org/drawingml/2006/main">
              <a:ext uri="{FF2B5EF4-FFF2-40B4-BE49-F238E27FC236}">
                <a16:creationId xmlns:a16="http://schemas.microsoft.com/office/drawing/2014/main" id="{6388034F-DF6D-43FC-AEC6-0FB4D8A0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5510" y="421603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45" name="m95ad0e5bea 245">
            <a:extLst xmlns:a="http://schemas.openxmlformats.org/drawingml/2006/main">
              <a:ext uri="{FF2B5EF4-FFF2-40B4-BE49-F238E27FC236}">
                <a16:creationId xmlns:a16="http://schemas.microsoft.com/office/drawing/2014/main" id="{75A4D5C7-71FA-495E-B82F-AEC3E6A5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5841" y="421603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46" name="m95ad0e5bea 246">
            <a:extLst xmlns:a="http://schemas.openxmlformats.org/drawingml/2006/main">
              <a:ext uri="{FF2B5EF4-FFF2-40B4-BE49-F238E27FC236}">
                <a16:creationId xmlns:a16="http://schemas.microsoft.com/office/drawing/2014/main" id="{A9FED464-3469-4D5E-954B-96ED689D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93" y="433524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47" name="m95ad0e5bea 247">
            <a:extLst xmlns:a="http://schemas.openxmlformats.org/drawingml/2006/main">
              <a:ext uri="{FF2B5EF4-FFF2-40B4-BE49-F238E27FC236}">
                <a16:creationId xmlns:a16="http://schemas.microsoft.com/office/drawing/2014/main" id="{AFC4B589-C9F5-4655-AC17-8DBF374F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7337" y="453640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48" name="Vector 248">
            <a:extLst xmlns:a="http://schemas.openxmlformats.org/drawingml/2006/main">
              <a:ext uri="{FF2B5EF4-FFF2-40B4-BE49-F238E27FC236}">
                <a16:creationId xmlns:a16="http://schemas.microsoft.com/office/drawing/2014/main" id="{42D588E4-325F-42E8-A16A-F0B0A4C7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980968"/>
            <a:ext cx="10" cy="3928811"/>
          </a:xfrm>
          <a:custGeom xmlns:a="http://schemas.openxmlformats.org/drawingml/2006/main">
            <a:pathLst>
              <a:path w="10" h="3928811">
                <a:moveTo>
                  <a:pt x="0" y="39288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249" name="Vector 249">
            <a:extLst xmlns:a="http://schemas.openxmlformats.org/drawingml/2006/main">
              <a:ext uri="{FF2B5EF4-FFF2-40B4-BE49-F238E27FC236}">
                <a16:creationId xmlns:a16="http://schemas.microsoft.com/office/drawing/2014/main" id="{E5C60261-D1AA-4DAD-AB69-DDE12D34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4909779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250" name="Text 250: 100 (0)">
            <a:extLst xmlns:a="http://schemas.openxmlformats.org/drawingml/2006/main">
              <a:ext uri="{FF2B5EF4-FFF2-40B4-BE49-F238E27FC236}">
                <a16:creationId xmlns:a16="http://schemas.microsoft.com/office/drawing/2014/main" id="{C432BE9E-9637-4BDB-9E55-3BB194A3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0996" y="5954333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 (0)</a:t>
            </a:r>
          </a:p>
        </p:txBody>
      </p:sp>
      <p:sp>
        <p:nvSpPr>
          <p:cNvPr id="251" name="Text 251: 75 (0)">
            <a:extLst xmlns:a="http://schemas.openxmlformats.org/drawingml/2006/main">
              <a:ext uri="{FF2B5EF4-FFF2-40B4-BE49-F238E27FC236}">
                <a16:creationId xmlns:a16="http://schemas.microsoft.com/office/drawing/2014/main" id="{A0BF88B6-4897-4157-B6EC-7FC8A3D8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646" y="5954333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 (0)</a:t>
            </a:r>
          </a:p>
        </p:txBody>
      </p:sp>
      <p:sp>
        <p:nvSpPr>
          <p:cNvPr id="252" name="Text 252: 46 (0)">
            <a:extLst xmlns:a="http://schemas.openxmlformats.org/drawingml/2006/main">
              <a:ext uri="{FF2B5EF4-FFF2-40B4-BE49-F238E27FC236}">
                <a16:creationId xmlns:a16="http://schemas.microsoft.com/office/drawing/2014/main" id="{D4281E3F-7B18-4F3D-944F-98FA352D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4990" y="5954333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46 (0)</a:t>
            </a:r>
          </a:p>
        </p:txBody>
      </p:sp>
      <p:sp>
        <p:nvSpPr>
          <p:cNvPr id="253" name="Text 253: 16 (13)">
            <a:extLst xmlns:a="http://schemas.openxmlformats.org/drawingml/2006/main">
              <a:ext uri="{FF2B5EF4-FFF2-40B4-BE49-F238E27FC236}">
                <a16:creationId xmlns:a16="http://schemas.microsoft.com/office/drawing/2014/main" id="{C6BFFD68-B9EF-42A9-93EB-74942D41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9028" y="5954333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 (13)</a:t>
            </a:r>
          </a:p>
        </p:txBody>
      </p:sp>
      <p:sp>
        <p:nvSpPr>
          <p:cNvPr id="254" name="Text 254: 6 (20)">
            <a:extLst xmlns:a="http://schemas.openxmlformats.org/drawingml/2006/main">
              <a:ext uri="{FF2B5EF4-FFF2-40B4-BE49-F238E27FC236}">
                <a16:creationId xmlns:a16="http://schemas.microsoft.com/office/drawing/2014/main" id="{A5F4B977-623F-48B2-BA94-0824895F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43678" y="5954333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 (20)</a:t>
            </a:r>
          </a:p>
        </p:txBody>
      </p:sp>
      <p:sp>
        <p:nvSpPr>
          <p:cNvPr id="255" name="Text 255: 104 (0)">
            <a:extLst xmlns:a="http://schemas.openxmlformats.org/drawingml/2006/main">
              <a:ext uri="{FF2B5EF4-FFF2-40B4-BE49-F238E27FC236}">
                <a16:creationId xmlns:a16="http://schemas.microsoft.com/office/drawing/2014/main" id="{1286F781-4929-4C24-86FE-E3596AFA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0996" y="6250270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104 (0)</a:t>
            </a:r>
          </a:p>
        </p:txBody>
      </p:sp>
      <p:sp>
        <p:nvSpPr>
          <p:cNvPr id="256" name="Text 256: 93 (0)">
            <a:extLst xmlns:a="http://schemas.openxmlformats.org/drawingml/2006/main">
              <a:ext uri="{FF2B5EF4-FFF2-40B4-BE49-F238E27FC236}">
                <a16:creationId xmlns:a16="http://schemas.microsoft.com/office/drawing/2014/main" id="{20778512-4120-4010-9990-713555D5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646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93 (0)</a:t>
            </a:r>
          </a:p>
        </p:txBody>
      </p:sp>
      <p:sp>
        <p:nvSpPr>
          <p:cNvPr id="257" name="Text 257: 76 (0)">
            <a:extLst xmlns:a="http://schemas.openxmlformats.org/drawingml/2006/main">
              <a:ext uri="{FF2B5EF4-FFF2-40B4-BE49-F238E27FC236}">
                <a16:creationId xmlns:a16="http://schemas.microsoft.com/office/drawing/2014/main" id="{B9A6AA7D-AFAA-4933-9BB8-A3DFB4A0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4990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76 (0)</a:t>
            </a:r>
          </a:p>
        </p:txBody>
      </p:sp>
      <p:sp>
        <p:nvSpPr>
          <p:cNvPr id="258" name="Text 258: 40 (19)">
            <a:extLst xmlns:a="http://schemas.openxmlformats.org/drawingml/2006/main">
              <a:ext uri="{FF2B5EF4-FFF2-40B4-BE49-F238E27FC236}">
                <a16:creationId xmlns:a16="http://schemas.microsoft.com/office/drawing/2014/main" id="{BAF97495-0C22-4302-8813-B1FAA699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9028" y="6250270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 (19)</a:t>
            </a:r>
          </a:p>
        </p:txBody>
      </p:sp>
      <p:sp>
        <p:nvSpPr>
          <p:cNvPr id="259" name="Text 259: 8 (45)">
            <a:extLst xmlns:a="http://schemas.openxmlformats.org/drawingml/2006/main">
              <a:ext uri="{FF2B5EF4-FFF2-40B4-BE49-F238E27FC236}">
                <a16:creationId xmlns:a16="http://schemas.microsoft.com/office/drawing/2014/main" id="{96C5A354-E48B-49D2-8387-ABBB0A8C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43678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 (45)</a:t>
            </a:r>
          </a:p>
        </p:txBody>
      </p:sp>
      <p:sp>
        <p:nvSpPr>
          <p:cNvPr id="260" name="Text 260: 80 (0)">
            <a:extLst xmlns:a="http://schemas.openxmlformats.org/drawingml/2006/main">
              <a:ext uri="{FF2B5EF4-FFF2-40B4-BE49-F238E27FC236}">
                <a16:creationId xmlns:a16="http://schemas.microsoft.com/office/drawing/2014/main" id="{AB4FE7D9-CE5D-4B38-AC97-546DE161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6302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 (0)</a:t>
            </a:r>
          </a:p>
        </p:txBody>
      </p:sp>
      <p:sp>
        <p:nvSpPr>
          <p:cNvPr id="261" name="Text 261: 66 (0)">
            <a:extLst xmlns:a="http://schemas.openxmlformats.org/drawingml/2006/main">
              <a:ext uri="{FF2B5EF4-FFF2-40B4-BE49-F238E27FC236}">
                <a16:creationId xmlns:a16="http://schemas.microsoft.com/office/drawing/2014/main" id="{AD60724D-C04E-4E6A-A7EF-3C0A3C0A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646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66 (0)</a:t>
            </a:r>
          </a:p>
        </p:txBody>
      </p:sp>
      <p:sp>
        <p:nvSpPr>
          <p:cNvPr id="262" name="Text 262: 44 (0)">
            <a:extLst xmlns:a="http://schemas.openxmlformats.org/drawingml/2006/main">
              <a:ext uri="{FF2B5EF4-FFF2-40B4-BE49-F238E27FC236}">
                <a16:creationId xmlns:a16="http://schemas.microsoft.com/office/drawing/2014/main" id="{C5518416-C504-4932-826D-E8EB16BC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4990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44 (0)</a:t>
            </a:r>
          </a:p>
        </p:txBody>
      </p:sp>
      <p:sp>
        <p:nvSpPr>
          <p:cNvPr id="263" name="Text 263: 13 (15)">
            <a:extLst xmlns:a="http://schemas.openxmlformats.org/drawingml/2006/main">
              <a:ext uri="{FF2B5EF4-FFF2-40B4-BE49-F238E27FC236}">
                <a16:creationId xmlns:a16="http://schemas.microsoft.com/office/drawing/2014/main" id="{2987F698-2462-4A3E-B563-D2F76658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9028" y="6546206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 (15)</a:t>
            </a:r>
          </a:p>
        </p:txBody>
      </p:sp>
      <p:sp>
        <p:nvSpPr>
          <p:cNvPr id="264" name="Text 264: 3 (21)">
            <a:extLst xmlns:a="http://schemas.openxmlformats.org/drawingml/2006/main">
              <a:ext uri="{FF2B5EF4-FFF2-40B4-BE49-F238E27FC236}">
                <a16:creationId xmlns:a16="http://schemas.microsoft.com/office/drawing/2014/main" id="{C1C54E76-96A3-494E-BA66-E865158B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43678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(21)</a:t>
            </a:r>
          </a:p>
        </p:txBody>
      </p:sp>
      <p:sp>
        <p:nvSpPr>
          <p:cNvPr id="265" name="Text 265: 76 (0)">
            <a:extLst xmlns:a="http://schemas.openxmlformats.org/drawingml/2006/main">
              <a:ext uri="{FF2B5EF4-FFF2-40B4-BE49-F238E27FC236}">
                <a16:creationId xmlns:a16="http://schemas.microsoft.com/office/drawing/2014/main" id="{01C409FD-9350-4A18-BEBC-A6C3E865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6302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76 (0)</a:t>
            </a:r>
          </a:p>
        </p:txBody>
      </p:sp>
      <p:sp>
        <p:nvSpPr>
          <p:cNvPr id="266" name="Text 266: 48 (0)">
            <a:extLst xmlns:a="http://schemas.openxmlformats.org/drawingml/2006/main">
              <a:ext uri="{FF2B5EF4-FFF2-40B4-BE49-F238E27FC236}">
                <a16:creationId xmlns:a16="http://schemas.microsoft.com/office/drawing/2014/main" id="{68D72F22-9126-4F08-9490-D1995016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646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 (0)</a:t>
            </a:r>
          </a:p>
        </p:txBody>
      </p:sp>
      <p:sp>
        <p:nvSpPr>
          <p:cNvPr id="267" name="Text 267: 24 (0)">
            <a:extLst xmlns:a="http://schemas.openxmlformats.org/drawingml/2006/main">
              <a:ext uri="{FF2B5EF4-FFF2-40B4-BE49-F238E27FC236}">
                <a16:creationId xmlns:a16="http://schemas.microsoft.com/office/drawing/2014/main" id="{347032E4-AB0D-4187-82E1-5CA2574E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4990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 (0)</a:t>
            </a:r>
          </a:p>
        </p:txBody>
      </p:sp>
      <p:sp>
        <p:nvSpPr>
          <p:cNvPr id="268" name="Text 268: 5 (3)">
            <a:extLst xmlns:a="http://schemas.openxmlformats.org/drawingml/2006/main">
              <a:ext uri="{FF2B5EF4-FFF2-40B4-BE49-F238E27FC236}">
                <a16:creationId xmlns:a16="http://schemas.microsoft.com/office/drawing/2014/main" id="{C6210A6F-350D-4B44-B334-22A5963E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69640" y="6842142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 (3)</a:t>
            </a:r>
          </a:p>
        </p:txBody>
      </p:sp>
      <p:sp>
        <p:nvSpPr>
          <p:cNvPr id="269" name="Text 269: 0 (4)">
            <a:extLst xmlns:a="http://schemas.openxmlformats.org/drawingml/2006/main">
              <a:ext uri="{FF2B5EF4-FFF2-40B4-BE49-F238E27FC236}">
                <a16:creationId xmlns:a16="http://schemas.microsoft.com/office/drawing/2014/main" id="{99CE1C3E-7B7E-4FFD-98B6-0194D624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78984" y="6842142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 (4)</a:t>
            </a:r>
          </a:p>
        </p:txBody>
      </p:sp>
      <p:sp>
        <p:nvSpPr>
          <p:cNvPr id="270" name="Vector 270">
            <a:extLst xmlns:a="http://schemas.openxmlformats.org/drawingml/2006/main">
              <a:ext uri="{FF2B5EF4-FFF2-40B4-BE49-F238E27FC236}">
                <a16:creationId xmlns:a16="http://schemas.microsoft.com/office/drawing/2014/main" id="{314B9F0D-87D7-4514-BDC7-20CAB65C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344" y="8277332"/>
            <a:ext cx="1207008" cy="1347021"/>
          </a:xfrm>
          <a:custGeom xmlns:a="http://schemas.openxmlformats.org/drawingml/2006/main">
            <a:pathLst>
              <a:path w="1207008" h="1347021">
                <a:moveTo>
                  <a:pt x="0" y="1347021"/>
                </a:moveTo>
                <a:lnTo>
                  <a:pt x="1207008" y="1347021"/>
                </a:lnTo>
                <a:lnTo>
                  <a:pt x="12070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71" name="m49c9fe3efa 271">
            <a:extLst xmlns:a="http://schemas.openxmlformats.org/drawingml/2006/main">
              <a:ext uri="{FF2B5EF4-FFF2-40B4-BE49-F238E27FC236}">
                <a16:creationId xmlns:a16="http://schemas.microsoft.com/office/drawing/2014/main" id="{AA979E85-35C3-4F3E-A8E3-67C022FC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5251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2" name="Text 272: 0.25">
            <a:extLst xmlns:a="http://schemas.openxmlformats.org/drawingml/2006/main">
              <a:ext uri="{FF2B5EF4-FFF2-40B4-BE49-F238E27FC236}">
                <a16:creationId xmlns:a16="http://schemas.microsoft.com/office/drawing/2014/main" id="{955A9030-A958-4D57-B58E-FEF77A93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5288651" y="9763725"/>
            <a:ext cx="247828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273" name="m49c9fe3efa 273">
            <a:extLst xmlns:a="http://schemas.openxmlformats.org/drawingml/2006/main">
              <a:ext uri="{FF2B5EF4-FFF2-40B4-BE49-F238E27FC236}">
                <a16:creationId xmlns:a16="http://schemas.microsoft.com/office/drawing/2014/main" id="{620723F1-4D90-4380-B4C9-0E165A37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526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4" name="Text 274: 0.5">
            <a:extLst xmlns:a="http://schemas.openxmlformats.org/drawingml/2006/main">
              <a:ext uri="{FF2B5EF4-FFF2-40B4-BE49-F238E27FC236}">
                <a16:creationId xmlns:a16="http://schemas.microsoft.com/office/drawing/2014/main" id="{A05E39AD-AE33-4407-8F0A-5280EF8A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5602944" y="9734771"/>
            <a:ext cx="184277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75" name="m49c9fe3efa 275">
            <a:extLst xmlns:a="http://schemas.openxmlformats.org/drawingml/2006/main">
              <a:ext uri="{FF2B5EF4-FFF2-40B4-BE49-F238E27FC236}">
                <a16:creationId xmlns:a16="http://schemas.microsoft.com/office/drawing/2014/main" id="{BF99DC83-6330-42EA-B3AB-67CF62EB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801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6" name="Text 276: 1">
            <a:extLst xmlns:a="http://schemas.openxmlformats.org/drawingml/2006/main">
              <a:ext uri="{FF2B5EF4-FFF2-40B4-BE49-F238E27FC236}">
                <a16:creationId xmlns:a16="http://schemas.microsoft.com/office/drawing/2014/main" id="{2358E35D-41FF-4D8F-ABA2-188DBBD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5934735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77" name="m49c9fe3efa 277">
            <a:extLst xmlns:a="http://schemas.openxmlformats.org/drawingml/2006/main">
              <a:ext uri="{FF2B5EF4-FFF2-40B4-BE49-F238E27FC236}">
                <a16:creationId xmlns:a16="http://schemas.microsoft.com/office/drawing/2014/main" id="{34ACBE3D-0832-4828-9D6F-42515B8F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3077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8" name="Text 278: 2">
            <a:extLst xmlns:a="http://schemas.openxmlformats.org/drawingml/2006/main">
              <a:ext uri="{FF2B5EF4-FFF2-40B4-BE49-F238E27FC236}">
                <a16:creationId xmlns:a16="http://schemas.microsoft.com/office/drawing/2014/main" id="{F7E20A47-2952-422B-95CB-733D3D2C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6214010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9" name="m49c9fe3efa 279">
            <a:extLst xmlns:a="http://schemas.openxmlformats.org/drawingml/2006/main">
              <a:ext uri="{FF2B5EF4-FFF2-40B4-BE49-F238E27FC236}">
                <a16:creationId xmlns:a16="http://schemas.microsoft.com/office/drawing/2014/main" id="{AF320298-7E27-458E-928E-0C96661F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2352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80" name="Text 280: 4">
            <a:extLst xmlns:a="http://schemas.openxmlformats.org/drawingml/2006/main">
              <a:ext uri="{FF2B5EF4-FFF2-40B4-BE49-F238E27FC236}">
                <a16:creationId xmlns:a16="http://schemas.microsoft.com/office/drawing/2014/main" id="{B9A14B74-8F42-48C0-A0A6-F7C803CF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6493286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1" name="Vector 281">
            <a:extLst xmlns:a="http://schemas.openxmlformats.org/drawingml/2006/main">
              <a:ext uri="{FF2B5EF4-FFF2-40B4-BE49-F238E27FC236}">
                <a16:creationId xmlns:a16="http://schemas.microsoft.com/office/drawing/2014/main" id="{0F090B84-0F70-4765-8767-726AEA31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801" y="8277332"/>
            <a:ext cx="10" cy="1347021"/>
          </a:xfrm>
          <a:custGeom xmlns:a="http://schemas.openxmlformats.org/drawingml/2006/main">
            <a:pathLst>
              <a:path w="10" h="1347021">
                <a:moveTo>
                  <a:pt x="0" y="1347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AEB3B8"/>
            </a:solidFill>
            <a:prstDash val="dash"/>
          </a:ln>
        </p:spPr>
      </p:sp>
      <p:sp>
        <p:nvSpPr>
          <p:cNvPr id="282" name="Vector 282">
            <a:extLst xmlns:a="http://schemas.openxmlformats.org/drawingml/2006/main">
              <a:ext uri="{FF2B5EF4-FFF2-40B4-BE49-F238E27FC236}">
                <a16:creationId xmlns:a16="http://schemas.microsoft.com/office/drawing/2014/main" id="{4B9D5B26-E785-4C68-ADAA-F05BD21B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7748" y="8501835"/>
            <a:ext cx="197730" cy="10"/>
          </a:xfrm>
          <a:custGeom xmlns:a="http://schemas.openxmlformats.org/drawingml/2006/main">
            <a:pathLst>
              <a:path w="197730" h="10">
                <a:moveTo>
                  <a:pt x="0" y="0"/>
                </a:moveTo>
                <a:lnTo>
                  <a:pt x="1977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697480"/>
            </a:solidFill>
            <a:prstDash val="solid"/>
          </a:ln>
        </p:spPr>
      </p:sp>
      <p:sp>
        <p:nvSpPr>
          <p:cNvPr id="283" name="mf0ce9fa1be 283">
            <a:extLst xmlns:a="http://schemas.openxmlformats.org/drawingml/2006/main">
              <a:ext uri="{FF2B5EF4-FFF2-40B4-BE49-F238E27FC236}">
                <a16:creationId xmlns:a16="http://schemas.microsoft.com/office/drawing/2014/main" id="{F45C6A6B-A381-4B8B-A79E-48BCE0DC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7748" y="8476435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84" name="mf0ce9fa1be 284">
            <a:extLst xmlns:a="http://schemas.openxmlformats.org/drawingml/2006/main">
              <a:ext uri="{FF2B5EF4-FFF2-40B4-BE49-F238E27FC236}">
                <a16:creationId xmlns:a16="http://schemas.microsoft.com/office/drawing/2014/main" id="{4C0C2954-CC7E-4234-AC4F-B3351D63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5477" y="8476435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85" name="Vector 285">
            <a:extLst xmlns:a="http://schemas.openxmlformats.org/drawingml/2006/main">
              <a:ext uri="{FF2B5EF4-FFF2-40B4-BE49-F238E27FC236}">
                <a16:creationId xmlns:a16="http://schemas.microsoft.com/office/drawing/2014/main" id="{3E41649D-9016-43FB-A7B6-82400E54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3141" y="8950842"/>
            <a:ext cx="285283" cy="10"/>
          </a:xfrm>
          <a:custGeom xmlns:a="http://schemas.openxmlformats.org/drawingml/2006/main">
            <a:pathLst>
              <a:path w="285283" h="10">
                <a:moveTo>
                  <a:pt x="0" y="0"/>
                </a:moveTo>
                <a:lnTo>
                  <a:pt x="2852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697480"/>
            </a:solidFill>
            <a:prstDash val="solid"/>
          </a:ln>
        </p:spPr>
      </p:sp>
      <p:sp>
        <p:nvSpPr>
          <p:cNvPr id="286" name="mf0ce9fa1be 286">
            <a:extLst xmlns:a="http://schemas.openxmlformats.org/drawingml/2006/main">
              <a:ext uri="{FF2B5EF4-FFF2-40B4-BE49-F238E27FC236}">
                <a16:creationId xmlns:a16="http://schemas.microsoft.com/office/drawing/2014/main" id="{31E3033D-4DF2-4233-94AF-FEEF24F5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3141" y="8925442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87" name="mf0ce9fa1be 287">
            <a:extLst xmlns:a="http://schemas.openxmlformats.org/drawingml/2006/main">
              <a:ext uri="{FF2B5EF4-FFF2-40B4-BE49-F238E27FC236}">
                <a16:creationId xmlns:a16="http://schemas.microsoft.com/office/drawing/2014/main" id="{530243CF-D768-4780-A4C1-9BFFA6FA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8425" y="8925442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88" name="Vector 288">
            <a:extLst xmlns:a="http://schemas.openxmlformats.org/drawingml/2006/main">
              <a:ext uri="{FF2B5EF4-FFF2-40B4-BE49-F238E27FC236}">
                <a16:creationId xmlns:a16="http://schemas.microsoft.com/office/drawing/2014/main" id="{66A59F79-F0BA-40E0-A73E-722688A9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8036" y="9399849"/>
            <a:ext cx="272836" cy="10"/>
          </a:xfrm>
          <a:custGeom xmlns:a="http://schemas.openxmlformats.org/drawingml/2006/main">
            <a:pathLst>
              <a:path w="272836" h="10">
                <a:moveTo>
                  <a:pt x="0" y="0"/>
                </a:moveTo>
                <a:lnTo>
                  <a:pt x="2728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55E00"/>
            </a:solidFill>
            <a:prstDash val="solid"/>
          </a:ln>
        </p:spPr>
      </p:sp>
      <p:sp>
        <p:nvSpPr>
          <p:cNvPr id="289" name="mbe6685eaca 289">
            <a:extLst xmlns:a="http://schemas.openxmlformats.org/drawingml/2006/main">
              <a:ext uri="{FF2B5EF4-FFF2-40B4-BE49-F238E27FC236}">
                <a16:creationId xmlns:a16="http://schemas.microsoft.com/office/drawing/2014/main" id="{DBF9A8E4-244A-4115-99BF-785F9724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8036" y="9374449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290" name="mbe6685eaca 290">
            <a:extLst xmlns:a="http://schemas.openxmlformats.org/drawingml/2006/main">
              <a:ext uri="{FF2B5EF4-FFF2-40B4-BE49-F238E27FC236}">
                <a16:creationId xmlns:a16="http://schemas.microsoft.com/office/drawing/2014/main" id="{C6165234-C367-46EE-8FAD-03DF0B65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0873" y="9374449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291" name="m428dfd83f2 291">
            <a:extLst xmlns:a="http://schemas.openxmlformats.org/drawingml/2006/main">
              <a:ext uri="{FF2B5EF4-FFF2-40B4-BE49-F238E27FC236}">
                <a16:creationId xmlns:a16="http://schemas.microsoft.com/office/drawing/2014/main" id="{25A5A2EF-5740-44FA-9EDF-149A95A2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513" y="846373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92" name="m428dfd83f2 292">
            <a:extLst xmlns:a="http://schemas.openxmlformats.org/drawingml/2006/main">
              <a:ext uri="{FF2B5EF4-FFF2-40B4-BE49-F238E27FC236}">
                <a16:creationId xmlns:a16="http://schemas.microsoft.com/office/drawing/2014/main" id="{8B99E62D-1242-42BB-887E-70034BFB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7683" y="8912742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93" name="mb4e25ab662 293">
            <a:extLst xmlns:a="http://schemas.openxmlformats.org/drawingml/2006/main">
              <a:ext uri="{FF2B5EF4-FFF2-40B4-BE49-F238E27FC236}">
                <a16:creationId xmlns:a16="http://schemas.microsoft.com/office/drawing/2014/main" id="{837D87FC-62F9-4000-912C-D4771998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6829" y="9352224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95250"/>
                </a:moveTo>
                <a:lnTo>
                  <a:pt x="95250" y="95250"/>
                </a:ln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294" name="Vector 294">
            <a:extLst xmlns:a="http://schemas.openxmlformats.org/drawingml/2006/main">
              <a:ext uri="{FF2B5EF4-FFF2-40B4-BE49-F238E27FC236}">
                <a16:creationId xmlns:a16="http://schemas.microsoft.com/office/drawing/2014/main" id="{1C15E461-0AB4-4B90-9B7B-DA0947CA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344" y="9624353"/>
            <a:ext cx="1207008" cy="10"/>
          </a:xfrm>
          <a:custGeom xmlns:a="http://schemas.openxmlformats.org/drawingml/2006/main">
            <a:pathLst>
              <a:path w="1207008" h="10">
                <a:moveTo>
                  <a:pt x="0" y="0"/>
                </a:moveTo>
                <a:lnTo>
                  <a:pt x="12070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B0B0B0"/>
            </a:solidFill>
            <a:prstDash val="solid"/>
          </a:ln>
        </p:spPr>
      </p:sp>
      <p:sp>
        <p:nvSpPr>
          <p:cNvPr id="295" name="Vector 295">
            <a:extLst xmlns:a="http://schemas.openxmlformats.org/drawingml/2006/main">
              <a:ext uri="{FF2B5EF4-FFF2-40B4-BE49-F238E27FC236}">
                <a16:creationId xmlns:a16="http://schemas.microsoft.com/office/drawing/2014/main" id="{2A874288-BA79-473B-83F3-2971527E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8307946"/>
            <a:ext cx="8631936" cy="10"/>
          </a:xfrm>
          <a:custGeom xmlns:a="http://schemas.openxmlformats.org/drawingml/2006/main">
            <a:pathLst>
              <a:path w="8631936" h="10">
                <a:moveTo>
                  <a:pt x="0" y="0"/>
                </a:moveTo>
                <a:lnTo>
                  <a:pt x="8631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296" name="Vector 296">
            <a:extLst xmlns:a="http://schemas.openxmlformats.org/drawingml/2006/main">
              <a:ext uri="{FF2B5EF4-FFF2-40B4-BE49-F238E27FC236}">
                <a16:creationId xmlns:a16="http://schemas.microsoft.com/office/drawing/2014/main" id="{FE9900E0-3F7E-4729-9BC5-1D7E68AA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296" y="10206021"/>
            <a:ext cx="981810" cy="10"/>
          </a:xfrm>
          <a:custGeom xmlns:a="http://schemas.openxmlformats.org/drawingml/2006/main">
            <a:pathLst>
              <a:path w="981810" h="10">
                <a:moveTo>
                  <a:pt x="9818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0343B"/>
            </a:solidFill>
            <a:prstDash val="solid"/>
          </a:ln>
        </p:spPr>
      </p:sp>
      <p:sp>
        <p:nvSpPr>
          <p:cNvPr id="297" name="m3675477a43 297">
            <a:extLst xmlns:a="http://schemas.openxmlformats.org/drawingml/2006/main">
              <a:ext uri="{FF2B5EF4-FFF2-40B4-BE49-F238E27FC236}">
                <a16:creationId xmlns:a16="http://schemas.microsoft.com/office/drawing/2014/main" id="{7A1F2F62-4134-43FE-AA52-8CFC7C56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721" y="10177446"/>
            <a:ext cx="57150" cy="57150"/>
          </a:xfrm>
          <a:custGeom xmlns:a="http://schemas.openxmlformats.org/drawingml/2006/main">
            <a:pathLst>
              <a:path w="57150" h="57150">
                <a:moveTo>
                  <a:pt x="0" y="28575"/>
                </a:moveTo>
                <a:lnTo>
                  <a:pt x="57150" y="571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30343B"/>
          </a:solidFill>
          <a:ln xmlns:a="http://schemas.openxmlformats.org/drawingml/2006/main" w="12700">
            <a:solidFill>
              <a:srgbClr val="30343B"/>
            </a:solidFill>
            <a:prstDash val="solid"/>
          </a:ln>
        </p:spPr>
      </p:sp>
      <p:sp>
        <p:nvSpPr>
          <p:cNvPr id="298" name="Vector 298">
            <a:extLst xmlns:a="http://schemas.openxmlformats.org/drawingml/2006/main">
              <a:ext uri="{FF2B5EF4-FFF2-40B4-BE49-F238E27FC236}">
                <a16:creationId xmlns:a16="http://schemas.microsoft.com/office/drawing/2014/main" id="{5C79A590-FE97-43A7-8AF3-519987F9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2258" y="10206021"/>
            <a:ext cx="975006" cy="10"/>
          </a:xfrm>
          <a:custGeom xmlns:a="http://schemas.openxmlformats.org/drawingml/2006/main">
            <a:pathLst>
              <a:path w="975006" h="10">
                <a:moveTo>
                  <a:pt x="0" y="0"/>
                </a:moveTo>
                <a:lnTo>
                  <a:pt x="9750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0343B"/>
            </a:solidFill>
            <a:prstDash val="solid"/>
          </a:ln>
        </p:spPr>
      </p:sp>
      <p:sp>
        <p:nvSpPr>
          <p:cNvPr id="299" name="m90a3138a74 299">
            <a:extLst xmlns:a="http://schemas.openxmlformats.org/drawingml/2006/main">
              <a:ext uri="{FF2B5EF4-FFF2-40B4-BE49-F238E27FC236}">
                <a16:creationId xmlns:a16="http://schemas.microsoft.com/office/drawing/2014/main" id="{3758F1DD-A65D-4BCE-AE1C-4EC2AE37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689" y="10177446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30343B"/>
          </a:solidFill>
          <a:ln xmlns:a="http://schemas.openxmlformats.org/drawingml/2006/main" w="12700">
            <a:solidFill>
              <a:srgbClr val="30343B"/>
            </a:solidFill>
            <a:prstDash val="solid"/>
          </a:ln>
        </p:spPr>
      </p:sp>
      <p:sp>
        <p:nvSpPr>
          <p:cNvPr id="300" name="Vector 300">
            <a:extLst xmlns:a="http://schemas.openxmlformats.org/drawingml/2006/main">
              <a:ext uri="{FF2B5EF4-FFF2-40B4-BE49-F238E27FC236}">
                <a16:creationId xmlns:a16="http://schemas.microsoft.com/office/drawing/2014/main" id="{10FA9E3C-F83F-418A-9FB6-FE48600C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8307946"/>
            <a:ext cx="8631936" cy="10"/>
          </a:xfrm>
          <a:custGeom xmlns:a="http://schemas.openxmlformats.org/drawingml/2006/main">
            <a:pathLst>
              <a:path w="8631936" h="10">
                <a:moveTo>
                  <a:pt x="0" y="0"/>
                </a:moveTo>
                <a:lnTo>
                  <a:pt x="8631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301" name="Vector 301">
            <a:extLst xmlns:a="http://schemas.openxmlformats.org/drawingml/2006/main">
              <a:ext uri="{FF2B5EF4-FFF2-40B4-BE49-F238E27FC236}">
                <a16:creationId xmlns:a16="http://schemas.microsoft.com/office/drawing/2014/main" id="{C3F2739E-E28C-4B12-A738-BF70F93C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296" y="10206021"/>
            <a:ext cx="995929" cy="10"/>
          </a:xfrm>
          <a:custGeom xmlns:a="http://schemas.openxmlformats.org/drawingml/2006/main">
            <a:pathLst>
              <a:path w="995929" h="10">
                <a:moveTo>
                  <a:pt x="99592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0343B"/>
            </a:solidFill>
            <a:prstDash val="solid"/>
          </a:ln>
        </p:spPr>
      </p:sp>
      <p:sp>
        <p:nvSpPr>
          <p:cNvPr id="302" name="m3675477a43 302">
            <a:extLst xmlns:a="http://schemas.openxmlformats.org/drawingml/2006/main">
              <a:ext uri="{FF2B5EF4-FFF2-40B4-BE49-F238E27FC236}">
                <a16:creationId xmlns:a16="http://schemas.microsoft.com/office/drawing/2014/main" id="{8C026950-F8A3-4C96-B313-B6661D97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2721" y="10177446"/>
            <a:ext cx="57150" cy="57150"/>
          </a:xfrm>
          <a:custGeom xmlns:a="http://schemas.openxmlformats.org/drawingml/2006/main">
            <a:pathLst>
              <a:path w="57150" h="57150">
                <a:moveTo>
                  <a:pt x="0" y="28575"/>
                </a:moveTo>
                <a:lnTo>
                  <a:pt x="57150" y="571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30343B"/>
          </a:solidFill>
          <a:ln xmlns:a="http://schemas.openxmlformats.org/drawingml/2006/main" w="12700">
            <a:solidFill>
              <a:srgbClr val="30343B"/>
            </a:solidFill>
            <a:prstDash val="solid"/>
          </a:ln>
        </p:spPr>
      </p:sp>
      <p:sp>
        <p:nvSpPr>
          <p:cNvPr id="303" name="Vector 303">
            <a:extLst xmlns:a="http://schemas.openxmlformats.org/drawingml/2006/main">
              <a:ext uri="{FF2B5EF4-FFF2-40B4-BE49-F238E27FC236}">
                <a16:creationId xmlns:a16="http://schemas.microsoft.com/office/drawing/2014/main" id="{2F4EE65A-40EB-4415-9211-4C322BE7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0377" y="10206021"/>
            <a:ext cx="960887" cy="10"/>
          </a:xfrm>
          <a:custGeom xmlns:a="http://schemas.openxmlformats.org/drawingml/2006/main">
            <a:pathLst>
              <a:path w="960887" h="10">
                <a:moveTo>
                  <a:pt x="0" y="0"/>
                </a:moveTo>
                <a:lnTo>
                  <a:pt x="9608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0343B"/>
            </a:solidFill>
            <a:prstDash val="solid"/>
          </a:ln>
        </p:spPr>
      </p:sp>
      <p:sp>
        <p:nvSpPr>
          <p:cNvPr id="304" name="m90a3138a74 304">
            <a:extLst xmlns:a="http://schemas.openxmlformats.org/drawingml/2006/main">
              <a:ext uri="{FF2B5EF4-FFF2-40B4-BE49-F238E27FC236}">
                <a16:creationId xmlns:a16="http://schemas.microsoft.com/office/drawing/2014/main" id="{1BDB571D-F6D3-4641-8C73-692FF986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2689" y="10177446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30343B"/>
          </a:solidFill>
          <a:ln xmlns:a="http://schemas.openxmlformats.org/drawingml/2006/main" w="12700">
            <a:solidFill>
              <a:srgbClr val="30343B"/>
            </a:solidFill>
            <a:prstDash val="solid"/>
          </a:ln>
        </p:spPr>
      </p:sp>
      <p:sp>
        <p:nvSpPr>
          <p:cNvPr id="305" name="Text 305: A">
            <a:extLst xmlns:a="http://schemas.openxmlformats.org/drawingml/2006/main">
              <a:ext uri="{FF2B5EF4-FFF2-40B4-BE49-F238E27FC236}">
                <a16:creationId xmlns:a16="http://schemas.microsoft.com/office/drawing/2014/main" id="{D0F7D523-4DC7-46B2-8A2F-7ADD66C2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470828"/>
            <a:ext cx="199619" cy="313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06" name="Text 306: Progression-free survival">
            <a:extLst xmlns:a="http://schemas.openxmlformats.org/drawingml/2006/main">
              <a:ext uri="{FF2B5EF4-FFF2-40B4-BE49-F238E27FC236}">
                <a16:creationId xmlns:a16="http://schemas.microsoft.com/office/drawing/2014/main" id="{E7DD7E9F-2A4F-4753-86FD-A8E5A17E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8137" y="529075"/>
            <a:ext cx="232283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Progression-free survival</a:t>
            </a:r>
          </a:p>
        </p:txBody>
      </p:sp>
      <p:sp>
        <p:nvSpPr>
          <p:cNvPr id="307" name="Text 307: No. at risk (cumulative censored)">
            <a:extLst xmlns:a="http://schemas.openxmlformats.org/drawingml/2006/main">
              <a:ext uri="{FF2B5EF4-FFF2-40B4-BE49-F238E27FC236}">
                <a16:creationId xmlns:a16="http://schemas.microsoft.com/office/drawing/2014/main" id="{19E8E059-8620-4E1E-96CA-9513DA49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5622550"/>
            <a:ext cx="1974310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303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0343B"/>
                </a:solidFill>
                <a:latin typeface="Arial"/>
                <a:ea typeface="Arial"/>
                <a:cs typeface="Arial"/>
              </a:rPr>
              <a:t>No. at risk (cumulative censored)</a:t>
            </a:r>
          </a:p>
        </p:txBody>
      </p:sp>
      <p:sp>
        <p:nvSpPr>
          <p:cNvPr id="308" name="Text 308: B | CT">
            <a:extLst xmlns:a="http://schemas.openxmlformats.org/drawingml/2006/main">
              <a:ext uri="{FF2B5EF4-FFF2-40B4-BE49-F238E27FC236}">
                <a16:creationId xmlns:a16="http://schemas.microsoft.com/office/drawing/2014/main" id="{682219E9-AABE-43D6-BAF2-9EB515A8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5948617"/>
            <a:ext cx="40091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3B7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3B7B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B7BC"/>
                </a:solidFill>
                <a:latin typeface="Arial"/>
                <a:ea typeface="Arial"/>
                <a:cs typeface="Arial"/>
              </a:rPr>
              <a:t>B | CT</a:t>
            </a:r>
          </a:p>
        </p:txBody>
      </p:sp>
      <p:sp>
        <p:nvSpPr>
          <p:cNvPr id="309" name="Text 309: B | ICI+CT">
            <a:extLst xmlns:a="http://schemas.openxmlformats.org/drawingml/2006/main">
              <a:ext uri="{FF2B5EF4-FFF2-40B4-BE49-F238E27FC236}">
                <a16:creationId xmlns:a16="http://schemas.microsoft.com/office/drawing/2014/main" id="{D7420BBC-89DA-405B-914B-850FB8A6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6244554"/>
            <a:ext cx="649211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B | ICI+CT</a:t>
            </a:r>
          </a:p>
        </p:txBody>
      </p:sp>
      <p:sp>
        <p:nvSpPr>
          <p:cNvPr id="310" name="Text 310: NB | CT">
            <a:extLst xmlns:a="http://schemas.openxmlformats.org/drawingml/2006/main">
              <a:ext uri="{FF2B5EF4-FFF2-40B4-BE49-F238E27FC236}">
                <a16:creationId xmlns:a16="http://schemas.microsoft.com/office/drawing/2014/main" id="{EA837158-E1AB-4BF3-9D39-AC737B03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6540490"/>
            <a:ext cx="50719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NB | CT</a:t>
            </a:r>
          </a:p>
        </p:txBody>
      </p:sp>
      <p:sp>
        <p:nvSpPr>
          <p:cNvPr id="311" name="Text 311: NB | ICI+CT">
            <a:extLst xmlns:a="http://schemas.openxmlformats.org/drawingml/2006/main">
              <a:ext uri="{FF2B5EF4-FFF2-40B4-BE49-F238E27FC236}">
                <a16:creationId xmlns:a16="http://schemas.microsoft.com/office/drawing/2014/main" id="{B4F4E965-C5D5-48BC-8E6F-3CBD3407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6836426"/>
            <a:ext cx="755491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NB | ICI+CT</a:t>
            </a:r>
          </a:p>
        </p:txBody>
      </p:sp>
      <p:sp>
        <p:nvSpPr>
          <p:cNvPr id="312" name="Text 312: B">
            <a:extLst xmlns:a="http://schemas.openxmlformats.org/drawingml/2006/main">
              <a:ext uri="{FF2B5EF4-FFF2-40B4-BE49-F238E27FC236}">
                <a16:creationId xmlns:a16="http://schemas.microsoft.com/office/drawing/2014/main" id="{D296C35B-9378-4D5A-A490-8AD0B8E8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7267160"/>
            <a:ext cx="199619" cy="313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13" name="Text 313: PFS treatment effects">
            <a:extLst xmlns:a="http://schemas.openxmlformats.org/drawingml/2006/main">
              <a:ext uri="{FF2B5EF4-FFF2-40B4-BE49-F238E27FC236}">
                <a16:creationId xmlns:a16="http://schemas.microsoft.com/office/drawing/2014/main" id="{0CA4AAE9-80BE-49AF-9ADD-ECECC78F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7342765"/>
            <a:ext cx="1722628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PFS treatment effects</a:t>
            </a:r>
          </a:p>
        </p:txBody>
      </p:sp>
      <p:sp>
        <p:nvSpPr>
          <p:cNvPr id="314" name="Text 314: ICI+CT">
            <a:extLst xmlns:a="http://schemas.openxmlformats.org/drawingml/2006/main">
              <a:ext uri="{FF2B5EF4-FFF2-40B4-BE49-F238E27FC236}">
                <a16:creationId xmlns:a16="http://schemas.microsoft.com/office/drawing/2014/main" id="{417ACDA7-999A-4EF4-9000-F4EB0B63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4241" y="7694105"/>
            <a:ext cx="451453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ICI+CT</a:t>
            </a:r>
          </a:p>
        </p:txBody>
      </p:sp>
      <p:sp>
        <p:nvSpPr>
          <p:cNvPr id="315" name="Text 315: CT">
            <a:extLst xmlns:a="http://schemas.openxmlformats.org/drawingml/2006/main">
              <a:ext uri="{FF2B5EF4-FFF2-40B4-BE49-F238E27FC236}">
                <a16:creationId xmlns:a16="http://schemas.microsoft.com/office/drawing/2014/main" id="{C1548908-E0FB-43D2-860E-BE691DA7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1862" y="7694105"/>
            <a:ext cx="203156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316" name="Text 316: Subgroup">
            <a:extLst xmlns:a="http://schemas.openxmlformats.org/drawingml/2006/main">
              <a:ext uri="{FF2B5EF4-FFF2-40B4-BE49-F238E27FC236}">
                <a16:creationId xmlns:a16="http://schemas.microsoft.com/office/drawing/2014/main" id="{F3F683B2-FFA7-4CBA-A9F1-242FA78A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8041195"/>
            <a:ext cx="5760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Subgroup</a:t>
            </a:r>
          </a:p>
        </p:txBody>
      </p:sp>
      <p:sp>
        <p:nvSpPr>
          <p:cNvPr id="317" name="Text 317: Events/">
            <a:extLst xmlns:a="http://schemas.openxmlformats.org/drawingml/2006/main">
              <a:ext uri="{FF2B5EF4-FFF2-40B4-BE49-F238E27FC236}">
                <a16:creationId xmlns:a16="http://schemas.microsoft.com/office/drawing/2014/main" id="{E2645B7E-28CB-4EB9-9A69-3D071535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8683" y="7970089"/>
            <a:ext cx="44894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Events/</a:t>
            </a:r>
          </a:p>
        </p:txBody>
      </p:sp>
      <p:sp>
        <p:nvSpPr>
          <p:cNvPr id="318" name="Text 318: patients">
            <a:extLst xmlns:a="http://schemas.openxmlformats.org/drawingml/2006/main">
              <a:ext uri="{FF2B5EF4-FFF2-40B4-BE49-F238E27FC236}">
                <a16:creationId xmlns:a16="http://schemas.microsoft.com/office/drawing/2014/main" id="{D080E731-4104-4025-83A1-709509D9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6022" y="8112301"/>
            <a:ext cx="470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319" name="Text 319: Median months">
            <a:extLst xmlns:a="http://schemas.openxmlformats.org/drawingml/2006/main">
              <a:ext uri="{FF2B5EF4-FFF2-40B4-BE49-F238E27FC236}">
                <a16:creationId xmlns:a16="http://schemas.microsoft.com/office/drawing/2014/main" id="{A2AAA266-94EF-4B63-BB0E-875B3E26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1489" y="7970089"/>
            <a:ext cx="8935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Median months</a:t>
            </a:r>
          </a:p>
        </p:txBody>
      </p:sp>
      <p:sp>
        <p:nvSpPr>
          <p:cNvPr id="320" name="Text 320: (95% CI)">
            <a:extLst xmlns:a="http://schemas.openxmlformats.org/drawingml/2006/main">
              <a:ext uri="{FF2B5EF4-FFF2-40B4-BE49-F238E27FC236}">
                <a16:creationId xmlns:a16="http://schemas.microsoft.com/office/drawing/2014/main" id="{175AD41D-79E1-4ABC-954D-2B3F4217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7865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21" name="Text 321: Events/">
            <a:extLst xmlns:a="http://schemas.openxmlformats.org/drawingml/2006/main">
              <a:ext uri="{FF2B5EF4-FFF2-40B4-BE49-F238E27FC236}">
                <a16:creationId xmlns:a16="http://schemas.microsoft.com/office/drawing/2014/main" id="{FB4E4BBA-C6FC-4CB3-AFA3-D8FA979E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211" y="7970089"/>
            <a:ext cx="44894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Events/</a:t>
            </a:r>
          </a:p>
        </p:txBody>
      </p:sp>
      <p:sp>
        <p:nvSpPr>
          <p:cNvPr id="322" name="Text 322: patients">
            <a:extLst xmlns:a="http://schemas.openxmlformats.org/drawingml/2006/main">
              <a:ext uri="{FF2B5EF4-FFF2-40B4-BE49-F238E27FC236}">
                <a16:creationId xmlns:a16="http://schemas.microsoft.com/office/drawing/2014/main" id="{7F1E93D4-5B57-491E-B114-EA8B5F79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50" y="8112301"/>
            <a:ext cx="470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323" name="Text 323: Median months">
            <a:extLst xmlns:a="http://schemas.openxmlformats.org/drawingml/2006/main">
              <a:ext uri="{FF2B5EF4-FFF2-40B4-BE49-F238E27FC236}">
                <a16:creationId xmlns:a16="http://schemas.microsoft.com/office/drawing/2014/main" id="{3049520C-7176-4EE6-9CCA-DD07A52F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8017" y="7970089"/>
            <a:ext cx="8935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Median months</a:t>
            </a:r>
          </a:p>
        </p:txBody>
      </p:sp>
      <p:sp>
        <p:nvSpPr>
          <p:cNvPr id="324" name="Text 324: (95% CI)">
            <a:extLst xmlns:a="http://schemas.openxmlformats.org/drawingml/2006/main">
              <a:ext uri="{FF2B5EF4-FFF2-40B4-BE49-F238E27FC236}">
                <a16:creationId xmlns:a16="http://schemas.microsoft.com/office/drawing/2014/main" id="{246ACBE0-739D-42CE-8372-67CFEE48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4393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25" name="Text 325: HR">
            <a:extLst xmlns:a="http://schemas.openxmlformats.org/drawingml/2006/main">
              <a:ext uri="{FF2B5EF4-FFF2-40B4-BE49-F238E27FC236}">
                <a16:creationId xmlns:a16="http://schemas.microsoft.com/office/drawing/2014/main" id="{F011E8D3-262E-4A62-B85A-D6116F10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6011" y="7970089"/>
            <a:ext cx="20878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HR</a:t>
            </a:r>
          </a:p>
        </p:txBody>
      </p:sp>
      <p:sp>
        <p:nvSpPr>
          <p:cNvPr id="326" name="Text 326: (95% CI)">
            <a:extLst xmlns:a="http://schemas.openxmlformats.org/drawingml/2006/main">
              <a:ext uri="{FF2B5EF4-FFF2-40B4-BE49-F238E27FC236}">
                <a16:creationId xmlns:a16="http://schemas.microsoft.com/office/drawing/2014/main" id="{B2F75426-F5AF-4E00-B912-13502D35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3945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27" name="Text 327: Overall">
            <a:extLst xmlns:a="http://schemas.openxmlformats.org/drawingml/2006/main">
              <a:ext uri="{FF2B5EF4-FFF2-40B4-BE49-F238E27FC236}">
                <a16:creationId xmlns:a16="http://schemas.microsoft.com/office/drawing/2014/main" id="{9B8C7C9B-B1BD-4A61-81C9-288D378D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8410463"/>
            <a:ext cx="46783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Overall</a:t>
            </a:r>
          </a:p>
        </p:txBody>
      </p:sp>
      <p:sp>
        <p:nvSpPr>
          <p:cNvPr id="328" name="Text 328: 166/180">
            <a:extLst xmlns:a="http://schemas.openxmlformats.org/drawingml/2006/main">
              <a:ext uri="{FF2B5EF4-FFF2-40B4-BE49-F238E27FC236}">
                <a16:creationId xmlns:a16="http://schemas.microsoft.com/office/drawing/2014/main" id="{80BDEE55-268E-4C33-824D-7B68C3EB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2883" y="8418769"/>
            <a:ext cx="48437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166/180</a:t>
            </a:r>
          </a:p>
        </p:txBody>
      </p:sp>
      <p:sp>
        <p:nvSpPr>
          <p:cNvPr id="329" name="Text 329: 10.88">
            <a:extLst xmlns:a="http://schemas.openxmlformats.org/drawingml/2006/main">
              <a:ext uri="{FF2B5EF4-FFF2-40B4-BE49-F238E27FC236}">
                <a16:creationId xmlns:a16="http://schemas.microsoft.com/office/drawing/2014/main" id="{7847F5A9-3CE0-4CFE-AF73-3CE7799A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9109" y="8355372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10.88</a:t>
            </a:r>
          </a:p>
        </p:txBody>
      </p:sp>
      <p:sp>
        <p:nvSpPr>
          <p:cNvPr id="330" name="Text 330: (8.35-14.60)">
            <a:extLst xmlns:a="http://schemas.openxmlformats.org/drawingml/2006/main">
              <a:ext uri="{FF2B5EF4-FFF2-40B4-BE49-F238E27FC236}">
                <a16:creationId xmlns:a16="http://schemas.microsoft.com/office/drawing/2014/main" id="{48D2A4A1-BB82-4BB0-B225-03AFF39E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5955" y="8490473"/>
            <a:ext cx="682581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(8.35-14.60)</a:t>
            </a:r>
          </a:p>
        </p:txBody>
      </p:sp>
      <p:sp>
        <p:nvSpPr>
          <p:cNvPr id="331" name="Text 331: 138/180">
            <a:extLst xmlns:a="http://schemas.openxmlformats.org/drawingml/2006/main">
              <a:ext uri="{FF2B5EF4-FFF2-40B4-BE49-F238E27FC236}">
                <a16:creationId xmlns:a16="http://schemas.microsoft.com/office/drawing/2014/main" id="{0CE48490-8040-42CF-96F3-16DA86C9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411" y="8418769"/>
            <a:ext cx="48437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138/180</a:t>
            </a:r>
          </a:p>
        </p:txBody>
      </p:sp>
      <p:sp>
        <p:nvSpPr>
          <p:cNvPr id="332" name="Text 332: 12.69">
            <a:extLst xmlns:a="http://schemas.openxmlformats.org/drawingml/2006/main">
              <a:ext uri="{FF2B5EF4-FFF2-40B4-BE49-F238E27FC236}">
                <a16:creationId xmlns:a16="http://schemas.microsoft.com/office/drawing/2014/main" id="{0C5A0743-1A5F-48F9-A6F1-22304910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5637" y="8355372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12.69</a:t>
            </a:r>
          </a:p>
        </p:txBody>
      </p:sp>
      <p:sp>
        <p:nvSpPr>
          <p:cNvPr id="333" name="Text 333: (9.22-16.62)">
            <a:extLst xmlns:a="http://schemas.openxmlformats.org/drawingml/2006/main">
              <a:ext uri="{FF2B5EF4-FFF2-40B4-BE49-F238E27FC236}">
                <a16:creationId xmlns:a16="http://schemas.microsoft.com/office/drawing/2014/main" id="{2FFB38A9-217A-462C-ADFE-9B4FD160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2483" y="8490473"/>
            <a:ext cx="682581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(9.22-16.62)</a:t>
            </a:r>
          </a:p>
        </p:txBody>
      </p:sp>
      <p:sp>
        <p:nvSpPr>
          <p:cNvPr id="334" name="Text 334: 0.69">
            <a:extLst xmlns:a="http://schemas.openxmlformats.org/drawingml/2006/main">
              <a:ext uri="{FF2B5EF4-FFF2-40B4-BE49-F238E27FC236}">
                <a16:creationId xmlns:a16="http://schemas.microsoft.com/office/drawing/2014/main" id="{39E9EC2A-0978-44A3-8434-207AB37D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6501" y="8347663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0.69</a:t>
            </a:r>
          </a:p>
        </p:txBody>
      </p:sp>
      <p:sp>
        <p:nvSpPr>
          <p:cNvPr id="335" name="Text 335: (0.55-0.87)">
            <a:extLst xmlns:a="http://schemas.openxmlformats.org/drawingml/2006/main">
              <a:ext uri="{FF2B5EF4-FFF2-40B4-BE49-F238E27FC236}">
                <a16:creationId xmlns:a16="http://schemas.microsoft.com/office/drawing/2014/main" id="{D4C63F77-D6AA-4E37-BCBA-70ED1E28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2655" y="8489875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(0.55-0.87)</a:t>
            </a:r>
          </a:p>
        </p:txBody>
      </p:sp>
      <p:sp>
        <p:nvSpPr>
          <p:cNvPr id="336" name="Text 336: B">
            <a:extLst xmlns:a="http://schemas.openxmlformats.org/drawingml/2006/main">
              <a:ext uri="{FF2B5EF4-FFF2-40B4-BE49-F238E27FC236}">
                <a16:creationId xmlns:a16="http://schemas.microsoft.com/office/drawing/2014/main" id="{5636F7B4-A566-482B-A499-01BFA0EF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8859470"/>
            <a:ext cx="11858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37" name="Text 337: 94/100">
            <a:extLst xmlns:a="http://schemas.openxmlformats.org/drawingml/2006/main">
              <a:ext uri="{FF2B5EF4-FFF2-40B4-BE49-F238E27FC236}">
                <a16:creationId xmlns:a16="http://schemas.microsoft.com/office/drawing/2014/main" id="{D5369D35-C496-4F3B-ADD1-E1C23E75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8189" y="8867776"/>
            <a:ext cx="41376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94/100</a:t>
            </a:r>
          </a:p>
        </p:txBody>
      </p:sp>
      <p:sp>
        <p:nvSpPr>
          <p:cNvPr id="338" name="Text 338: 8.59">
            <a:extLst xmlns:a="http://schemas.openxmlformats.org/drawingml/2006/main">
              <a:ext uri="{FF2B5EF4-FFF2-40B4-BE49-F238E27FC236}">
                <a16:creationId xmlns:a16="http://schemas.microsoft.com/office/drawing/2014/main" id="{D44E0BE1-2967-4938-8E49-941859C1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7491" y="8804379"/>
            <a:ext cx="260185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8.59</a:t>
            </a:r>
          </a:p>
        </p:txBody>
      </p:sp>
      <p:sp>
        <p:nvSpPr>
          <p:cNvPr id="339" name="Text 339: (6.41-12.91)">
            <a:extLst xmlns:a="http://schemas.openxmlformats.org/drawingml/2006/main">
              <a:ext uri="{FF2B5EF4-FFF2-40B4-BE49-F238E27FC236}">
                <a16:creationId xmlns:a16="http://schemas.microsoft.com/office/drawing/2014/main" id="{F5780AB9-E95A-4DFE-92C4-F39AD905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5955" y="8939480"/>
            <a:ext cx="682581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(6.41-12.91)</a:t>
            </a:r>
          </a:p>
        </p:txBody>
      </p:sp>
      <p:sp>
        <p:nvSpPr>
          <p:cNvPr id="340" name="Text 340: 62/104">
            <a:extLst xmlns:a="http://schemas.openxmlformats.org/drawingml/2006/main">
              <a:ext uri="{FF2B5EF4-FFF2-40B4-BE49-F238E27FC236}">
                <a16:creationId xmlns:a16="http://schemas.microsoft.com/office/drawing/2014/main" id="{F6FF8C29-8E91-4734-8A01-2F585A15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717" y="8867776"/>
            <a:ext cx="41376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62/104</a:t>
            </a:r>
          </a:p>
        </p:txBody>
      </p:sp>
      <p:sp>
        <p:nvSpPr>
          <p:cNvPr id="341" name="Text 341: 31.60">
            <a:extLst xmlns:a="http://schemas.openxmlformats.org/drawingml/2006/main">
              <a:ext uri="{FF2B5EF4-FFF2-40B4-BE49-F238E27FC236}">
                <a16:creationId xmlns:a16="http://schemas.microsoft.com/office/drawing/2014/main" id="{56B246F7-0D00-45CC-82F9-28E67146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5637" y="8804379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31.60</a:t>
            </a:r>
          </a:p>
        </p:txBody>
      </p:sp>
      <p:sp>
        <p:nvSpPr>
          <p:cNvPr id="342" name="Text 342: (20.82-42.24)">
            <a:extLst xmlns:a="http://schemas.openxmlformats.org/drawingml/2006/main">
              <a:ext uri="{FF2B5EF4-FFF2-40B4-BE49-F238E27FC236}">
                <a16:creationId xmlns:a16="http://schemas.microsoft.com/office/drawing/2014/main" id="{210D19A1-B311-484A-9C3B-6ADED973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4101" y="8939480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(20.82-42.24)</a:t>
            </a:r>
          </a:p>
        </p:txBody>
      </p:sp>
      <p:sp>
        <p:nvSpPr>
          <p:cNvPr id="343" name="Text 343: 0.32">
            <a:extLst xmlns:a="http://schemas.openxmlformats.org/drawingml/2006/main">
              <a:ext uri="{FF2B5EF4-FFF2-40B4-BE49-F238E27FC236}">
                <a16:creationId xmlns:a16="http://schemas.microsoft.com/office/drawing/2014/main" id="{2FF4E739-1C35-4C6C-92D2-0CC4109E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6501" y="8796670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0.32</a:t>
            </a:r>
          </a:p>
        </p:txBody>
      </p:sp>
      <p:sp>
        <p:nvSpPr>
          <p:cNvPr id="344" name="Text 344: (0.23-0.44)">
            <a:extLst xmlns:a="http://schemas.openxmlformats.org/drawingml/2006/main">
              <a:ext uri="{FF2B5EF4-FFF2-40B4-BE49-F238E27FC236}">
                <a16:creationId xmlns:a16="http://schemas.microsoft.com/office/drawing/2014/main" id="{F73D37DA-DE82-432C-B753-696642BC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2655" y="8938882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(0.23-0.44)</a:t>
            </a:r>
          </a:p>
        </p:txBody>
      </p:sp>
      <p:sp>
        <p:nvSpPr>
          <p:cNvPr id="345" name="Text 345: NB">
            <a:extLst xmlns:a="http://schemas.openxmlformats.org/drawingml/2006/main">
              <a:ext uri="{FF2B5EF4-FFF2-40B4-BE49-F238E27FC236}">
                <a16:creationId xmlns:a16="http://schemas.microsoft.com/office/drawing/2014/main" id="{F24FCB1E-A0CD-4972-A2B1-4869AA14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9308477"/>
            <a:ext cx="227127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NB</a:t>
            </a:r>
          </a:p>
        </p:txBody>
      </p:sp>
      <p:sp>
        <p:nvSpPr>
          <p:cNvPr id="346" name="Text 346: 72/80">
            <a:extLst xmlns:a="http://schemas.openxmlformats.org/drawingml/2006/main">
              <a:ext uri="{FF2B5EF4-FFF2-40B4-BE49-F238E27FC236}">
                <a16:creationId xmlns:a16="http://schemas.microsoft.com/office/drawing/2014/main" id="{8AE51459-F8A8-4F27-A628-9550E970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3495" y="9316783"/>
            <a:ext cx="343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72/80</a:t>
            </a:r>
          </a:p>
        </p:txBody>
      </p:sp>
      <p:sp>
        <p:nvSpPr>
          <p:cNvPr id="347" name="Text 347: 14.60">
            <a:extLst xmlns:a="http://schemas.openxmlformats.org/drawingml/2006/main">
              <a:ext uri="{FF2B5EF4-FFF2-40B4-BE49-F238E27FC236}">
                <a16:creationId xmlns:a16="http://schemas.microsoft.com/office/drawing/2014/main" id="{E81F60AB-2BD1-4F3B-8CC0-76ED87C6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9109" y="9253386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14.60</a:t>
            </a:r>
          </a:p>
        </p:txBody>
      </p:sp>
      <p:sp>
        <p:nvSpPr>
          <p:cNvPr id="348" name="Text 348: (9.05-16.58)">
            <a:extLst xmlns:a="http://schemas.openxmlformats.org/drawingml/2006/main">
              <a:ext uri="{FF2B5EF4-FFF2-40B4-BE49-F238E27FC236}">
                <a16:creationId xmlns:a16="http://schemas.microsoft.com/office/drawing/2014/main" id="{EF818958-55E5-4166-8B39-4AE24C9C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5955" y="9388487"/>
            <a:ext cx="682581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(9.05-16.58)</a:t>
            </a:r>
          </a:p>
        </p:txBody>
      </p:sp>
      <p:sp>
        <p:nvSpPr>
          <p:cNvPr id="349" name="Text 349: 76/76">
            <a:extLst xmlns:a="http://schemas.openxmlformats.org/drawingml/2006/main">
              <a:ext uri="{FF2B5EF4-FFF2-40B4-BE49-F238E27FC236}">
                <a16:creationId xmlns:a16="http://schemas.microsoft.com/office/drawing/2014/main" id="{9440F7A5-9BD5-42F6-8EA3-24C84FC1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023" y="9316783"/>
            <a:ext cx="343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76/76</a:t>
            </a:r>
          </a:p>
        </p:txBody>
      </p:sp>
      <p:sp>
        <p:nvSpPr>
          <p:cNvPr id="350" name="Text 350: 4.75">
            <a:extLst xmlns:a="http://schemas.openxmlformats.org/drawingml/2006/main">
              <a:ext uri="{FF2B5EF4-FFF2-40B4-BE49-F238E27FC236}">
                <a16:creationId xmlns:a16="http://schemas.microsoft.com/office/drawing/2014/main" id="{08A4017C-B64E-43A9-A811-385D1D84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4019" y="9253386"/>
            <a:ext cx="260185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4.75</a:t>
            </a:r>
          </a:p>
        </p:txBody>
      </p:sp>
      <p:sp>
        <p:nvSpPr>
          <p:cNvPr id="351" name="Text 351: (3.18-6.75)">
            <a:extLst xmlns:a="http://schemas.openxmlformats.org/drawingml/2006/main">
              <a:ext uri="{FF2B5EF4-FFF2-40B4-BE49-F238E27FC236}">
                <a16:creationId xmlns:a16="http://schemas.microsoft.com/office/drawing/2014/main" id="{71E1829D-2C03-4D12-B280-91D82693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0865" y="9388487"/>
            <a:ext cx="615499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(3.18-6.75)</a:t>
            </a:r>
          </a:p>
        </p:txBody>
      </p:sp>
      <p:sp>
        <p:nvSpPr>
          <p:cNvPr id="352" name="Text 352: 2.80">
            <a:extLst xmlns:a="http://schemas.openxmlformats.org/drawingml/2006/main">
              <a:ext uri="{FF2B5EF4-FFF2-40B4-BE49-F238E27FC236}">
                <a16:creationId xmlns:a16="http://schemas.microsoft.com/office/drawing/2014/main" id="{171B7BA1-E812-4CBF-A984-1A0A1278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6501" y="9245677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2.80</a:t>
            </a:r>
          </a:p>
        </p:txBody>
      </p:sp>
      <p:sp>
        <p:nvSpPr>
          <p:cNvPr id="353" name="Text 353: (2.02-3.89)">
            <a:extLst xmlns:a="http://schemas.openxmlformats.org/drawingml/2006/main">
              <a:ext uri="{FF2B5EF4-FFF2-40B4-BE49-F238E27FC236}">
                <a16:creationId xmlns:a16="http://schemas.microsoft.com/office/drawing/2014/main" id="{83BE1C72-47DE-48FB-8F29-FA6AD613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2655" y="9387889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(2.02-3.89)</a:t>
            </a:r>
          </a:p>
        </p:txBody>
      </p:sp>
      <p:sp>
        <p:nvSpPr>
          <p:cNvPr id="354" name="Text 354: Ratio of treatment HRs (95% CI): 0.11 (0.07-0.18)">
            <a:extLst xmlns:a="http://schemas.openxmlformats.org/drawingml/2006/main">
              <a:ext uri="{FF2B5EF4-FFF2-40B4-BE49-F238E27FC236}">
                <a16:creationId xmlns:a16="http://schemas.microsoft.com/office/drawing/2014/main" id="{099DA76F-8CD5-44F9-86B1-B216CCA0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184" y="9837092"/>
            <a:ext cx="2967480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Ratio of treatment HRs (95% CI): 0.11 (0.07-0.18)</a:t>
            </a:r>
          </a:p>
        </p:txBody>
      </p:sp>
      <p:sp>
        <p:nvSpPr>
          <p:cNvPr id="355" name="Text 355: B/NB; Altman-Bland P &lt; 0.001">
            <a:extLst xmlns:a="http://schemas.openxmlformats.org/drawingml/2006/main">
              <a:ext uri="{FF2B5EF4-FFF2-40B4-BE49-F238E27FC236}">
                <a16:creationId xmlns:a16="http://schemas.microsoft.com/office/drawing/2014/main" id="{6DDC5D53-3AF7-45A1-BFD9-E7199AE7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184" y="10055690"/>
            <a:ext cx="1908257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B/NB; Altman-Bland P &lt; 0.001</a:t>
            </a:r>
          </a:p>
        </p:txBody>
      </p:sp>
      <p:sp>
        <p:nvSpPr>
          <p:cNvPr id="356" name="Text 356: favor ICI+CT">
            <a:extLst xmlns:a="http://schemas.openxmlformats.org/drawingml/2006/main">
              <a:ext uri="{FF2B5EF4-FFF2-40B4-BE49-F238E27FC236}">
                <a16:creationId xmlns:a16="http://schemas.microsoft.com/office/drawing/2014/main" id="{40C16F73-5AF1-4E2D-B249-2E9E5D42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1522" y="10127108"/>
            <a:ext cx="71262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favor ICI+CT</a:t>
            </a:r>
          </a:p>
        </p:txBody>
      </p:sp>
      <p:sp>
        <p:nvSpPr>
          <p:cNvPr id="357" name="Text 357: favor CT">
            <a:extLst xmlns:a="http://schemas.openxmlformats.org/drawingml/2006/main">
              <a:ext uri="{FF2B5EF4-FFF2-40B4-BE49-F238E27FC236}">
                <a16:creationId xmlns:a16="http://schemas.microsoft.com/office/drawing/2014/main" id="{581E3BC8-192D-46A1-A03A-CB5E8470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0416" y="10127108"/>
            <a:ext cx="48797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favor CT</a:t>
            </a:r>
          </a:p>
        </p:txBody>
      </p:sp>
      <p:sp>
        <p:nvSpPr>
          <p:cNvPr id="358" name="Text 358: C">
            <a:extLst xmlns:a="http://schemas.openxmlformats.org/drawingml/2006/main">
              <a:ext uri="{FF2B5EF4-FFF2-40B4-BE49-F238E27FC236}">
                <a16:creationId xmlns:a16="http://schemas.microsoft.com/office/drawing/2014/main" id="{4B13AB6E-2E84-4BF6-9810-92FFE5EF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470828"/>
            <a:ext cx="199619" cy="313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9" name="Text 359: Overall survival">
            <a:extLst xmlns:a="http://schemas.openxmlformats.org/drawingml/2006/main">
              <a:ext uri="{FF2B5EF4-FFF2-40B4-BE49-F238E27FC236}">
                <a16:creationId xmlns:a16="http://schemas.microsoft.com/office/drawing/2014/main" id="{BEB8ACAC-D45F-4396-9D97-732E58A4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81335" y="529819"/>
            <a:ext cx="144443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Overall survival</a:t>
            </a:r>
          </a:p>
        </p:txBody>
      </p:sp>
      <p:sp>
        <p:nvSpPr>
          <p:cNvPr id="360" name="Text 360: No. at risk (cumulative censored)">
            <a:extLst xmlns:a="http://schemas.openxmlformats.org/drawingml/2006/main">
              <a:ext uri="{FF2B5EF4-FFF2-40B4-BE49-F238E27FC236}">
                <a16:creationId xmlns:a16="http://schemas.microsoft.com/office/drawing/2014/main" id="{3C002038-EAE4-477E-91C1-576A12B4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5622550"/>
            <a:ext cx="1974310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303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0343B"/>
                </a:solidFill>
                <a:latin typeface="Arial"/>
                <a:ea typeface="Arial"/>
                <a:cs typeface="Arial"/>
              </a:rPr>
              <a:t>No. at risk (cumulative censored)</a:t>
            </a:r>
          </a:p>
        </p:txBody>
      </p:sp>
      <p:sp>
        <p:nvSpPr>
          <p:cNvPr id="361" name="Text 361: B | CT">
            <a:extLst xmlns:a="http://schemas.openxmlformats.org/drawingml/2006/main">
              <a:ext uri="{FF2B5EF4-FFF2-40B4-BE49-F238E27FC236}">
                <a16:creationId xmlns:a16="http://schemas.microsoft.com/office/drawing/2014/main" id="{137A2EBB-F18C-4DB9-9D6B-5172A160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5948617"/>
            <a:ext cx="40091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3B7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3B7B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B7BC"/>
                </a:solidFill>
                <a:latin typeface="Arial"/>
                <a:ea typeface="Arial"/>
                <a:cs typeface="Arial"/>
              </a:rPr>
              <a:t>B | CT</a:t>
            </a:r>
          </a:p>
        </p:txBody>
      </p:sp>
      <p:sp>
        <p:nvSpPr>
          <p:cNvPr id="362" name="Text 362: B | ICI+CT">
            <a:extLst xmlns:a="http://schemas.openxmlformats.org/drawingml/2006/main">
              <a:ext uri="{FF2B5EF4-FFF2-40B4-BE49-F238E27FC236}">
                <a16:creationId xmlns:a16="http://schemas.microsoft.com/office/drawing/2014/main" id="{DB68D047-AB2B-41C7-B2DA-E3548622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6244554"/>
            <a:ext cx="649211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B | ICI+CT</a:t>
            </a:r>
          </a:p>
        </p:txBody>
      </p:sp>
      <p:sp>
        <p:nvSpPr>
          <p:cNvPr id="363" name="Text 363: NB | CT">
            <a:extLst xmlns:a="http://schemas.openxmlformats.org/drawingml/2006/main">
              <a:ext uri="{FF2B5EF4-FFF2-40B4-BE49-F238E27FC236}">
                <a16:creationId xmlns:a16="http://schemas.microsoft.com/office/drawing/2014/main" id="{85496D96-ED2D-418C-A1C2-B8C4A3F0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6540490"/>
            <a:ext cx="50719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NB | CT</a:t>
            </a:r>
          </a:p>
        </p:txBody>
      </p:sp>
      <p:sp>
        <p:nvSpPr>
          <p:cNvPr id="364" name="Text 364: NB | ICI+CT">
            <a:extLst xmlns:a="http://schemas.openxmlformats.org/drawingml/2006/main">
              <a:ext uri="{FF2B5EF4-FFF2-40B4-BE49-F238E27FC236}">
                <a16:creationId xmlns:a16="http://schemas.microsoft.com/office/drawing/2014/main" id="{D7077EFF-7377-430C-ACEC-7C9D3169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6836426"/>
            <a:ext cx="755491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NB | ICI+CT</a:t>
            </a:r>
          </a:p>
        </p:txBody>
      </p:sp>
      <p:sp>
        <p:nvSpPr>
          <p:cNvPr id="365" name="Text 365: D">
            <a:extLst xmlns:a="http://schemas.openxmlformats.org/drawingml/2006/main">
              <a:ext uri="{FF2B5EF4-FFF2-40B4-BE49-F238E27FC236}">
                <a16:creationId xmlns:a16="http://schemas.microsoft.com/office/drawing/2014/main" id="{BD628EB8-5602-413F-AF85-9912EB7E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7267160"/>
            <a:ext cx="199619" cy="313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66" name="Text 366: OS treatment effects">
            <a:extLst xmlns:a="http://schemas.openxmlformats.org/drawingml/2006/main">
              <a:ext uri="{FF2B5EF4-FFF2-40B4-BE49-F238E27FC236}">
                <a16:creationId xmlns:a16="http://schemas.microsoft.com/office/drawing/2014/main" id="{94056765-3A43-4875-B5F9-F0A136EB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7342765"/>
            <a:ext cx="1640078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OS treatment effects</a:t>
            </a:r>
          </a:p>
        </p:txBody>
      </p:sp>
      <p:sp>
        <p:nvSpPr>
          <p:cNvPr id="367" name="Text 367: ICI+CT">
            <a:extLst xmlns:a="http://schemas.openxmlformats.org/drawingml/2006/main">
              <a:ext uri="{FF2B5EF4-FFF2-40B4-BE49-F238E27FC236}">
                <a16:creationId xmlns:a16="http://schemas.microsoft.com/office/drawing/2014/main" id="{60951E5E-516B-46DB-BE8B-21DD5F47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8241" y="7694105"/>
            <a:ext cx="451453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ICI+CT</a:t>
            </a:r>
          </a:p>
        </p:txBody>
      </p:sp>
      <p:sp>
        <p:nvSpPr>
          <p:cNvPr id="368" name="Text 368: CT">
            <a:extLst xmlns:a="http://schemas.openxmlformats.org/drawingml/2006/main">
              <a:ext uri="{FF2B5EF4-FFF2-40B4-BE49-F238E27FC236}">
                <a16:creationId xmlns:a16="http://schemas.microsoft.com/office/drawing/2014/main" id="{1F6F4F15-4F95-4543-8ED8-A2ABC048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5862" y="7694105"/>
            <a:ext cx="203156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369" name="Text 369: Subgroup">
            <a:extLst xmlns:a="http://schemas.openxmlformats.org/drawingml/2006/main">
              <a:ext uri="{FF2B5EF4-FFF2-40B4-BE49-F238E27FC236}">
                <a16:creationId xmlns:a16="http://schemas.microsoft.com/office/drawing/2014/main" id="{5FAFD1BA-7E1A-4024-914C-24082B56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8041195"/>
            <a:ext cx="5760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Subgroup</a:t>
            </a:r>
          </a:p>
        </p:txBody>
      </p:sp>
      <p:sp>
        <p:nvSpPr>
          <p:cNvPr id="370" name="Text 370: Events/">
            <a:extLst xmlns:a="http://schemas.openxmlformats.org/drawingml/2006/main">
              <a:ext uri="{FF2B5EF4-FFF2-40B4-BE49-F238E27FC236}">
                <a16:creationId xmlns:a16="http://schemas.microsoft.com/office/drawing/2014/main" id="{8C7C724A-70D3-4CBF-A193-3E65CA5C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2683" y="7970089"/>
            <a:ext cx="44894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Events/</a:t>
            </a:r>
          </a:p>
        </p:txBody>
      </p:sp>
      <p:sp>
        <p:nvSpPr>
          <p:cNvPr id="371" name="Text 371: patients">
            <a:extLst xmlns:a="http://schemas.openxmlformats.org/drawingml/2006/main">
              <a:ext uri="{FF2B5EF4-FFF2-40B4-BE49-F238E27FC236}">
                <a16:creationId xmlns:a16="http://schemas.microsoft.com/office/drawing/2014/main" id="{4EDD2234-FE95-4286-8E87-825C98B2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0022" y="8112301"/>
            <a:ext cx="470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372" name="Text 372: Median months">
            <a:extLst xmlns:a="http://schemas.openxmlformats.org/drawingml/2006/main">
              <a:ext uri="{FF2B5EF4-FFF2-40B4-BE49-F238E27FC236}">
                <a16:creationId xmlns:a16="http://schemas.microsoft.com/office/drawing/2014/main" id="{705FE4B6-7B53-4D7B-A3EB-3332AB72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5489" y="7970089"/>
            <a:ext cx="8935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Median months</a:t>
            </a:r>
          </a:p>
        </p:txBody>
      </p:sp>
      <p:sp>
        <p:nvSpPr>
          <p:cNvPr id="373" name="Text 373: (95% CI)">
            <a:extLst xmlns:a="http://schemas.openxmlformats.org/drawingml/2006/main">
              <a:ext uri="{FF2B5EF4-FFF2-40B4-BE49-F238E27FC236}">
                <a16:creationId xmlns:a16="http://schemas.microsoft.com/office/drawing/2014/main" id="{F40A1FA8-A13B-48AD-8D1A-B9C94D33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1865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74" name="Text 374: Events/">
            <a:extLst xmlns:a="http://schemas.openxmlformats.org/drawingml/2006/main">
              <a:ext uri="{FF2B5EF4-FFF2-40B4-BE49-F238E27FC236}">
                <a16:creationId xmlns:a16="http://schemas.microsoft.com/office/drawing/2014/main" id="{5C09D5B5-A897-495C-915C-1428ADFE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9211" y="7970089"/>
            <a:ext cx="44894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Events/</a:t>
            </a:r>
          </a:p>
        </p:txBody>
      </p:sp>
      <p:sp>
        <p:nvSpPr>
          <p:cNvPr id="375" name="Text 375: patients">
            <a:extLst xmlns:a="http://schemas.openxmlformats.org/drawingml/2006/main">
              <a:ext uri="{FF2B5EF4-FFF2-40B4-BE49-F238E27FC236}">
                <a16:creationId xmlns:a16="http://schemas.microsoft.com/office/drawing/2014/main" id="{743655DE-C90C-4095-A99B-3509FC8F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6550" y="8112301"/>
            <a:ext cx="470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376" name="Text 376: Median months">
            <a:extLst xmlns:a="http://schemas.openxmlformats.org/drawingml/2006/main">
              <a:ext uri="{FF2B5EF4-FFF2-40B4-BE49-F238E27FC236}">
                <a16:creationId xmlns:a16="http://schemas.microsoft.com/office/drawing/2014/main" id="{6777B145-8A75-4219-8082-702496B5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2017" y="7970089"/>
            <a:ext cx="8935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Median months</a:t>
            </a:r>
          </a:p>
        </p:txBody>
      </p:sp>
      <p:sp>
        <p:nvSpPr>
          <p:cNvPr id="377" name="Text 377: (95% CI)">
            <a:extLst xmlns:a="http://schemas.openxmlformats.org/drawingml/2006/main">
              <a:ext uri="{FF2B5EF4-FFF2-40B4-BE49-F238E27FC236}">
                <a16:creationId xmlns:a16="http://schemas.microsoft.com/office/drawing/2014/main" id="{4636FD72-F21C-4A57-BB1E-26F376E4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8393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78" name="Text 378: HR">
            <a:extLst xmlns:a="http://schemas.openxmlformats.org/drawingml/2006/main">
              <a:ext uri="{FF2B5EF4-FFF2-40B4-BE49-F238E27FC236}">
                <a16:creationId xmlns:a16="http://schemas.microsoft.com/office/drawing/2014/main" id="{177D7B8E-CC06-4894-BD93-45C7DF4D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00011" y="7970089"/>
            <a:ext cx="20878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HR</a:t>
            </a:r>
          </a:p>
        </p:txBody>
      </p:sp>
      <p:sp>
        <p:nvSpPr>
          <p:cNvPr id="379" name="Text 379: (95% CI)">
            <a:extLst xmlns:a="http://schemas.openxmlformats.org/drawingml/2006/main">
              <a:ext uri="{FF2B5EF4-FFF2-40B4-BE49-F238E27FC236}">
                <a16:creationId xmlns:a16="http://schemas.microsoft.com/office/drawing/2014/main" id="{8B6A2629-97FA-4D1F-8612-C1E48384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17945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80" name="Text 380: Overall">
            <a:extLst xmlns:a="http://schemas.openxmlformats.org/drawingml/2006/main">
              <a:ext uri="{FF2B5EF4-FFF2-40B4-BE49-F238E27FC236}">
                <a16:creationId xmlns:a16="http://schemas.microsoft.com/office/drawing/2014/main" id="{1EBC2454-BC1A-456B-9CAE-3E38F512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8410463"/>
            <a:ext cx="46783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Overall</a:t>
            </a:r>
          </a:p>
        </p:txBody>
      </p:sp>
      <p:sp>
        <p:nvSpPr>
          <p:cNvPr id="381" name="Text 381: 132/180">
            <a:extLst xmlns:a="http://schemas.openxmlformats.org/drawingml/2006/main">
              <a:ext uri="{FF2B5EF4-FFF2-40B4-BE49-F238E27FC236}">
                <a16:creationId xmlns:a16="http://schemas.microsoft.com/office/drawing/2014/main" id="{975F7328-BF2B-4331-97A8-FF760811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6883" y="8418769"/>
            <a:ext cx="48437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132/180</a:t>
            </a:r>
          </a:p>
        </p:txBody>
      </p:sp>
      <p:sp>
        <p:nvSpPr>
          <p:cNvPr id="382" name="Text 382: 23.62">
            <a:extLst xmlns:a="http://schemas.openxmlformats.org/drawingml/2006/main">
              <a:ext uri="{FF2B5EF4-FFF2-40B4-BE49-F238E27FC236}">
                <a16:creationId xmlns:a16="http://schemas.microsoft.com/office/drawing/2014/main" id="{D5721540-FB5F-4984-BD8C-F626CE48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3109" y="8355372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23.62</a:t>
            </a:r>
          </a:p>
        </p:txBody>
      </p:sp>
      <p:sp>
        <p:nvSpPr>
          <p:cNvPr id="383" name="Text 383: (21.45-27.54)">
            <a:extLst xmlns:a="http://schemas.openxmlformats.org/drawingml/2006/main">
              <a:ext uri="{FF2B5EF4-FFF2-40B4-BE49-F238E27FC236}">
                <a16:creationId xmlns:a16="http://schemas.microsoft.com/office/drawing/2014/main" id="{27E91762-54DA-4DE6-8B3C-94ECFFBD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73" y="8490473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(21.45-27.54)</a:t>
            </a:r>
          </a:p>
        </p:txBody>
      </p:sp>
      <p:sp>
        <p:nvSpPr>
          <p:cNvPr id="384" name="Text 384: 123/180">
            <a:extLst xmlns:a="http://schemas.openxmlformats.org/drawingml/2006/main">
              <a:ext uri="{FF2B5EF4-FFF2-40B4-BE49-F238E27FC236}">
                <a16:creationId xmlns:a16="http://schemas.microsoft.com/office/drawing/2014/main" id="{F4025207-96B2-40B7-8F95-1C5C3BD9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3411" y="8418769"/>
            <a:ext cx="48437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123/180</a:t>
            </a:r>
          </a:p>
        </p:txBody>
      </p:sp>
      <p:sp>
        <p:nvSpPr>
          <p:cNvPr id="385" name="Text 385: 26.57">
            <a:extLst xmlns:a="http://schemas.openxmlformats.org/drawingml/2006/main">
              <a:ext uri="{FF2B5EF4-FFF2-40B4-BE49-F238E27FC236}">
                <a16:creationId xmlns:a16="http://schemas.microsoft.com/office/drawing/2014/main" id="{3874B7DD-C8FE-4EED-9C68-46DAC837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9637" y="8355372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26.57</a:t>
            </a:r>
          </a:p>
        </p:txBody>
      </p:sp>
      <p:sp>
        <p:nvSpPr>
          <p:cNvPr id="386" name="Text 386: (23.33-31.59)">
            <a:extLst xmlns:a="http://schemas.openxmlformats.org/drawingml/2006/main">
              <a:ext uri="{FF2B5EF4-FFF2-40B4-BE49-F238E27FC236}">
                <a16:creationId xmlns:a16="http://schemas.microsoft.com/office/drawing/2014/main" id="{6821902C-F217-4692-A28B-262892F0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8101" y="8490473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(23.33-31.59)</a:t>
            </a:r>
          </a:p>
        </p:txBody>
      </p:sp>
      <p:sp>
        <p:nvSpPr>
          <p:cNvPr id="387" name="Text 387: 0.85">
            <a:extLst xmlns:a="http://schemas.openxmlformats.org/drawingml/2006/main">
              <a:ext uri="{FF2B5EF4-FFF2-40B4-BE49-F238E27FC236}">
                <a16:creationId xmlns:a16="http://schemas.microsoft.com/office/drawing/2014/main" id="{59D36D5A-BDB2-4E77-B00D-8454B38D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0501" y="8347663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0.85</a:t>
            </a:r>
          </a:p>
        </p:txBody>
      </p:sp>
      <p:sp>
        <p:nvSpPr>
          <p:cNvPr id="388" name="Text 388: (0.66-1.08)">
            <a:extLst xmlns:a="http://schemas.openxmlformats.org/drawingml/2006/main">
              <a:ext uri="{FF2B5EF4-FFF2-40B4-BE49-F238E27FC236}">
                <a16:creationId xmlns:a16="http://schemas.microsoft.com/office/drawing/2014/main" id="{B0DECF69-7E1F-4915-8F31-9C6D7918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36655" y="8489875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(0.66-1.08)</a:t>
            </a:r>
          </a:p>
        </p:txBody>
      </p:sp>
      <p:sp>
        <p:nvSpPr>
          <p:cNvPr id="389" name="Text 389: B">
            <a:extLst xmlns:a="http://schemas.openxmlformats.org/drawingml/2006/main">
              <a:ext uri="{FF2B5EF4-FFF2-40B4-BE49-F238E27FC236}">
                <a16:creationId xmlns:a16="http://schemas.microsoft.com/office/drawing/2014/main" id="{6C5F8288-E786-4E7D-9D8E-9E628ED2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8859470"/>
            <a:ext cx="11858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90" name="Text 390: 76/100">
            <a:extLst xmlns:a="http://schemas.openxmlformats.org/drawingml/2006/main">
              <a:ext uri="{FF2B5EF4-FFF2-40B4-BE49-F238E27FC236}">
                <a16:creationId xmlns:a16="http://schemas.microsoft.com/office/drawing/2014/main" id="{1BB6E741-A7C0-402B-9E13-B3AA1B1E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2189" y="8867776"/>
            <a:ext cx="41376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76/100</a:t>
            </a:r>
          </a:p>
        </p:txBody>
      </p:sp>
      <p:sp>
        <p:nvSpPr>
          <p:cNvPr id="391" name="Text 391: 22.34">
            <a:extLst xmlns:a="http://schemas.openxmlformats.org/drawingml/2006/main">
              <a:ext uri="{FF2B5EF4-FFF2-40B4-BE49-F238E27FC236}">
                <a16:creationId xmlns:a16="http://schemas.microsoft.com/office/drawing/2014/main" id="{43886BAE-75C9-4E7A-A7D3-A0D5F888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3109" y="8804379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22.34</a:t>
            </a:r>
          </a:p>
        </p:txBody>
      </p:sp>
      <p:sp>
        <p:nvSpPr>
          <p:cNvPr id="392" name="Text 392: (19.77-27.98)">
            <a:extLst xmlns:a="http://schemas.openxmlformats.org/drawingml/2006/main">
              <a:ext uri="{FF2B5EF4-FFF2-40B4-BE49-F238E27FC236}">
                <a16:creationId xmlns:a16="http://schemas.microsoft.com/office/drawing/2014/main" id="{90AC8611-450A-4492-BC37-015AC5FB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73" y="8939480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(19.77-27.98)</a:t>
            </a:r>
          </a:p>
        </p:txBody>
      </p:sp>
      <p:sp>
        <p:nvSpPr>
          <p:cNvPr id="393" name="Text 393: 51/104">
            <a:extLst xmlns:a="http://schemas.openxmlformats.org/drawingml/2006/main">
              <a:ext uri="{FF2B5EF4-FFF2-40B4-BE49-F238E27FC236}">
                <a16:creationId xmlns:a16="http://schemas.microsoft.com/office/drawing/2014/main" id="{68F90F0C-FE14-4DD1-A8F8-54134865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8717" y="8867776"/>
            <a:ext cx="41376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51/104</a:t>
            </a:r>
          </a:p>
        </p:txBody>
      </p:sp>
      <p:sp>
        <p:nvSpPr>
          <p:cNvPr id="394" name="Text 394: 38.96">
            <a:extLst xmlns:a="http://schemas.openxmlformats.org/drawingml/2006/main">
              <a:ext uri="{FF2B5EF4-FFF2-40B4-BE49-F238E27FC236}">
                <a16:creationId xmlns:a16="http://schemas.microsoft.com/office/drawing/2014/main" id="{E73F5BF4-AF37-4AD0-8B92-96FF5F45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9637" y="8804379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38.96</a:t>
            </a:r>
          </a:p>
        </p:txBody>
      </p:sp>
      <p:sp>
        <p:nvSpPr>
          <p:cNvPr id="395" name="Text 395: (32.66-NR)">
            <a:extLst xmlns:a="http://schemas.openxmlformats.org/drawingml/2006/main">
              <a:ext uri="{FF2B5EF4-FFF2-40B4-BE49-F238E27FC236}">
                <a16:creationId xmlns:a16="http://schemas.microsoft.com/office/drawing/2014/main" id="{F8156246-4069-4BAC-B124-19D56454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3753" y="8939480"/>
            <a:ext cx="622014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(32.66-NR)</a:t>
            </a:r>
          </a:p>
        </p:txBody>
      </p:sp>
      <p:sp>
        <p:nvSpPr>
          <p:cNvPr id="396" name="Text 396: 0.44">
            <a:extLst xmlns:a="http://schemas.openxmlformats.org/drawingml/2006/main">
              <a:ext uri="{FF2B5EF4-FFF2-40B4-BE49-F238E27FC236}">
                <a16:creationId xmlns:a16="http://schemas.microsoft.com/office/drawing/2014/main" id="{7B8FED95-D100-43DD-8BA1-BF595D26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0501" y="8796670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0.44</a:t>
            </a:r>
          </a:p>
        </p:txBody>
      </p:sp>
      <p:sp>
        <p:nvSpPr>
          <p:cNvPr id="397" name="Text 397: (0.31-0.63)">
            <a:extLst xmlns:a="http://schemas.openxmlformats.org/drawingml/2006/main">
              <a:ext uri="{FF2B5EF4-FFF2-40B4-BE49-F238E27FC236}">
                <a16:creationId xmlns:a16="http://schemas.microsoft.com/office/drawing/2014/main" id="{C905AB15-D312-4441-9275-D720A886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36655" y="8938882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(0.31-0.63)</a:t>
            </a:r>
          </a:p>
        </p:txBody>
      </p:sp>
      <p:sp>
        <p:nvSpPr>
          <p:cNvPr id="398" name="Text 398: NB">
            <a:extLst xmlns:a="http://schemas.openxmlformats.org/drawingml/2006/main">
              <a:ext uri="{FF2B5EF4-FFF2-40B4-BE49-F238E27FC236}">
                <a16:creationId xmlns:a16="http://schemas.microsoft.com/office/drawing/2014/main" id="{61459F77-DF99-416F-AB0A-23DD3802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9308477"/>
            <a:ext cx="227127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NB</a:t>
            </a:r>
          </a:p>
        </p:txBody>
      </p:sp>
      <p:sp>
        <p:nvSpPr>
          <p:cNvPr id="399" name="Text 399: 56/80">
            <a:extLst xmlns:a="http://schemas.openxmlformats.org/drawingml/2006/main">
              <a:ext uri="{FF2B5EF4-FFF2-40B4-BE49-F238E27FC236}">
                <a16:creationId xmlns:a16="http://schemas.microsoft.com/office/drawing/2014/main" id="{3ED42422-84CF-4535-8E03-CF5B9EE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7495" y="9316783"/>
            <a:ext cx="343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56/80</a:t>
            </a:r>
          </a:p>
        </p:txBody>
      </p:sp>
      <p:sp>
        <p:nvSpPr>
          <p:cNvPr id="400" name="Text 400: 26.72">
            <a:extLst xmlns:a="http://schemas.openxmlformats.org/drawingml/2006/main">
              <a:ext uri="{FF2B5EF4-FFF2-40B4-BE49-F238E27FC236}">
                <a16:creationId xmlns:a16="http://schemas.microsoft.com/office/drawing/2014/main" id="{5CC92CD0-77E1-4E91-959C-D3A8C1C8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3109" y="9253386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26.72</a:t>
            </a:r>
          </a:p>
        </p:txBody>
      </p:sp>
      <p:sp>
        <p:nvSpPr>
          <p:cNvPr id="401" name="Text 401: (21.40-32.30)">
            <a:extLst xmlns:a="http://schemas.openxmlformats.org/drawingml/2006/main">
              <a:ext uri="{FF2B5EF4-FFF2-40B4-BE49-F238E27FC236}">
                <a16:creationId xmlns:a16="http://schemas.microsoft.com/office/drawing/2014/main" id="{0C5531CE-0DE7-40E0-9A63-986D229F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73" y="9388487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(21.40-32.30)</a:t>
            </a:r>
          </a:p>
        </p:txBody>
      </p:sp>
      <p:sp>
        <p:nvSpPr>
          <p:cNvPr id="402" name="Text 402: 72/76">
            <a:extLst xmlns:a="http://schemas.openxmlformats.org/drawingml/2006/main">
              <a:ext uri="{FF2B5EF4-FFF2-40B4-BE49-F238E27FC236}">
                <a16:creationId xmlns:a16="http://schemas.microsoft.com/office/drawing/2014/main" id="{7200D591-E6AD-485A-A938-89134D3F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023" y="9316783"/>
            <a:ext cx="343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72/76</a:t>
            </a:r>
          </a:p>
        </p:txBody>
      </p:sp>
      <p:sp>
        <p:nvSpPr>
          <p:cNvPr id="403" name="Text 403: 17.06">
            <a:extLst xmlns:a="http://schemas.openxmlformats.org/drawingml/2006/main">
              <a:ext uri="{FF2B5EF4-FFF2-40B4-BE49-F238E27FC236}">
                <a16:creationId xmlns:a16="http://schemas.microsoft.com/office/drawing/2014/main" id="{8081E83B-68AB-421D-8492-0302BE36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9637" y="9253386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17.06</a:t>
            </a:r>
          </a:p>
        </p:txBody>
      </p:sp>
      <p:sp>
        <p:nvSpPr>
          <p:cNvPr id="404" name="Text 404: (12.56-22.03)">
            <a:extLst xmlns:a="http://schemas.openxmlformats.org/drawingml/2006/main">
              <a:ext uri="{FF2B5EF4-FFF2-40B4-BE49-F238E27FC236}">
                <a16:creationId xmlns:a16="http://schemas.microsoft.com/office/drawing/2014/main" id="{E197C67F-FF54-4EA9-9A4E-2D76EBDA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8101" y="9388487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(12.56-22.03)</a:t>
            </a:r>
          </a:p>
        </p:txBody>
      </p:sp>
      <p:sp>
        <p:nvSpPr>
          <p:cNvPr id="405" name="Text 405: 2.16">
            <a:extLst xmlns:a="http://schemas.openxmlformats.org/drawingml/2006/main">
              <a:ext uri="{FF2B5EF4-FFF2-40B4-BE49-F238E27FC236}">
                <a16:creationId xmlns:a16="http://schemas.microsoft.com/office/drawing/2014/main" id="{A15ACF9B-A223-4415-BB72-191349F8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0501" y="9245677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2.16</a:t>
            </a:r>
          </a:p>
        </p:txBody>
      </p:sp>
      <p:sp>
        <p:nvSpPr>
          <p:cNvPr id="406" name="Text 406: (1.54-3.03)">
            <a:extLst xmlns:a="http://schemas.openxmlformats.org/drawingml/2006/main">
              <a:ext uri="{FF2B5EF4-FFF2-40B4-BE49-F238E27FC236}">
                <a16:creationId xmlns:a16="http://schemas.microsoft.com/office/drawing/2014/main" id="{159C578F-9640-432E-ADC8-3738A7C5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36655" y="9387889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(1.54-3.03)</a:t>
            </a:r>
          </a:p>
        </p:txBody>
      </p:sp>
      <p:sp>
        <p:nvSpPr>
          <p:cNvPr id="407" name="Text 407: Ratio of treatment HRs (95% CI): 0.20 (0.13-0.33)">
            <a:extLst xmlns:a="http://schemas.openxmlformats.org/drawingml/2006/main">
              <a:ext uri="{FF2B5EF4-FFF2-40B4-BE49-F238E27FC236}">
                <a16:creationId xmlns:a16="http://schemas.microsoft.com/office/drawing/2014/main" id="{9D033B05-683F-4C23-AB29-5B4D793C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184" y="9837092"/>
            <a:ext cx="296763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Ratio of treatment HRs (95% CI): 0.20 (0.13-0.33)</a:t>
            </a:r>
          </a:p>
        </p:txBody>
      </p:sp>
      <p:sp>
        <p:nvSpPr>
          <p:cNvPr id="408" name="Text 408: B/NB; Altman-Bland P &lt; 0.001">
            <a:extLst xmlns:a="http://schemas.openxmlformats.org/drawingml/2006/main">
              <a:ext uri="{FF2B5EF4-FFF2-40B4-BE49-F238E27FC236}">
                <a16:creationId xmlns:a16="http://schemas.microsoft.com/office/drawing/2014/main" id="{DF63E183-44B5-4DF1-AF9C-9940DDF9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184" y="10055690"/>
            <a:ext cx="1908257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B/NB; Altman-Bland P &lt; 0.001</a:t>
            </a:r>
          </a:p>
        </p:txBody>
      </p:sp>
      <p:sp>
        <p:nvSpPr>
          <p:cNvPr id="409" name="Text 409: favor ICI+CT">
            <a:extLst xmlns:a="http://schemas.openxmlformats.org/drawingml/2006/main">
              <a:ext uri="{FF2B5EF4-FFF2-40B4-BE49-F238E27FC236}">
                <a16:creationId xmlns:a16="http://schemas.microsoft.com/office/drawing/2014/main" id="{01F00049-1BA6-417A-BEB9-745B75F2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5522" y="10127108"/>
            <a:ext cx="71262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favor ICI+CT</a:t>
            </a:r>
          </a:p>
        </p:txBody>
      </p:sp>
      <p:sp>
        <p:nvSpPr>
          <p:cNvPr id="410" name="Text 410: favor CT">
            <a:extLst xmlns:a="http://schemas.openxmlformats.org/drawingml/2006/main">
              <a:ext uri="{FF2B5EF4-FFF2-40B4-BE49-F238E27FC236}">
                <a16:creationId xmlns:a16="http://schemas.microsoft.com/office/drawing/2014/main" id="{D22CFFB6-EFEC-4433-9B17-D84A2DE2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44416" y="10127108"/>
            <a:ext cx="48797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favor CT</a:t>
            </a:r>
          </a:p>
        </p:txBody>
      </p:sp>
      <p:sp>
        <p:nvSpPr>
          <p:cNvPr id="411" name="Text 411: Figure S1 | JUPITER-06: apparent full-data performance">
            <a:extLst xmlns:a="http://schemas.openxmlformats.org/drawingml/2006/main">
              <a:ext uri="{FF2B5EF4-FFF2-40B4-BE49-F238E27FC236}">
                <a16:creationId xmlns:a16="http://schemas.microsoft.com/office/drawing/2014/main" id="{D64D11B0-9C1F-4764-BF5E-F84BF4D3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273771"/>
            <a:ext cx="5389270" cy="2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S1 | JUPITER-06: apparent full-data performance</a:t>
            </a:r>
          </a:p>
        </p:txBody>
      </p:sp>
      <p:sp>
        <p:nvSpPr>
          <p:cNvPr id="412" name="Text 412: HR: ICI+CT / CT. Binary interaction: Altman-Bland. Internal OOF Cox: fold-stratified; external/apparent Cox: no fold strata. NR: not reached.">
            <a:extLst xmlns:a="http://schemas.openxmlformats.org/drawingml/2006/main">
              <a:ext uri="{FF2B5EF4-FFF2-40B4-BE49-F238E27FC236}">
                <a16:creationId xmlns:a16="http://schemas.microsoft.com/office/drawing/2014/main" id="{8260DFCB-3463-4AC3-9B41-98704EC3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10416616"/>
            <a:ext cx="7079553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HR: ICI+CT / CT. Binary interaction: Altman-Bland. Internal OOF Cox: fold-stratified; external/apparent Cox: no fold strata. NR: not reached.</a:t>
            </a:r>
          </a:p>
        </p:txBody>
      </p:sp>
      <p:sp>
        <p:nvSpPr>
          <p:cNvPr id="413" name="Text 413: SIMULATED DATA — workflow demonstration only">
            <a:extLst xmlns:a="http://schemas.openxmlformats.org/drawingml/2006/main">
              <a:ext uri="{FF2B5EF4-FFF2-40B4-BE49-F238E27FC236}">
                <a16:creationId xmlns:a16="http://schemas.microsoft.com/office/drawing/2014/main" id="{091AD6A8-BD8B-46DE-B7D9-D65BB04B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1783" y="10678287"/>
            <a:ext cx="3424434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1">
                <a:solidFill>
                  <a:srgbClr val="A331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A33122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33122"/>
                </a:solidFill>
                <a:latin typeface="Arial"/>
                <a:ea typeface="Arial"/>
                <a:cs typeface="Arial"/>
              </a:rPr>
              <a:t>SIMULATED DATA — workflow demonstration only</a:t>
            </a:r>
          </a:p>
        </p:txBody>
      </p:sp>
    </p:spTree>
    <p:extLst>
      <p:ext uri="{BB962C8B-B14F-4D97-AF65-F5344CB8AC3E}">
        <p14:creationId xmlns:p14="http://schemas.microsoft.com/office/powerpoint/2010/main" val="17811703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2026-10-09T03:12:59.3690000Z</dcterms:created>
  <dcterms:modified xsi:type="dcterms:W3CDTF">2026-10-09T03:12:59.3690000Z</dcterms:modified>
</coreProperties>
</file>