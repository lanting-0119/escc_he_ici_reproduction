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b095079e084f87" /><Relationship Type="http://schemas.openxmlformats.org/officeDocument/2006/relationships/extended-properties" Target="/docProps/app.xml" Id="Rfb0f2d21077d4b61" /><Relationship Type="http://schemas.openxmlformats.org/officeDocument/2006/relationships/officeDocument" Target="/ppt/presentation.xml" Id="R2bf973bc70894e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fb06e4600e4c33"/>
  </p:sldMasterIdLst>
  <p:notesMasterIdLst>
    <p:notesMasterId xmlns:r="http://schemas.openxmlformats.org/officeDocument/2006/relationships" r:id="Rbb75085c625a4966"/>
  </p:notesMasterIdLst>
  <p:sldIdLst>
    <p:sldId xmlns:r="http://schemas.openxmlformats.org/officeDocument/2006/relationships" id="256" r:id="R18228258836f4905"/>
  </p:sldIdLst>
  <p:sldSz cx="11430000" cy="9144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aba12c26d84d7d" /><Relationship Type="http://schemas.openxmlformats.org/officeDocument/2006/relationships/slideMaster" Target="/ppt/slideMasters/slideMaster1.xml" Id="R0ffb06e4600e4c33" /><Relationship Type="http://schemas.openxmlformats.org/officeDocument/2006/relationships/notesMaster" Target="/ppt/notesMasters/notesMaster1.xml" Id="Rbb75085c625a4966" /><Relationship Type="http://schemas.openxmlformats.org/officeDocument/2006/relationships/presProps" Target="/ppt/presProps.xml" Id="R1d6317bddd44414c" /><Relationship Type="http://schemas.openxmlformats.org/officeDocument/2006/relationships/tableStyles" Target="/ppt/tableStyles.xml" Id="R694c964d355d4c0e" /><Relationship Type="http://schemas.openxmlformats.org/officeDocument/2006/relationships/slide" Target="/ppt/slides/slide1.xml" Id="R18228258836f49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e8ca3034e443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a70205ca0b4424" /><Relationship Type="http://schemas.openxmlformats.org/officeDocument/2006/relationships/notesMaster" Target="/ppt/notesMasters/notesMaster1.xml" Id="R719ce3741f4041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Synthetic-data demonstration of the v32 analysis workflow. These are not trial results. See README and the corresponding notebook for estimators, denominators and inference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19503a6d8d41f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ba17bd69b7407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4cd1aee79347d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2484a0d066426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ead00e894b4e6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33229c2ad341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1463332-CF28-4A6B-8466-A8898CCBE3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3000" y="3454400"/>
            <a:ext cx="9144000" cy="132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46F845D-E4B3-4676-B01C-9BFB61DD29C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714500" y="5029200"/>
            <a:ext cx="800100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FA64E9C-674D-470A-B2E8-35B9A13EFE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3000" y="3810000"/>
            <a:ext cx="9144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9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0FE3AEA-FA31-4552-9AD2-4DBBE5D103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2938" y="711200"/>
            <a:ext cx="10144125" cy="11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668C740-0092-462E-ABFD-58AC2C0D3D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2938" y="2540000"/>
            <a:ext cx="10144125" cy="568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1pPr>
            <a:lvl2pPr marL="500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2pPr>
            <a:lvl3pPr marL="785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3pPr>
            <a:lvl4pPr marL="1071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4pPr>
            <a:lvl5pPr marL="1357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5pPr>
            <a:lvl6pPr marL="1643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6pPr>
            <a:lvl7pPr marL="1928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7pPr>
            <a:lvl8pPr marL="2214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8pPr>
            <a:lvl9pPr marL="2500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127BCFE-EA53-499E-B4F0-7B24087AFD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2938" y="711200"/>
            <a:ext cx="10144125" cy="11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95BBA87-A6F9-4C0E-9A4B-D28953ADB6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2938" y="2540000"/>
            <a:ext cx="4714875" cy="568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1pPr>
            <a:lvl2pPr marL="500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2pPr>
            <a:lvl3pPr marL="785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3pPr>
            <a:lvl4pPr marL="1071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4pPr>
            <a:lvl5pPr marL="1357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5pPr>
            <a:lvl6pPr marL="1643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6pPr>
            <a:lvl7pPr marL="1928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7pPr>
            <a:lvl8pPr marL="2214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8pPr>
            <a:lvl9pPr marL="2500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EACC985-058A-4A03-8C63-707A6A01C1D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72188" y="2540000"/>
            <a:ext cx="4714875" cy="568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1pPr>
            <a:lvl2pPr marL="500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2pPr>
            <a:lvl3pPr marL="785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3pPr>
            <a:lvl4pPr marL="1071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4pPr>
            <a:lvl5pPr marL="1357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5pPr>
            <a:lvl6pPr marL="1643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6pPr>
            <a:lvl7pPr marL="1928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7pPr>
            <a:lvl8pPr marL="2214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8pPr>
            <a:lvl9pPr marL="2500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F14B298-A8A0-4BBE-AEE6-857FD45939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2938" y="711200"/>
            <a:ext cx="10144125" cy="11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882C7A1-B3C8-411F-8070-A7C0548B44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2938" y="2540000"/>
            <a:ext cx="4714875" cy="568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1pPr>
            <a:lvl2pPr marL="500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2pPr>
            <a:lvl3pPr marL="785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3pPr>
            <a:lvl4pPr marL="1071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4pPr>
            <a:lvl5pPr marL="1357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5pPr>
            <a:lvl6pPr marL="1643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6pPr>
            <a:lvl7pPr marL="1928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7pPr>
            <a:lvl8pPr marL="2214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8pPr>
            <a:lvl9pPr marL="2500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df16f7016a46ed" /><Relationship Type="http://schemas.openxmlformats.org/officeDocument/2006/relationships/slideLayout" Target="/ppt/slideLayouts/slideLayout1.xml" Id="Raa74f087953b43f8" /><Relationship Type="http://schemas.openxmlformats.org/officeDocument/2006/relationships/slideLayout" Target="/ppt/slideLayouts/slideLayout2.xml" Id="Rfc2f879813db4885" /><Relationship Type="http://schemas.openxmlformats.org/officeDocument/2006/relationships/slideLayout" Target="/ppt/slideLayouts/slideLayout3.xml" Id="R5741251c128c4e8d" /><Relationship Type="http://schemas.openxmlformats.org/officeDocument/2006/relationships/slideLayout" Target="/ppt/slideLayouts/slideLayout4.xml" Id="R35e7521c0340447c" /><Relationship Type="http://schemas.openxmlformats.org/officeDocument/2006/relationships/slideLayout" Target="/ppt/slideLayouts/slideLayout5.xml" Id="Rfa3dbd5e3d004607" /><Relationship Type="http://schemas.openxmlformats.org/officeDocument/2006/relationships/slideLayout" Target="/ppt/slideLayouts/slideLayout6.xml" Id="R63679661c1b542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74f087953b43f8"/>
    <p:sldLayoutId xmlns:r="http://schemas.openxmlformats.org/officeDocument/2006/relationships" id="2147483650" r:id="Rfc2f879813db4885"/>
    <p:sldLayoutId xmlns:r="http://schemas.openxmlformats.org/officeDocument/2006/relationships" id="2147483651" r:id="R5741251c128c4e8d"/>
    <p:sldLayoutId xmlns:r="http://schemas.openxmlformats.org/officeDocument/2006/relationships" id="2147483652" r:id="R35e7521c0340447c"/>
    <p:sldLayoutId xmlns:r="http://schemas.openxmlformats.org/officeDocument/2006/relationships" id="2147483653" r:id="Rfa3dbd5e3d004607"/>
    <p:sldLayoutId xmlns:r="http://schemas.openxmlformats.org/officeDocument/2006/relationships" id="2147483654" r:id="R63679661c1b542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1412f298f84661" /><Relationship Type="http://schemas.openxmlformats.org/officeDocument/2006/relationships/notesSlide" Target="/ppt/notesSlides/notesSlide1.xml" Id="Re3c1c2aa126542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8" name="Vector 1">
            <a:extLst xmlns:a="http://schemas.openxmlformats.org/drawingml/2006/main">
              <a:ext uri="{FF2B5EF4-FFF2-40B4-BE49-F238E27FC236}">
                <a16:creationId xmlns:a16="http://schemas.microsoft.com/office/drawing/2014/main" id="{9DD5CE9B-AABA-4196-A10B-B3047F66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00" cy="9144000"/>
          </a:xfrm>
          <a:custGeom xmlns:a="http://schemas.openxmlformats.org/drawingml/2006/main">
            <a:pathLst>
              <a:path w="11430000" h="9144000">
                <a:moveTo>
                  <a:pt x="0" y="9144000"/>
                </a:moveTo>
                <a:lnTo>
                  <a:pt x="11430000" y="9144000"/>
                </a:lnTo>
                <a:lnTo>
                  <a:pt x="114300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2" name="Vector 2">
            <a:extLst xmlns:a="http://schemas.openxmlformats.org/drawingml/2006/main">
              <a:ext uri="{FF2B5EF4-FFF2-40B4-BE49-F238E27FC236}">
                <a16:creationId xmlns:a16="http://schemas.microsoft.com/office/drawing/2014/main" id="{15126D57-4401-4955-A13E-0EDA16C8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4592411" cy="2909455"/>
          </a:xfrm>
          <a:custGeom xmlns:a="http://schemas.openxmlformats.org/drawingml/2006/main">
            <a:pathLst>
              <a:path w="4592411" h="2909455">
                <a:moveTo>
                  <a:pt x="0" y="2909455"/>
                </a:moveTo>
                <a:lnTo>
                  <a:pt x="4592411" y="2909455"/>
                </a:lnTo>
                <a:lnTo>
                  <a:pt x="459241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3" name="Vector 3">
            <a:extLst xmlns:a="http://schemas.openxmlformats.org/drawingml/2006/main">
              <a:ext uri="{FF2B5EF4-FFF2-40B4-BE49-F238E27FC236}">
                <a16:creationId xmlns:a16="http://schemas.microsoft.com/office/drawing/2014/main" id="{B43B8B60-E826-428C-BF40-9E0753D6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146" y="2672241"/>
            <a:ext cx="844637" cy="1151614"/>
          </a:xfrm>
          <a:custGeom xmlns:a="http://schemas.openxmlformats.org/drawingml/2006/main">
            <a:pathLst>
              <a:path w="844637" h="1151614">
                <a:moveTo>
                  <a:pt x="0" y="1151614"/>
                </a:moveTo>
                <a:lnTo>
                  <a:pt x="844637" y="1151614"/>
                </a:lnTo>
                <a:lnTo>
                  <a:pt x="84463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4" name="Vector 4">
            <a:extLst xmlns:a="http://schemas.openxmlformats.org/drawingml/2006/main">
              <a:ext uri="{FF2B5EF4-FFF2-40B4-BE49-F238E27FC236}">
                <a16:creationId xmlns:a16="http://schemas.microsoft.com/office/drawing/2014/main" id="{C32E3C70-8D3F-4C32-8E1A-1ABCBF5B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0180" y="3048295"/>
            <a:ext cx="844637" cy="775559"/>
          </a:xfrm>
          <a:custGeom xmlns:a="http://schemas.openxmlformats.org/drawingml/2006/main">
            <a:pathLst>
              <a:path w="844637" h="775559">
                <a:moveTo>
                  <a:pt x="0" y="775559"/>
                </a:moveTo>
                <a:lnTo>
                  <a:pt x="844637" y="775559"/>
                </a:lnTo>
                <a:lnTo>
                  <a:pt x="84463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5" name="Vector 5">
            <a:extLst xmlns:a="http://schemas.openxmlformats.org/drawingml/2006/main">
              <a:ext uri="{FF2B5EF4-FFF2-40B4-BE49-F238E27FC236}">
                <a16:creationId xmlns:a16="http://schemas.microsoft.com/office/drawing/2014/main" id="{17A05C7F-3DA6-46BE-AF01-BAE2C3BA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394" y="3039087"/>
            <a:ext cx="844637" cy="784768"/>
          </a:xfrm>
          <a:custGeom xmlns:a="http://schemas.openxmlformats.org/drawingml/2006/main">
            <a:pathLst>
              <a:path w="844637" h="784768">
                <a:moveTo>
                  <a:pt x="0" y="784768"/>
                </a:moveTo>
                <a:lnTo>
                  <a:pt x="844637" y="784768"/>
                </a:lnTo>
                <a:lnTo>
                  <a:pt x="84463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6" name="Vector 6">
            <a:extLst xmlns:a="http://schemas.openxmlformats.org/drawingml/2006/main">
              <a:ext uri="{FF2B5EF4-FFF2-40B4-BE49-F238E27FC236}">
                <a16:creationId xmlns:a16="http://schemas.microsoft.com/office/drawing/2014/main" id="{82D2D23C-86C6-4D41-8D60-ABC96EA5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428" y="2973965"/>
            <a:ext cx="844637" cy="849889"/>
          </a:xfrm>
          <a:custGeom xmlns:a="http://schemas.openxmlformats.org/drawingml/2006/main">
            <a:pathLst>
              <a:path w="844637" h="849889">
                <a:moveTo>
                  <a:pt x="0" y="849889"/>
                </a:moveTo>
                <a:lnTo>
                  <a:pt x="844637" y="849889"/>
                </a:lnTo>
                <a:lnTo>
                  <a:pt x="84463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7" name="m79c53749aa 7">
            <a:extLst xmlns:a="http://schemas.openxmlformats.org/drawingml/2006/main">
              <a:ext uri="{FF2B5EF4-FFF2-40B4-BE49-F238E27FC236}">
                <a16:creationId xmlns:a16="http://schemas.microsoft.com/office/drawing/2014/main" id="{A7725A12-1206-42E3-B78B-06311E17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5464" y="3823855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8" name="Text 8: ICI+CT">
            <a:extLst xmlns:a="http://schemas.openxmlformats.org/drawingml/2006/main">
              <a:ext uri="{FF2B5EF4-FFF2-40B4-BE49-F238E27FC236}">
                <a16:creationId xmlns:a16="http://schemas.microsoft.com/office/drawing/2014/main" id="{E6DE906D-262D-4BEF-B138-7396051F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7322" y="3891145"/>
            <a:ext cx="431165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ICI+CT</a:t>
            </a:r>
          </a:p>
        </p:txBody>
      </p:sp>
      <p:sp>
        <p:nvSpPr>
          <p:cNvPr id="9" name="Text 9: B">
            <a:extLst xmlns:a="http://schemas.openxmlformats.org/drawingml/2006/main">
              <a:ext uri="{FF2B5EF4-FFF2-40B4-BE49-F238E27FC236}">
                <a16:creationId xmlns:a16="http://schemas.microsoft.com/office/drawing/2014/main" id="{C5329899-13BC-42C4-B220-3D3F478E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1897" y="4033357"/>
            <a:ext cx="110109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0" name="m79c53749aa 10">
            <a:extLst xmlns:a="http://schemas.openxmlformats.org/drawingml/2006/main">
              <a:ext uri="{FF2B5EF4-FFF2-40B4-BE49-F238E27FC236}">
                <a16:creationId xmlns:a16="http://schemas.microsoft.com/office/drawing/2014/main" id="{02B95085-E004-4313-9749-2AE08B0E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499" y="3823855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1" name="Text 11: CT">
            <a:extLst xmlns:a="http://schemas.openxmlformats.org/drawingml/2006/main">
              <a:ext uri="{FF2B5EF4-FFF2-40B4-BE49-F238E27FC236}">
                <a16:creationId xmlns:a16="http://schemas.microsoft.com/office/drawing/2014/main" id="{145B13D3-8CF8-44CF-AABE-4D6E179A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9373" y="3891145"/>
            <a:ext cx="194691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CT</a:t>
            </a:r>
          </a:p>
        </p:txBody>
      </p:sp>
      <p:sp>
        <p:nvSpPr>
          <p:cNvPr id="12" name="Text 12: B">
            <a:extLst xmlns:a="http://schemas.openxmlformats.org/drawingml/2006/main">
              <a:ext uri="{FF2B5EF4-FFF2-40B4-BE49-F238E27FC236}">
                <a16:creationId xmlns:a16="http://schemas.microsoft.com/office/drawing/2014/main" id="{288F82BA-0D55-4C53-80DA-936C3E92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8932" y="4033357"/>
            <a:ext cx="110109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3" name="m79c53749aa 13">
            <a:extLst xmlns:a="http://schemas.openxmlformats.org/drawingml/2006/main">
              <a:ext uri="{FF2B5EF4-FFF2-40B4-BE49-F238E27FC236}">
                <a16:creationId xmlns:a16="http://schemas.microsoft.com/office/drawing/2014/main" id="{A2DEEF65-5CB8-48AF-A2A4-A7C7E1FD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8712" y="3823855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4" name="Text 14: ICI+CT">
            <a:extLst xmlns:a="http://schemas.openxmlformats.org/drawingml/2006/main">
              <a:ext uri="{FF2B5EF4-FFF2-40B4-BE49-F238E27FC236}">
                <a16:creationId xmlns:a16="http://schemas.microsoft.com/office/drawing/2014/main" id="{D493F95E-27AE-470F-B623-77317741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40570" y="3891145"/>
            <a:ext cx="431165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ICI+CT</a:t>
            </a:r>
          </a:p>
        </p:txBody>
      </p:sp>
      <p:sp>
        <p:nvSpPr>
          <p:cNvPr id="15" name="Text 15: NB">
            <a:extLst xmlns:a="http://schemas.openxmlformats.org/drawingml/2006/main">
              <a:ext uri="{FF2B5EF4-FFF2-40B4-BE49-F238E27FC236}">
                <a16:creationId xmlns:a16="http://schemas.microsoft.com/office/drawing/2014/main" id="{37623D12-9E04-44D6-A757-9C3576D3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67639" y="4033357"/>
            <a:ext cx="201803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NB</a:t>
            </a:r>
          </a:p>
        </p:txBody>
      </p:sp>
      <p:sp>
        <p:nvSpPr>
          <p:cNvPr id="16" name="m79c53749aa 16">
            <a:extLst xmlns:a="http://schemas.openxmlformats.org/drawingml/2006/main">
              <a:ext uri="{FF2B5EF4-FFF2-40B4-BE49-F238E27FC236}">
                <a16:creationId xmlns:a16="http://schemas.microsoft.com/office/drawing/2014/main" id="{5AEB1F60-D5CC-4732-965F-EC6AC10B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5746" y="3823855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7" name="Text 17: CT">
            <a:extLst xmlns:a="http://schemas.openxmlformats.org/drawingml/2006/main">
              <a:ext uri="{FF2B5EF4-FFF2-40B4-BE49-F238E27FC236}">
                <a16:creationId xmlns:a16="http://schemas.microsoft.com/office/drawing/2014/main" id="{D063749D-BAB5-413F-BDDA-F1A1E582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92621" y="3891145"/>
            <a:ext cx="194691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CT</a:t>
            </a:r>
          </a:p>
        </p:txBody>
      </p:sp>
      <p:sp>
        <p:nvSpPr>
          <p:cNvPr id="18" name="Text 18: NB">
            <a:extLst xmlns:a="http://schemas.openxmlformats.org/drawingml/2006/main">
              <a:ext uri="{FF2B5EF4-FFF2-40B4-BE49-F238E27FC236}">
                <a16:creationId xmlns:a16="http://schemas.microsoft.com/office/drawing/2014/main" id="{07AD08B7-6934-441A-A3F5-6DC66FB2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4674" y="4033357"/>
            <a:ext cx="201803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NB</a:t>
            </a:r>
          </a:p>
        </p:txBody>
      </p:sp>
      <p:sp>
        <p:nvSpPr>
          <p:cNvPr id="19" name="m887fad9924 19">
            <a:extLst xmlns:a="http://schemas.openxmlformats.org/drawingml/2006/main">
              <a:ext uri="{FF2B5EF4-FFF2-40B4-BE49-F238E27FC236}">
                <a16:creationId xmlns:a16="http://schemas.microsoft.com/office/drawing/2014/main" id="{80E5C678-B55E-4772-A0E3-AD77EB24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950" y="3823855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0" name="Text 20: 0">
            <a:extLst xmlns:a="http://schemas.openxmlformats.org/drawingml/2006/main">
              <a:ext uri="{FF2B5EF4-FFF2-40B4-BE49-F238E27FC236}">
                <a16:creationId xmlns:a16="http://schemas.microsoft.com/office/drawing/2014/main" id="{D7B0D4F9-1C06-4E47-A3DF-B76C0229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488" y="3753995"/>
            <a:ext cx="9601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" name="m887fad9924 21">
            <a:extLst xmlns:a="http://schemas.openxmlformats.org/drawingml/2006/main">
              <a:ext uri="{FF2B5EF4-FFF2-40B4-BE49-F238E27FC236}">
                <a16:creationId xmlns:a16="http://schemas.microsoft.com/office/drawing/2014/main" id="{A9BAD192-80CC-4AAE-A6E3-3B638A83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950" y="3376246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2" name="Text 22: 20">
            <a:extLst xmlns:a="http://schemas.openxmlformats.org/drawingml/2006/main">
              <a:ext uri="{FF2B5EF4-FFF2-40B4-BE49-F238E27FC236}">
                <a16:creationId xmlns:a16="http://schemas.microsoft.com/office/drawing/2014/main" id="{5F75E5AA-A0A2-42AB-B080-85476945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8876" y="3306386"/>
            <a:ext cx="1666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3" name="m887fad9924 23">
            <a:extLst xmlns:a="http://schemas.openxmlformats.org/drawingml/2006/main">
              <a:ext uri="{FF2B5EF4-FFF2-40B4-BE49-F238E27FC236}">
                <a16:creationId xmlns:a16="http://schemas.microsoft.com/office/drawing/2014/main" id="{A4B0A855-31B4-406B-84C7-79DAA813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950" y="2928638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4" name="Text 24: 40">
            <a:extLst xmlns:a="http://schemas.openxmlformats.org/drawingml/2006/main">
              <a:ext uri="{FF2B5EF4-FFF2-40B4-BE49-F238E27FC236}">
                <a16:creationId xmlns:a16="http://schemas.microsoft.com/office/drawing/2014/main" id="{E0A099BD-83F6-4160-9FDD-F4B61193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8876" y="2858778"/>
            <a:ext cx="1666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25" name="m887fad9924 25">
            <a:extLst xmlns:a="http://schemas.openxmlformats.org/drawingml/2006/main">
              <a:ext uri="{FF2B5EF4-FFF2-40B4-BE49-F238E27FC236}">
                <a16:creationId xmlns:a16="http://schemas.microsoft.com/office/drawing/2014/main" id="{2C540D4B-4D8C-40A1-AB5A-8F92F5353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950" y="2481029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6" name="Text 26: 60">
            <a:extLst xmlns:a="http://schemas.openxmlformats.org/drawingml/2006/main">
              <a:ext uri="{FF2B5EF4-FFF2-40B4-BE49-F238E27FC236}">
                <a16:creationId xmlns:a16="http://schemas.microsoft.com/office/drawing/2014/main" id="{C82B03D9-DBC3-4A9C-B4A6-7AF5A424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8876" y="2411169"/>
            <a:ext cx="1666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27" name="m887fad9924 27">
            <a:extLst xmlns:a="http://schemas.openxmlformats.org/drawingml/2006/main">
              <a:ext uri="{FF2B5EF4-FFF2-40B4-BE49-F238E27FC236}">
                <a16:creationId xmlns:a16="http://schemas.microsoft.com/office/drawing/2014/main" id="{0169E161-5BC7-4478-87B3-2B68271F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950" y="2033421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8" name="Text 28: 80">
            <a:extLst xmlns:a="http://schemas.openxmlformats.org/drawingml/2006/main">
              <a:ext uri="{FF2B5EF4-FFF2-40B4-BE49-F238E27FC236}">
                <a16:creationId xmlns:a16="http://schemas.microsoft.com/office/drawing/2014/main" id="{6721DF3D-31DE-4E51-8589-90453E1B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8876" y="1963561"/>
            <a:ext cx="1666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9" name="m887fad9924 29">
            <a:extLst xmlns:a="http://schemas.openxmlformats.org/drawingml/2006/main">
              <a:ext uri="{FF2B5EF4-FFF2-40B4-BE49-F238E27FC236}">
                <a16:creationId xmlns:a16="http://schemas.microsoft.com/office/drawing/2014/main" id="{3A205B16-7033-4861-B7FC-F0AE7C92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950" y="1585813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30" name="Text 30: 100">
            <a:extLst xmlns:a="http://schemas.openxmlformats.org/drawingml/2006/main">
              <a:ext uri="{FF2B5EF4-FFF2-40B4-BE49-F238E27FC236}">
                <a16:creationId xmlns:a16="http://schemas.microsoft.com/office/drawing/2014/main" id="{90CD9927-27D5-49F7-A12B-346FD13B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8264" y="1515953"/>
            <a:ext cx="237236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1" name="Text 31: ORR (%)">
            <a:extLst xmlns:a="http://schemas.openxmlformats.org/drawingml/2006/main">
              <a:ext uri="{FF2B5EF4-FFF2-40B4-BE49-F238E27FC236}">
                <a16:creationId xmlns:a16="http://schemas.microsoft.com/office/drawing/2014/main" id="{8C56853B-E0FD-4FFB-B6EC-301D31EB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200124" y="2286577"/>
            <a:ext cx="540385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ORR (%)</a:t>
            </a:r>
          </a:p>
        </p:txBody>
      </p:sp>
      <p:sp>
        <p:nvSpPr>
          <p:cNvPr id="32" name="Vector 32">
            <a:extLst xmlns:a="http://schemas.openxmlformats.org/drawingml/2006/main">
              <a:ext uri="{FF2B5EF4-FFF2-40B4-BE49-F238E27FC236}">
                <a16:creationId xmlns:a16="http://schemas.microsoft.com/office/drawing/2014/main" id="{12844E45-ABB6-4B42-8118-740BA051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5464" y="2562027"/>
            <a:ext cx="10" cy="220427"/>
          </a:xfrm>
          <a:custGeom xmlns:a="http://schemas.openxmlformats.org/drawingml/2006/main">
            <a:pathLst>
              <a:path w="10" h="220427">
                <a:moveTo>
                  <a:pt x="0" y="22042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  <a:prstDash val="solid"/>
          </a:ln>
        </p:spPr>
      </p:sp>
      <p:sp>
        <p:nvSpPr>
          <p:cNvPr id="33" name="m529c49fcff 33">
            <a:extLst xmlns:a="http://schemas.openxmlformats.org/drawingml/2006/main">
              <a:ext uri="{FF2B5EF4-FFF2-40B4-BE49-F238E27FC236}">
                <a16:creationId xmlns:a16="http://schemas.microsoft.com/office/drawing/2014/main" id="{61469A0B-8233-4691-993F-DB00DDCA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664" y="2782454"/>
            <a:ext cx="101600" cy="10"/>
          </a:xfrm>
          <a:custGeom xmlns:a="http://schemas.openxmlformats.org/drawingml/2006/main">
            <a:pathLst>
              <a:path w="101600" h="10">
                <a:moveTo>
                  <a:pt x="1016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12700">
            <a:solidFill>
              <a:srgbClr val="000000"/>
            </a:solidFill>
            <a:prstDash val="solid"/>
          </a:ln>
        </p:spPr>
      </p:sp>
      <p:sp>
        <p:nvSpPr>
          <p:cNvPr id="34" name="m529c49fcff 34">
            <a:extLst xmlns:a="http://schemas.openxmlformats.org/drawingml/2006/main">
              <a:ext uri="{FF2B5EF4-FFF2-40B4-BE49-F238E27FC236}">
                <a16:creationId xmlns:a16="http://schemas.microsoft.com/office/drawing/2014/main" id="{10EAAFE3-E13E-4FD0-93F9-50C8D2A7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664" y="2562027"/>
            <a:ext cx="101600" cy="10"/>
          </a:xfrm>
          <a:custGeom xmlns:a="http://schemas.openxmlformats.org/drawingml/2006/main">
            <a:pathLst>
              <a:path w="101600" h="10">
                <a:moveTo>
                  <a:pt x="1016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12700">
            <a:solidFill>
              <a:srgbClr val="000000"/>
            </a:solidFill>
            <a:prstDash val="solid"/>
          </a:ln>
        </p:spPr>
      </p:sp>
      <p:sp>
        <p:nvSpPr>
          <p:cNvPr id="35" name="Vector 35">
            <a:extLst xmlns:a="http://schemas.openxmlformats.org/drawingml/2006/main">
              <a:ext uri="{FF2B5EF4-FFF2-40B4-BE49-F238E27FC236}">
                <a16:creationId xmlns:a16="http://schemas.microsoft.com/office/drawing/2014/main" id="{6CA3FD32-01B7-43A1-89B2-A4BAF6AE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499" y="2942323"/>
            <a:ext cx="10" cy="211944"/>
          </a:xfrm>
          <a:custGeom xmlns:a="http://schemas.openxmlformats.org/drawingml/2006/main">
            <a:pathLst>
              <a:path w="10" h="211944">
                <a:moveTo>
                  <a:pt x="0" y="21194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  <a:prstDash val="solid"/>
          </a:ln>
        </p:spPr>
      </p:sp>
      <p:sp>
        <p:nvSpPr>
          <p:cNvPr id="36" name="m529c49fcff 36">
            <a:extLst xmlns:a="http://schemas.openxmlformats.org/drawingml/2006/main">
              <a:ext uri="{FF2B5EF4-FFF2-40B4-BE49-F238E27FC236}">
                <a16:creationId xmlns:a16="http://schemas.microsoft.com/office/drawing/2014/main" id="{D384F249-92F9-45CE-ACDF-B96FB39E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1699" y="3154268"/>
            <a:ext cx="101600" cy="10"/>
          </a:xfrm>
          <a:custGeom xmlns:a="http://schemas.openxmlformats.org/drawingml/2006/main">
            <a:pathLst>
              <a:path w="101600" h="10">
                <a:moveTo>
                  <a:pt x="1016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12700">
            <a:solidFill>
              <a:srgbClr val="000000"/>
            </a:solidFill>
            <a:prstDash val="solid"/>
          </a:ln>
        </p:spPr>
      </p:sp>
      <p:sp>
        <p:nvSpPr>
          <p:cNvPr id="37" name="m529c49fcff 37">
            <a:extLst xmlns:a="http://schemas.openxmlformats.org/drawingml/2006/main">
              <a:ext uri="{FF2B5EF4-FFF2-40B4-BE49-F238E27FC236}">
                <a16:creationId xmlns:a16="http://schemas.microsoft.com/office/drawing/2014/main" id="{BD1E566A-652F-4002-935F-B0AB4A0C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1699" y="2942323"/>
            <a:ext cx="101600" cy="10"/>
          </a:xfrm>
          <a:custGeom xmlns:a="http://schemas.openxmlformats.org/drawingml/2006/main">
            <a:pathLst>
              <a:path w="101600" h="10">
                <a:moveTo>
                  <a:pt x="1016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12700">
            <a:solidFill>
              <a:srgbClr val="000000"/>
            </a:solidFill>
            <a:prstDash val="solid"/>
          </a:ln>
        </p:spPr>
      </p:sp>
      <p:sp>
        <p:nvSpPr>
          <p:cNvPr id="38" name="Vector 38">
            <a:extLst xmlns:a="http://schemas.openxmlformats.org/drawingml/2006/main">
              <a:ext uri="{FF2B5EF4-FFF2-40B4-BE49-F238E27FC236}">
                <a16:creationId xmlns:a16="http://schemas.microsoft.com/office/drawing/2014/main" id="{5A9DC15A-1AC9-403A-B132-CCDDB0AC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5464" y="1205345"/>
            <a:ext cx="917034" cy="89522"/>
          </a:xfrm>
          <a:custGeom xmlns:a="http://schemas.openxmlformats.org/drawingml/2006/main">
            <a:pathLst>
              <a:path w="917034" h="89522">
                <a:moveTo>
                  <a:pt x="0" y="89522"/>
                </a:moveTo>
                <a:lnTo>
                  <a:pt x="0" y="0"/>
                </a:lnTo>
                <a:lnTo>
                  <a:pt x="917034" y="0"/>
                </a:lnTo>
                <a:lnTo>
                  <a:pt x="917034" y="89522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333333"/>
            </a:solidFill>
            <a:prstDash val="solid"/>
          </a:ln>
        </p:spPr>
      </p:sp>
      <p:sp>
        <p:nvSpPr>
          <p:cNvPr id="39" name="Vector 39">
            <a:extLst xmlns:a="http://schemas.openxmlformats.org/drawingml/2006/main">
              <a:ext uri="{FF2B5EF4-FFF2-40B4-BE49-F238E27FC236}">
                <a16:creationId xmlns:a16="http://schemas.microsoft.com/office/drawing/2014/main" id="{05F8BA1C-0DB7-41B0-BD4C-20CC4878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8712" y="2917384"/>
            <a:ext cx="10" cy="243405"/>
          </a:xfrm>
          <a:custGeom xmlns:a="http://schemas.openxmlformats.org/drawingml/2006/main">
            <a:pathLst>
              <a:path w="10" h="243405">
                <a:moveTo>
                  <a:pt x="0" y="24340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  <a:prstDash val="solid"/>
          </a:ln>
        </p:spPr>
      </p:sp>
      <p:sp>
        <p:nvSpPr>
          <p:cNvPr id="40" name="m529c49fcff 40">
            <a:extLst xmlns:a="http://schemas.openxmlformats.org/drawingml/2006/main">
              <a:ext uri="{FF2B5EF4-FFF2-40B4-BE49-F238E27FC236}">
                <a16:creationId xmlns:a16="http://schemas.microsoft.com/office/drawing/2014/main" id="{411795BB-20DC-4F43-9D11-C1183816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7912" y="3160789"/>
            <a:ext cx="101600" cy="10"/>
          </a:xfrm>
          <a:custGeom xmlns:a="http://schemas.openxmlformats.org/drawingml/2006/main">
            <a:pathLst>
              <a:path w="101600" h="10">
                <a:moveTo>
                  <a:pt x="1016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12700">
            <a:solidFill>
              <a:srgbClr val="000000"/>
            </a:solidFill>
            <a:prstDash val="solid"/>
          </a:ln>
        </p:spPr>
      </p:sp>
      <p:sp>
        <p:nvSpPr>
          <p:cNvPr id="41" name="m529c49fcff 41">
            <a:extLst xmlns:a="http://schemas.openxmlformats.org/drawingml/2006/main">
              <a:ext uri="{FF2B5EF4-FFF2-40B4-BE49-F238E27FC236}">
                <a16:creationId xmlns:a16="http://schemas.microsoft.com/office/drawing/2014/main" id="{63B4D4FE-256A-475C-822F-577C1D5C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7912" y="2917384"/>
            <a:ext cx="101600" cy="10"/>
          </a:xfrm>
          <a:custGeom xmlns:a="http://schemas.openxmlformats.org/drawingml/2006/main">
            <a:pathLst>
              <a:path w="101600" h="10">
                <a:moveTo>
                  <a:pt x="1016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12700">
            <a:solidFill>
              <a:srgbClr val="000000"/>
            </a:solidFill>
            <a:prstDash val="solid"/>
          </a:ln>
        </p:spPr>
      </p:sp>
      <p:sp>
        <p:nvSpPr>
          <p:cNvPr id="42" name="Vector 42">
            <a:extLst xmlns:a="http://schemas.openxmlformats.org/drawingml/2006/main">
              <a:ext uri="{FF2B5EF4-FFF2-40B4-BE49-F238E27FC236}">
                <a16:creationId xmlns:a16="http://schemas.microsoft.com/office/drawing/2014/main" id="{24DF70AD-26B3-4F34-8FA2-93764E6D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5746" y="2851761"/>
            <a:ext cx="10" cy="244408"/>
          </a:xfrm>
          <a:custGeom xmlns:a="http://schemas.openxmlformats.org/drawingml/2006/main">
            <a:pathLst>
              <a:path w="10" h="244408">
                <a:moveTo>
                  <a:pt x="0" y="2444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  <a:prstDash val="solid"/>
          </a:ln>
        </p:spPr>
      </p:sp>
      <p:sp>
        <p:nvSpPr>
          <p:cNvPr id="43" name="m529c49fcff 43">
            <a:extLst xmlns:a="http://schemas.openxmlformats.org/drawingml/2006/main">
              <a:ext uri="{FF2B5EF4-FFF2-40B4-BE49-F238E27FC236}">
                <a16:creationId xmlns:a16="http://schemas.microsoft.com/office/drawing/2014/main" id="{48CD5DB3-2290-4AEF-BC6D-B991F9FD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946" y="3096169"/>
            <a:ext cx="101600" cy="10"/>
          </a:xfrm>
          <a:custGeom xmlns:a="http://schemas.openxmlformats.org/drawingml/2006/main">
            <a:pathLst>
              <a:path w="101600" h="10">
                <a:moveTo>
                  <a:pt x="1016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12700">
            <a:solidFill>
              <a:srgbClr val="000000"/>
            </a:solidFill>
            <a:prstDash val="solid"/>
          </a:ln>
        </p:spPr>
      </p:sp>
      <p:sp>
        <p:nvSpPr>
          <p:cNvPr id="44" name="m529c49fcff 44">
            <a:extLst xmlns:a="http://schemas.openxmlformats.org/drawingml/2006/main">
              <a:ext uri="{FF2B5EF4-FFF2-40B4-BE49-F238E27FC236}">
                <a16:creationId xmlns:a16="http://schemas.microsoft.com/office/drawing/2014/main" id="{DD1C3CA1-B799-4F48-BECE-232AEB2D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946" y="2851761"/>
            <a:ext cx="101600" cy="10"/>
          </a:xfrm>
          <a:custGeom xmlns:a="http://schemas.openxmlformats.org/drawingml/2006/main">
            <a:pathLst>
              <a:path w="101600" h="10">
                <a:moveTo>
                  <a:pt x="1016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12700">
            <a:solidFill>
              <a:srgbClr val="000000"/>
            </a:solidFill>
            <a:prstDash val="solid"/>
          </a:ln>
        </p:spPr>
      </p:sp>
      <p:sp>
        <p:nvSpPr>
          <p:cNvPr id="45" name="Vector 45">
            <a:extLst xmlns:a="http://schemas.openxmlformats.org/drawingml/2006/main">
              <a:ext uri="{FF2B5EF4-FFF2-40B4-BE49-F238E27FC236}">
                <a16:creationId xmlns:a16="http://schemas.microsoft.com/office/drawing/2014/main" id="{13FDC1E5-BE00-4196-AABF-BF539C8C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8712" y="1205345"/>
            <a:ext cx="917034" cy="89522"/>
          </a:xfrm>
          <a:custGeom xmlns:a="http://schemas.openxmlformats.org/drawingml/2006/main">
            <a:pathLst>
              <a:path w="917034" h="89522">
                <a:moveTo>
                  <a:pt x="0" y="89522"/>
                </a:moveTo>
                <a:lnTo>
                  <a:pt x="0" y="0"/>
                </a:lnTo>
                <a:lnTo>
                  <a:pt x="917034" y="0"/>
                </a:lnTo>
                <a:lnTo>
                  <a:pt x="917034" y="89522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333333"/>
            </a:solidFill>
            <a:prstDash val="solid"/>
          </a:ln>
        </p:spPr>
      </p:sp>
      <p:sp>
        <p:nvSpPr>
          <p:cNvPr id="46" name="Vector 46">
            <a:extLst xmlns:a="http://schemas.openxmlformats.org/drawingml/2006/main">
              <a:ext uri="{FF2B5EF4-FFF2-40B4-BE49-F238E27FC236}">
                <a16:creationId xmlns:a16="http://schemas.microsoft.com/office/drawing/2014/main" id="{0F558580-0858-46ED-BFFB-04147798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" cy="2909455"/>
          </a:xfrm>
          <a:custGeom xmlns:a="http://schemas.openxmlformats.org/drawingml/2006/main">
            <a:pathLst>
              <a:path w="10" h="2909455">
                <a:moveTo>
                  <a:pt x="0" y="29094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47" name="Vector 47">
            <a:extLst xmlns:a="http://schemas.openxmlformats.org/drawingml/2006/main">
              <a:ext uri="{FF2B5EF4-FFF2-40B4-BE49-F238E27FC236}">
                <a16:creationId xmlns:a16="http://schemas.microsoft.com/office/drawing/2014/main" id="{BA41DD9B-8B07-4D96-895D-D56C81E9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3855"/>
            <a:ext cx="4592411" cy="10"/>
          </a:xfrm>
          <a:custGeom xmlns:a="http://schemas.openxmlformats.org/drawingml/2006/main">
            <a:pathLst>
              <a:path w="4592411" h="10">
                <a:moveTo>
                  <a:pt x="0" y="0"/>
                </a:moveTo>
                <a:lnTo>
                  <a:pt x="45924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48" name="Text 48: 53/103">
            <a:extLst xmlns:a="http://schemas.openxmlformats.org/drawingml/2006/main">
              <a:ext uri="{FF2B5EF4-FFF2-40B4-BE49-F238E27FC236}">
                <a16:creationId xmlns:a16="http://schemas.microsoft.com/office/drawing/2014/main" id="{4E72A80E-C055-47EE-9DCB-656E3992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4403" y="2260596"/>
            <a:ext cx="374929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53/103</a:t>
            </a:r>
          </a:p>
        </p:txBody>
      </p:sp>
      <p:sp>
        <p:nvSpPr>
          <p:cNvPr id="49" name="Text 49: 51.5%">
            <a:extLst xmlns:a="http://schemas.openxmlformats.org/drawingml/2006/main">
              <a:ext uri="{FF2B5EF4-FFF2-40B4-BE49-F238E27FC236}">
                <a16:creationId xmlns:a16="http://schemas.microsoft.com/office/drawing/2014/main" id="{F7676829-DEBE-4913-90D2-EAD91B84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3915" y="2388587"/>
            <a:ext cx="349441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51.5%</a:t>
            </a:r>
          </a:p>
        </p:txBody>
      </p:sp>
      <p:sp>
        <p:nvSpPr>
          <p:cNvPr id="50" name="Text 50: 35/101">
            <a:extLst xmlns:a="http://schemas.openxmlformats.org/drawingml/2006/main">
              <a:ext uri="{FF2B5EF4-FFF2-40B4-BE49-F238E27FC236}">
                <a16:creationId xmlns:a16="http://schemas.microsoft.com/office/drawing/2014/main" id="{F0B268BD-712E-4750-A26B-48E014C1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1438" y="2640892"/>
            <a:ext cx="374929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35/101</a:t>
            </a:r>
          </a:p>
        </p:txBody>
      </p:sp>
      <p:sp>
        <p:nvSpPr>
          <p:cNvPr id="51" name="Text 51: 34.7%">
            <a:extLst xmlns:a="http://schemas.openxmlformats.org/drawingml/2006/main">
              <a:ext uri="{FF2B5EF4-FFF2-40B4-BE49-F238E27FC236}">
                <a16:creationId xmlns:a16="http://schemas.microsoft.com/office/drawing/2014/main" id="{6EFC16F0-93D5-41CA-8A1A-D3CB250B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0949" y="2768883"/>
            <a:ext cx="349441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34.7%</a:t>
            </a:r>
          </a:p>
        </p:txBody>
      </p:sp>
      <p:sp>
        <p:nvSpPr>
          <p:cNvPr id="52" name="Text 52: P .017">
            <a:extLst xmlns:a="http://schemas.openxmlformats.org/drawingml/2006/main">
              <a:ext uri="{FF2B5EF4-FFF2-40B4-BE49-F238E27FC236}">
                <a16:creationId xmlns:a16="http://schemas.microsoft.com/office/drawing/2014/main" id="{CC537629-8D49-40ED-8810-5CEDCA06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6077" y="1031905"/>
            <a:ext cx="355809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 .017</a:t>
            </a:r>
          </a:p>
        </p:txBody>
      </p:sp>
      <p:sp>
        <p:nvSpPr>
          <p:cNvPr id="53" name="Text 53: 27/77">
            <a:extLst xmlns:a="http://schemas.openxmlformats.org/drawingml/2006/main">
              <a:ext uri="{FF2B5EF4-FFF2-40B4-BE49-F238E27FC236}">
                <a16:creationId xmlns:a16="http://schemas.microsoft.com/office/drawing/2014/main" id="{C9CFF3A7-9AAA-4152-BA7C-08352E78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4013" y="2615953"/>
            <a:ext cx="311379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27/77</a:t>
            </a:r>
          </a:p>
        </p:txBody>
      </p:sp>
      <p:sp>
        <p:nvSpPr>
          <p:cNvPr id="54" name="Text 54: 35.1%">
            <a:extLst xmlns:a="http://schemas.openxmlformats.org/drawingml/2006/main">
              <a:ext uri="{FF2B5EF4-FFF2-40B4-BE49-F238E27FC236}">
                <a16:creationId xmlns:a16="http://schemas.microsoft.com/office/drawing/2014/main" id="{856E0409-55A5-42F3-B666-A6F61548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77163" y="2743944"/>
            <a:ext cx="349441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35.1%</a:t>
            </a:r>
          </a:p>
        </p:txBody>
      </p:sp>
      <p:sp>
        <p:nvSpPr>
          <p:cNvPr id="55" name="Text 55: 30/79">
            <a:extLst xmlns:a="http://schemas.openxmlformats.org/drawingml/2006/main">
              <a:ext uri="{FF2B5EF4-FFF2-40B4-BE49-F238E27FC236}">
                <a16:creationId xmlns:a16="http://schemas.microsoft.com/office/drawing/2014/main" id="{5D7155E3-4A82-485D-8F50-06F9D92D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1047" y="2550330"/>
            <a:ext cx="311379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30/79</a:t>
            </a:r>
          </a:p>
        </p:txBody>
      </p:sp>
      <p:sp>
        <p:nvSpPr>
          <p:cNvPr id="56" name="Text 56: 38.0%">
            <a:extLst xmlns:a="http://schemas.openxmlformats.org/drawingml/2006/main">
              <a:ext uri="{FF2B5EF4-FFF2-40B4-BE49-F238E27FC236}">
                <a16:creationId xmlns:a16="http://schemas.microsoft.com/office/drawing/2014/main" id="{C5871176-FCA0-4B82-A011-4BCD872C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94197" y="2678321"/>
            <a:ext cx="349441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38.0%</a:t>
            </a:r>
          </a:p>
        </p:txBody>
      </p:sp>
      <p:sp>
        <p:nvSpPr>
          <p:cNvPr id="57" name="Text 57: P .741">
            <a:extLst xmlns:a="http://schemas.openxmlformats.org/drawingml/2006/main">
              <a:ext uri="{FF2B5EF4-FFF2-40B4-BE49-F238E27FC236}">
                <a16:creationId xmlns:a16="http://schemas.microsoft.com/office/drawing/2014/main" id="{86BC52C9-C999-446E-9BA8-E7C3FA7A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39325" y="1031905"/>
            <a:ext cx="355809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 .741</a:t>
            </a:r>
          </a:p>
        </p:txBody>
      </p:sp>
      <p:sp>
        <p:nvSpPr>
          <p:cNvPr id="58" name="Text 58: A  JUPITER-06 | ORR">
            <a:extLst xmlns:a="http://schemas.openxmlformats.org/drawingml/2006/main">
              <a:ext uri="{FF2B5EF4-FFF2-40B4-BE49-F238E27FC236}">
                <a16:creationId xmlns:a16="http://schemas.microsoft.com/office/drawing/2014/main" id="{E7FE5C6B-F75B-4D25-B9B0-24ADCD06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521575"/>
            <a:ext cx="1529914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 JUPITER-06 | ORR</a:t>
            </a:r>
          </a:p>
        </p:txBody>
      </p:sp>
      <p:sp>
        <p:nvSpPr>
          <p:cNvPr id="59" name="Text 59: Interaction P .063">
            <a:extLst xmlns:a="http://schemas.openxmlformats.org/drawingml/2006/main">
              <a:ext uri="{FF2B5EF4-FFF2-40B4-BE49-F238E27FC236}">
                <a16:creationId xmlns:a16="http://schemas.microsoft.com/office/drawing/2014/main" id="{67CE24D7-9DC3-4126-B87F-7113517E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696468"/>
            <a:ext cx="1219868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Interaction P .063</a:t>
            </a:r>
          </a:p>
        </p:txBody>
      </p:sp>
      <p:sp>
        <p:nvSpPr>
          <p:cNvPr id="60" name="Vector 60">
            <a:extLst xmlns:a="http://schemas.openxmlformats.org/drawingml/2006/main">
              <a:ext uri="{FF2B5EF4-FFF2-40B4-BE49-F238E27FC236}">
                <a16:creationId xmlns:a16="http://schemas.microsoft.com/office/drawing/2014/main" id="{3115B87E-59E3-4BF8-AA70-C773304A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8989" y="914400"/>
            <a:ext cx="4592411" cy="2909455"/>
          </a:xfrm>
          <a:custGeom xmlns:a="http://schemas.openxmlformats.org/drawingml/2006/main">
            <a:pathLst>
              <a:path w="4592411" h="2909455">
                <a:moveTo>
                  <a:pt x="0" y="2909455"/>
                </a:moveTo>
                <a:lnTo>
                  <a:pt x="4592411" y="2909455"/>
                </a:lnTo>
                <a:lnTo>
                  <a:pt x="459241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61" name="Vector 61">
            <a:extLst xmlns:a="http://schemas.openxmlformats.org/drawingml/2006/main">
              <a:ext uri="{FF2B5EF4-FFF2-40B4-BE49-F238E27FC236}">
                <a16:creationId xmlns:a16="http://schemas.microsoft.com/office/drawing/2014/main" id="{096DC38D-6E49-4BA2-A742-1E54CA3C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7735" y="2750508"/>
            <a:ext cx="844637" cy="1073347"/>
          </a:xfrm>
          <a:custGeom xmlns:a="http://schemas.openxmlformats.org/drawingml/2006/main">
            <a:pathLst>
              <a:path w="844637" h="1073347">
                <a:moveTo>
                  <a:pt x="0" y="1073347"/>
                </a:moveTo>
                <a:lnTo>
                  <a:pt x="844637" y="1073347"/>
                </a:lnTo>
                <a:lnTo>
                  <a:pt x="84463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62" name="Vector 62">
            <a:extLst xmlns:a="http://schemas.openxmlformats.org/drawingml/2006/main">
              <a:ext uri="{FF2B5EF4-FFF2-40B4-BE49-F238E27FC236}">
                <a16:creationId xmlns:a16="http://schemas.microsoft.com/office/drawing/2014/main" id="{3AD5170F-7271-488D-8CAC-00794939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769" y="3023087"/>
            <a:ext cx="844637" cy="800767"/>
          </a:xfrm>
          <a:custGeom xmlns:a="http://schemas.openxmlformats.org/drawingml/2006/main">
            <a:pathLst>
              <a:path w="844637" h="800767">
                <a:moveTo>
                  <a:pt x="0" y="800767"/>
                </a:moveTo>
                <a:lnTo>
                  <a:pt x="844637" y="800767"/>
                </a:lnTo>
                <a:lnTo>
                  <a:pt x="84463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63" name="Vector 63">
            <a:extLst xmlns:a="http://schemas.openxmlformats.org/drawingml/2006/main">
              <a:ext uri="{FF2B5EF4-FFF2-40B4-BE49-F238E27FC236}">
                <a16:creationId xmlns:a16="http://schemas.microsoft.com/office/drawing/2014/main" id="{346550A8-2EDA-4833-B65E-14DB3704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0983" y="3168818"/>
            <a:ext cx="844637" cy="655037"/>
          </a:xfrm>
          <a:custGeom xmlns:a="http://schemas.openxmlformats.org/drawingml/2006/main">
            <a:pathLst>
              <a:path w="844637" h="655037">
                <a:moveTo>
                  <a:pt x="0" y="655037"/>
                </a:moveTo>
                <a:lnTo>
                  <a:pt x="844637" y="655037"/>
                </a:lnTo>
                <a:lnTo>
                  <a:pt x="84463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64" name="Vector 64">
            <a:extLst xmlns:a="http://schemas.openxmlformats.org/drawingml/2006/main">
              <a:ext uri="{FF2B5EF4-FFF2-40B4-BE49-F238E27FC236}">
                <a16:creationId xmlns:a16="http://schemas.microsoft.com/office/drawing/2014/main" id="{A00C08F5-7A07-4203-9F90-80DD30A5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8017" y="3098855"/>
            <a:ext cx="844637" cy="725000"/>
          </a:xfrm>
          <a:custGeom xmlns:a="http://schemas.openxmlformats.org/drawingml/2006/main">
            <a:pathLst>
              <a:path w="844637" h="725000">
                <a:moveTo>
                  <a:pt x="0" y="725000"/>
                </a:moveTo>
                <a:lnTo>
                  <a:pt x="844637" y="725000"/>
                </a:lnTo>
                <a:lnTo>
                  <a:pt x="84463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65" name="m79c53749aa 65">
            <a:extLst xmlns:a="http://schemas.openxmlformats.org/drawingml/2006/main">
              <a:ext uri="{FF2B5EF4-FFF2-40B4-BE49-F238E27FC236}">
                <a16:creationId xmlns:a16="http://schemas.microsoft.com/office/drawing/2014/main" id="{78EE5B74-6632-429D-B89E-50C28B09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0054" y="3823855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66" name="Text 66: ICI+CT">
            <a:extLst xmlns:a="http://schemas.openxmlformats.org/drawingml/2006/main">
              <a:ext uri="{FF2B5EF4-FFF2-40B4-BE49-F238E27FC236}">
                <a16:creationId xmlns:a16="http://schemas.microsoft.com/office/drawing/2014/main" id="{53D5528B-5216-4D46-918B-94F27F802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1911" y="3891145"/>
            <a:ext cx="431165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ICI+CT</a:t>
            </a:r>
          </a:p>
        </p:txBody>
      </p:sp>
      <p:sp>
        <p:nvSpPr>
          <p:cNvPr id="67" name="Text 67: B">
            <a:extLst xmlns:a="http://schemas.openxmlformats.org/drawingml/2006/main">
              <a:ext uri="{FF2B5EF4-FFF2-40B4-BE49-F238E27FC236}">
                <a16:creationId xmlns:a16="http://schemas.microsoft.com/office/drawing/2014/main" id="{91A8ED51-43E0-4587-A979-C9B8D191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6487" y="4033357"/>
            <a:ext cx="110109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68" name="m79c53749aa 68">
            <a:extLst xmlns:a="http://schemas.openxmlformats.org/drawingml/2006/main">
              <a:ext uri="{FF2B5EF4-FFF2-40B4-BE49-F238E27FC236}">
                <a16:creationId xmlns:a16="http://schemas.microsoft.com/office/drawing/2014/main" id="{059FE2C7-73D0-45BB-8200-96D1BC3E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7088" y="3823855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69" name="Text 69: CT">
            <a:extLst xmlns:a="http://schemas.openxmlformats.org/drawingml/2006/main">
              <a:ext uri="{FF2B5EF4-FFF2-40B4-BE49-F238E27FC236}">
                <a16:creationId xmlns:a16="http://schemas.microsoft.com/office/drawing/2014/main" id="{EE582F92-81DE-457F-B024-184D594A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73962" y="3891145"/>
            <a:ext cx="194691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CT</a:t>
            </a:r>
          </a:p>
        </p:txBody>
      </p:sp>
      <p:sp>
        <p:nvSpPr>
          <p:cNvPr id="70" name="Text 70: B">
            <a:extLst xmlns:a="http://schemas.openxmlformats.org/drawingml/2006/main">
              <a:ext uri="{FF2B5EF4-FFF2-40B4-BE49-F238E27FC236}">
                <a16:creationId xmlns:a16="http://schemas.microsoft.com/office/drawing/2014/main" id="{4CCC4118-B795-4B4C-A0D5-4A2B51434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3521" y="4033357"/>
            <a:ext cx="110109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71" name="m79c53749aa 71">
            <a:extLst xmlns:a="http://schemas.openxmlformats.org/drawingml/2006/main">
              <a:ext uri="{FF2B5EF4-FFF2-40B4-BE49-F238E27FC236}">
                <a16:creationId xmlns:a16="http://schemas.microsoft.com/office/drawing/2014/main" id="{E312A025-5CB4-4B51-B84B-A7D84FE7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3301" y="3823855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72" name="Text 72: ICI+CT">
            <a:extLst xmlns:a="http://schemas.openxmlformats.org/drawingml/2006/main">
              <a:ext uri="{FF2B5EF4-FFF2-40B4-BE49-F238E27FC236}">
                <a16:creationId xmlns:a16="http://schemas.microsoft.com/office/drawing/2014/main" id="{A5DD7B32-22DF-4467-AF82-AB762DEF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35159" y="3891145"/>
            <a:ext cx="431165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ICI+CT</a:t>
            </a:r>
          </a:p>
        </p:txBody>
      </p:sp>
      <p:sp>
        <p:nvSpPr>
          <p:cNvPr id="73" name="Text 73: NB">
            <a:extLst xmlns:a="http://schemas.openxmlformats.org/drawingml/2006/main">
              <a:ext uri="{FF2B5EF4-FFF2-40B4-BE49-F238E27FC236}">
                <a16:creationId xmlns:a16="http://schemas.microsoft.com/office/drawing/2014/main" id="{969BCCAC-A9BE-44C0-B570-510BA1C2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2229" y="4033357"/>
            <a:ext cx="201803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NB</a:t>
            </a:r>
          </a:p>
        </p:txBody>
      </p:sp>
      <p:sp>
        <p:nvSpPr>
          <p:cNvPr id="74" name="m79c53749aa 74">
            <a:extLst xmlns:a="http://schemas.openxmlformats.org/drawingml/2006/main">
              <a:ext uri="{FF2B5EF4-FFF2-40B4-BE49-F238E27FC236}">
                <a16:creationId xmlns:a16="http://schemas.microsoft.com/office/drawing/2014/main" id="{50BFF64D-B28B-401D-B7E4-7A5C4F96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0336" y="3823855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75" name="Text 75: CT">
            <a:extLst xmlns:a="http://schemas.openxmlformats.org/drawingml/2006/main">
              <a:ext uri="{FF2B5EF4-FFF2-40B4-BE49-F238E27FC236}">
                <a16:creationId xmlns:a16="http://schemas.microsoft.com/office/drawing/2014/main" id="{D7E54E06-390E-4C5D-B54B-6685FACB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87210" y="3891145"/>
            <a:ext cx="194691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CT</a:t>
            </a:r>
          </a:p>
        </p:txBody>
      </p:sp>
      <p:sp>
        <p:nvSpPr>
          <p:cNvPr id="76" name="Text 76: NB">
            <a:extLst xmlns:a="http://schemas.openxmlformats.org/drawingml/2006/main">
              <a:ext uri="{FF2B5EF4-FFF2-40B4-BE49-F238E27FC236}">
                <a16:creationId xmlns:a16="http://schemas.microsoft.com/office/drawing/2014/main" id="{C9B4E5A6-0312-4194-BED5-2BC4017A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9263" y="4033357"/>
            <a:ext cx="201803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NB</a:t>
            </a:r>
          </a:p>
        </p:txBody>
      </p:sp>
      <p:sp>
        <p:nvSpPr>
          <p:cNvPr id="77" name="m887fad9924 77">
            <a:extLst xmlns:a="http://schemas.openxmlformats.org/drawingml/2006/main">
              <a:ext uri="{FF2B5EF4-FFF2-40B4-BE49-F238E27FC236}">
                <a16:creationId xmlns:a16="http://schemas.microsoft.com/office/drawing/2014/main" id="{9540A575-833B-4BFF-BF39-FDC8474E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4539" y="3823855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78" name="Text 78: 0">
            <a:extLst xmlns:a="http://schemas.openxmlformats.org/drawingml/2006/main">
              <a:ext uri="{FF2B5EF4-FFF2-40B4-BE49-F238E27FC236}">
                <a16:creationId xmlns:a16="http://schemas.microsoft.com/office/drawing/2014/main" id="{234665FC-AB7A-4982-8787-F3961DCF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24077" y="3753995"/>
            <a:ext cx="9601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9" name="m887fad9924 79">
            <a:extLst xmlns:a="http://schemas.openxmlformats.org/drawingml/2006/main">
              <a:ext uri="{FF2B5EF4-FFF2-40B4-BE49-F238E27FC236}">
                <a16:creationId xmlns:a16="http://schemas.microsoft.com/office/drawing/2014/main" id="{42C67692-B0C9-4B28-8C4B-931B2D01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4539" y="3376246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80" name="Text 80: 20">
            <a:extLst xmlns:a="http://schemas.openxmlformats.org/drawingml/2006/main">
              <a:ext uri="{FF2B5EF4-FFF2-40B4-BE49-F238E27FC236}">
                <a16:creationId xmlns:a16="http://schemas.microsoft.com/office/drawing/2014/main" id="{2118CAAF-E857-48B2-A505-0639C444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53465" y="3306386"/>
            <a:ext cx="1666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81" name="m887fad9924 81">
            <a:extLst xmlns:a="http://schemas.openxmlformats.org/drawingml/2006/main">
              <a:ext uri="{FF2B5EF4-FFF2-40B4-BE49-F238E27FC236}">
                <a16:creationId xmlns:a16="http://schemas.microsoft.com/office/drawing/2014/main" id="{BA7A3C70-2816-411A-BDCD-588B9E64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4539" y="2928638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82" name="Text 82: 40">
            <a:extLst xmlns:a="http://schemas.openxmlformats.org/drawingml/2006/main">
              <a:ext uri="{FF2B5EF4-FFF2-40B4-BE49-F238E27FC236}">
                <a16:creationId xmlns:a16="http://schemas.microsoft.com/office/drawing/2014/main" id="{A96753EB-FF36-4767-BBA4-C5CD5858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53465" y="2858778"/>
            <a:ext cx="1666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83" name="m887fad9924 83">
            <a:extLst xmlns:a="http://schemas.openxmlformats.org/drawingml/2006/main">
              <a:ext uri="{FF2B5EF4-FFF2-40B4-BE49-F238E27FC236}">
                <a16:creationId xmlns:a16="http://schemas.microsoft.com/office/drawing/2014/main" id="{C7047397-93B2-49D2-A771-5EF1E3DB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4539" y="2481029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84" name="Text 84: 60">
            <a:extLst xmlns:a="http://schemas.openxmlformats.org/drawingml/2006/main">
              <a:ext uri="{FF2B5EF4-FFF2-40B4-BE49-F238E27FC236}">
                <a16:creationId xmlns:a16="http://schemas.microsoft.com/office/drawing/2014/main" id="{23DE98F9-B460-4186-8DED-8F059C99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53465" y="2411169"/>
            <a:ext cx="1666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85" name="m887fad9924 85">
            <a:extLst xmlns:a="http://schemas.openxmlformats.org/drawingml/2006/main">
              <a:ext uri="{FF2B5EF4-FFF2-40B4-BE49-F238E27FC236}">
                <a16:creationId xmlns:a16="http://schemas.microsoft.com/office/drawing/2014/main" id="{2877271A-FD8F-416C-B31B-16300C2A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4539" y="2033421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86" name="Text 86: 80">
            <a:extLst xmlns:a="http://schemas.openxmlformats.org/drawingml/2006/main">
              <a:ext uri="{FF2B5EF4-FFF2-40B4-BE49-F238E27FC236}">
                <a16:creationId xmlns:a16="http://schemas.microsoft.com/office/drawing/2014/main" id="{C8511B9B-5752-426E-A331-9E7042F2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53465" y="1963561"/>
            <a:ext cx="1666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87" name="m887fad9924 87">
            <a:extLst xmlns:a="http://schemas.openxmlformats.org/drawingml/2006/main">
              <a:ext uri="{FF2B5EF4-FFF2-40B4-BE49-F238E27FC236}">
                <a16:creationId xmlns:a16="http://schemas.microsoft.com/office/drawing/2014/main" id="{29682732-3134-4DDD-B754-982CD441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4539" y="1585813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88" name="Text 88: 100">
            <a:extLst xmlns:a="http://schemas.openxmlformats.org/drawingml/2006/main">
              <a:ext uri="{FF2B5EF4-FFF2-40B4-BE49-F238E27FC236}">
                <a16:creationId xmlns:a16="http://schemas.microsoft.com/office/drawing/2014/main" id="{AA91E17F-1607-496D-AE75-55F8C7C1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2853" y="1515953"/>
            <a:ext cx="237236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89" name="Text 89: ORR (%)">
            <a:extLst xmlns:a="http://schemas.openxmlformats.org/drawingml/2006/main">
              <a:ext uri="{FF2B5EF4-FFF2-40B4-BE49-F238E27FC236}">
                <a16:creationId xmlns:a16="http://schemas.microsoft.com/office/drawing/2014/main" id="{4932C677-DCC2-48B2-8A1F-E42EA345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5894714" y="2286577"/>
            <a:ext cx="540385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ORR (%)</a:t>
            </a:r>
          </a:p>
        </p:txBody>
      </p:sp>
      <p:sp>
        <p:nvSpPr>
          <p:cNvPr id="90" name="Vector 90">
            <a:extLst xmlns:a="http://schemas.openxmlformats.org/drawingml/2006/main">
              <a:ext uri="{FF2B5EF4-FFF2-40B4-BE49-F238E27FC236}">
                <a16:creationId xmlns:a16="http://schemas.microsoft.com/office/drawing/2014/main" id="{799BFFD8-63BB-4816-977F-09FFB445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0054" y="2637564"/>
            <a:ext cx="10" cy="225888"/>
          </a:xfrm>
          <a:custGeom xmlns:a="http://schemas.openxmlformats.org/drawingml/2006/main">
            <a:pathLst>
              <a:path w="10" h="225888">
                <a:moveTo>
                  <a:pt x="0" y="22588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  <a:prstDash val="solid"/>
          </a:ln>
        </p:spPr>
      </p:sp>
      <p:sp>
        <p:nvSpPr>
          <p:cNvPr id="91" name="m529c49fcff 91">
            <a:extLst xmlns:a="http://schemas.openxmlformats.org/drawingml/2006/main">
              <a:ext uri="{FF2B5EF4-FFF2-40B4-BE49-F238E27FC236}">
                <a16:creationId xmlns:a16="http://schemas.microsoft.com/office/drawing/2014/main" id="{AD575F44-493D-477F-8FD9-B3B25ADA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9254" y="2863452"/>
            <a:ext cx="101600" cy="10"/>
          </a:xfrm>
          <a:custGeom xmlns:a="http://schemas.openxmlformats.org/drawingml/2006/main">
            <a:pathLst>
              <a:path w="101600" h="10">
                <a:moveTo>
                  <a:pt x="1016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12700">
            <a:solidFill>
              <a:srgbClr val="000000"/>
            </a:solidFill>
            <a:prstDash val="solid"/>
          </a:ln>
        </p:spPr>
      </p:sp>
      <p:sp>
        <p:nvSpPr>
          <p:cNvPr id="92" name="m529c49fcff 92">
            <a:extLst xmlns:a="http://schemas.openxmlformats.org/drawingml/2006/main">
              <a:ext uri="{FF2B5EF4-FFF2-40B4-BE49-F238E27FC236}">
                <a16:creationId xmlns:a16="http://schemas.microsoft.com/office/drawing/2014/main" id="{433B9B2B-5120-43A0-8103-815CE8AF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9254" y="2637564"/>
            <a:ext cx="101600" cy="10"/>
          </a:xfrm>
          <a:custGeom xmlns:a="http://schemas.openxmlformats.org/drawingml/2006/main">
            <a:pathLst>
              <a:path w="101600" h="10">
                <a:moveTo>
                  <a:pt x="1016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12700">
            <a:solidFill>
              <a:srgbClr val="000000"/>
            </a:solidFill>
            <a:prstDash val="solid"/>
          </a:ln>
        </p:spPr>
      </p:sp>
      <p:sp>
        <p:nvSpPr>
          <p:cNvPr id="93" name="Vector 93">
            <a:extLst xmlns:a="http://schemas.openxmlformats.org/drawingml/2006/main">
              <a:ext uri="{FF2B5EF4-FFF2-40B4-BE49-F238E27FC236}">
                <a16:creationId xmlns:a16="http://schemas.microsoft.com/office/drawing/2014/main" id="{F2C4F072-76C7-4611-AE1C-10775B0A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7088" y="2920331"/>
            <a:ext cx="10" cy="205513"/>
          </a:xfrm>
          <a:custGeom xmlns:a="http://schemas.openxmlformats.org/drawingml/2006/main">
            <a:pathLst>
              <a:path w="10" h="205513">
                <a:moveTo>
                  <a:pt x="0" y="2055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  <a:prstDash val="solid"/>
          </a:ln>
        </p:spPr>
      </p:sp>
      <p:sp>
        <p:nvSpPr>
          <p:cNvPr id="94" name="m529c49fcff 94">
            <a:extLst xmlns:a="http://schemas.openxmlformats.org/drawingml/2006/main">
              <a:ext uri="{FF2B5EF4-FFF2-40B4-BE49-F238E27FC236}">
                <a16:creationId xmlns:a16="http://schemas.microsoft.com/office/drawing/2014/main" id="{5576BD64-8A19-49B6-BA1D-61EB4E29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6288" y="3125844"/>
            <a:ext cx="101600" cy="10"/>
          </a:xfrm>
          <a:custGeom xmlns:a="http://schemas.openxmlformats.org/drawingml/2006/main">
            <a:pathLst>
              <a:path w="101600" h="10">
                <a:moveTo>
                  <a:pt x="1016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12700">
            <a:solidFill>
              <a:srgbClr val="000000"/>
            </a:solidFill>
            <a:prstDash val="solid"/>
          </a:ln>
        </p:spPr>
      </p:sp>
      <p:sp>
        <p:nvSpPr>
          <p:cNvPr id="95" name="m529c49fcff 95">
            <a:extLst xmlns:a="http://schemas.openxmlformats.org/drawingml/2006/main">
              <a:ext uri="{FF2B5EF4-FFF2-40B4-BE49-F238E27FC236}">
                <a16:creationId xmlns:a16="http://schemas.microsoft.com/office/drawing/2014/main" id="{06130AD1-BB7F-4A2C-B91C-3D24AD13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6288" y="2920331"/>
            <a:ext cx="101600" cy="10"/>
          </a:xfrm>
          <a:custGeom xmlns:a="http://schemas.openxmlformats.org/drawingml/2006/main">
            <a:pathLst>
              <a:path w="101600" h="10">
                <a:moveTo>
                  <a:pt x="1016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12700">
            <a:solidFill>
              <a:srgbClr val="000000"/>
            </a:solidFill>
            <a:prstDash val="solid"/>
          </a:ln>
        </p:spPr>
      </p:sp>
      <p:sp>
        <p:nvSpPr>
          <p:cNvPr id="96" name="Vector 96">
            <a:extLst xmlns:a="http://schemas.openxmlformats.org/drawingml/2006/main">
              <a:ext uri="{FF2B5EF4-FFF2-40B4-BE49-F238E27FC236}">
                <a16:creationId xmlns:a16="http://schemas.microsoft.com/office/drawing/2014/main" id="{5D2F597B-2066-443A-85DB-557F2E7E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0054" y="1205345"/>
            <a:ext cx="917034" cy="89522"/>
          </a:xfrm>
          <a:custGeom xmlns:a="http://schemas.openxmlformats.org/drawingml/2006/main">
            <a:pathLst>
              <a:path w="917034" h="89522">
                <a:moveTo>
                  <a:pt x="0" y="89522"/>
                </a:moveTo>
                <a:lnTo>
                  <a:pt x="0" y="0"/>
                </a:lnTo>
                <a:lnTo>
                  <a:pt x="917034" y="0"/>
                </a:lnTo>
                <a:lnTo>
                  <a:pt x="917034" y="89522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333333"/>
            </a:solidFill>
            <a:prstDash val="solid"/>
          </a:ln>
        </p:spPr>
      </p:sp>
      <p:sp>
        <p:nvSpPr>
          <p:cNvPr id="97" name="Vector 97">
            <a:extLst xmlns:a="http://schemas.openxmlformats.org/drawingml/2006/main">
              <a:ext uri="{FF2B5EF4-FFF2-40B4-BE49-F238E27FC236}">
                <a16:creationId xmlns:a16="http://schemas.microsoft.com/office/drawing/2014/main" id="{863E7638-45E9-425D-8594-E047CFB1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3301" y="3056366"/>
            <a:ext cx="10" cy="224904"/>
          </a:xfrm>
          <a:custGeom xmlns:a="http://schemas.openxmlformats.org/drawingml/2006/main">
            <a:pathLst>
              <a:path w="10" h="224904">
                <a:moveTo>
                  <a:pt x="0" y="22490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  <a:prstDash val="solid"/>
          </a:ln>
        </p:spPr>
      </p:sp>
      <p:sp>
        <p:nvSpPr>
          <p:cNvPr id="98" name="m529c49fcff 98">
            <a:extLst xmlns:a="http://schemas.openxmlformats.org/drawingml/2006/main">
              <a:ext uri="{FF2B5EF4-FFF2-40B4-BE49-F238E27FC236}">
                <a16:creationId xmlns:a16="http://schemas.microsoft.com/office/drawing/2014/main" id="{C3CD1435-7855-4DA3-BB4C-AC08A3D5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2501" y="3281270"/>
            <a:ext cx="101600" cy="10"/>
          </a:xfrm>
          <a:custGeom xmlns:a="http://schemas.openxmlformats.org/drawingml/2006/main">
            <a:pathLst>
              <a:path w="101600" h="10">
                <a:moveTo>
                  <a:pt x="1016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12700">
            <a:solidFill>
              <a:srgbClr val="000000"/>
            </a:solidFill>
            <a:prstDash val="solid"/>
          </a:ln>
        </p:spPr>
      </p:sp>
      <p:sp>
        <p:nvSpPr>
          <p:cNvPr id="99" name="m529c49fcff 99">
            <a:extLst xmlns:a="http://schemas.openxmlformats.org/drawingml/2006/main">
              <a:ext uri="{FF2B5EF4-FFF2-40B4-BE49-F238E27FC236}">
                <a16:creationId xmlns:a16="http://schemas.microsoft.com/office/drawing/2014/main" id="{8566CE40-8A27-431E-9BBB-ECC56DEE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2501" y="3056366"/>
            <a:ext cx="101600" cy="10"/>
          </a:xfrm>
          <a:custGeom xmlns:a="http://schemas.openxmlformats.org/drawingml/2006/main">
            <a:pathLst>
              <a:path w="101600" h="10">
                <a:moveTo>
                  <a:pt x="1016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12700">
            <a:solidFill>
              <a:srgbClr val="000000"/>
            </a:solidFill>
            <a:prstDash val="solid"/>
          </a:ln>
        </p:spPr>
      </p:sp>
      <p:sp>
        <p:nvSpPr>
          <p:cNvPr id="100" name="Vector 100">
            <a:extLst xmlns:a="http://schemas.openxmlformats.org/drawingml/2006/main">
              <a:ext uri="{FF2B5EF4-FFF2-40B4-BE49-F238E27FC236}">
                <a16:creationId xmlns:a16="http://schemas.microsoft.com/office/drawing/2014/main" id="{3D4F0D2C-F38B-457F-8B1E-53995B00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0336" y="2974557"/>
            <a:ext cx="10" cy="248597"/>
          </a:xfrm>
          <a:custGeom xmlns:a="http://schemas.openxmlformats.org/drawingml/2006/main">
            <a:pathLst>
              <a:path w="10" h="248597">
                <a:moveTo>
                  <a:pt x="0" y="24859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  <a:prstDash val="solid"/>
          </a:ln>
        </p:spPr>
      </p:sp>
      <p:sp>
        <p:nvSpPr>
          <p:cNvPr id="101" name="m529c49fcff 101">
            <a:extLst xmlns:a="http://schemas.openxmlformats.org/drawingml/2006/main">
              <a:ext uri="{FF2B5EF4-FFF2-40B4-BE49-F238E27FC236}">
                <a16:creationId xmlns:a16="http://schemas.microsoft.com/office/drawing/2014/main" id="{00451176-275C-4F90-8A99-AC36AF2E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9536" y="3223153"/>
            <a:ext cx="101600" cy="10"/>
          </a:xfrm>
          <a:custGeom xmlns:a="http://schemas.openxmlformats.org/drawingml/2006/main">
            <a:pathLst>
              <a:path w="101600" h="10">
                <a:moveTo>
                  <a:pt x="1016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12700">
            <a:solidFill>
              <a:srgbClr val="000000"/>
            </a:solidFill>
            <a:prstDash val="solid"/>
          </a:ln>
        </p:spPr>
      </p:sp>
      <p:sp>
        <p:nvSpPr>
          <p:cNvPr id="102" name="m529c49fcff 102">
            <a:extLst xmlns:a="http://schemas.openxmlformats.org/drawingml/2006/main">
              <a:ext uri="{FF2B5EF4-FFF2-40B4-BE49-F238E27FC236}">
                <a16:creationId xmlns:a16="http://schemas.microsoft.com/office/drawing/2014/main" id="{36BDC487-2773-4388-97DD-3282A08D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9536" y="2974557"/>
            <a:ext cx="101600" cy="10"/>
          </a:xfrm>
          <a:custGeom xmlns:a="http://schemas.openxmlformats.org/drawingml/2006/main">
            <a:pathLst>
              <a:path w="101600" h="10">
                <a:moveTo>
                  <a:pt x="1016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12700">
            <a:solidFill>
              <a:srgbClr val="000000"/>
            </a:solidFill>
            <a:prstDash val="solid"/>
          </a:ln>
        </p:spPr>
      </p:sp>
      <p:sp>
        <p:nvSpPr>
          <p:cNvPr id="103" name="Vector 103">
            <a:extLst xmlns:a="http://schemas.openxmlformats.org/drawingml/2006/main">
              <a:ext uri="{FF2B5EF4-FFF2-40B4-BE49-F238E27FC236}">
                <a16:creationId xmlns:a16="http://schemas.microsoft.com/office/drawing/2014/main" id="{F3A73F86-8C32-40FC-8D6B-893C11DF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3301" y="1205345"/>
            <a:ext cx="917034" cy="89522"/>
          </a:xfrm>
          <a:custGeom xmlns:a="http://schemas.openxmlformats.org/drawingml/2006/main">
            <a:pathLst>
              <a:path w="917034" h="89522">
                <a:moveTo>
                  <a:pt x="0" y="89522"/>
                </a:moveTo>
                <a:lnTo>
                  <a:pt x="0" y="0"/>
                </a:lnTo>
                <a:lnTo>
                  <a:pt x="917034" y="0"/>
                </a:lnTo>
                <a:lnTo>
                  <a:pt x="917034" y="89522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333333"/>
            </a:solidFill>
            <a:prstDash val="solid"/>
          </a:ln>
        </p:spPr>
      </p:sp>
      <p:sp>
        <p:nvSpPr>
          <p:cNvPr id="104" name="Vector 104">
            <a:extLst xmlns:a="http://schemas.openxmlformats.org/drawingml/2006/main">
              <a:ext uri="{FF2B5EF4-FFF2-40B4-BE49-F238E27FC236}">
                <a16:creationId xmlns:a16="http://schemas.microsoft.com/office/drawing/2014/main" id="{9D22B06B-08D7-4BF4-A1F0-F3C061F4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8989" y="914400"/>
            <a:ext cx="10" cy="2909455"/>
          </a:xfrm>
          <a:custGeom xmlns:a="http://schemas.openxmlformats.org/drawingml/2006/main">
            <a:pathLst>
              <a:path w="10" h="2909455">
                <a:moveTo>
                  <a:pt x="0" y="29094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05" name="Vector 105">
            <a:extLst xmlns:a="http://schemas.openxmlformats.org/drawingml/2006/main">
              <a:ext uri="{FF2B5EF4-FFF2-40B4-BE49-F238E27FC236}">
                <a16:creationId xmlns:a16="http://schemas.microsoft.com/office/drawing/2014/main" id="{8DFC2F6D-2C2F-42DF-9928-7C29AAE7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8989" y="3823855"/>
            <a:ext cx="4592411" cy="10"/>
          </a:xfrm>
          <a:custGeom xmlns:a="http://schemas.openxmlformats.org/drawingml/2006/main">
            <a:pathLst>
              <a:path w="4592411" h="10">
                <a:moveTo>
                  <a:pt x="0" y="0"/>
                </a:moveTo>
                <a:lnTo>
                  <a:pt x="45924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06" name="Text 106: 47/98">
            <a:extLst xmlns:a="http://schemas.openxmlformats.org/drawingml/2006/main">
              <a:ext uri="{FF2B5EF4-FFF2-40B4-BE49-F238E27FC236}">
                <a16:creationId xmlns:a16="http://schemas.microsoft.com/office/drawing/2014/main" id="{0D83F557-F221-43CE-A915-283D1E19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75354" y="2336133"/>
            <a:ext cx="311379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47/98</a:t>
            </a:r>
          </a:p>
        </p:txBody>
      </p:sp>
      <p:sp>
        <p:nvSpPr>
          <p:cNvPr id="107" name="Text 107: 48.0%">
            <a:extLst xmlns:a="http://schemas.openxmlformats.org/drawingml/2006/main">
              <a:ext uri="{FF2B5EF4-FFF2-40B4-BE49-F238E27FC236}">
                <a16:creationId xmlns:a16="http://schemas.microsoft.com/office/drawing/2014/main" id="{2AB592C1-C209-4725-A4BB-E2CE1F4D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8504" y="2464124"/>
            <a:ext cx="349441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48.0%</a:t>
            </a:r>
          </a:p>
        </p:txBody>
      </p:sp>
      <p:sp>
        <p:nvSpPr>
          <p:cNvPr id="108" name="Text 108: 39/109">
            <a:extLst xmlns:a="http://schemas.openxmlformats.org/drawingml/2006/main">
              <a:ext uri="{FF2B5EF4-FFF2-40B4-BE49-F238E27FC236}">
                <a16:creationId xmlns:a16="http://schemas.microsoft.com/office/drawing/2014/main" id="{361F9AA3-D000-4A56-BA93-9A97E5C8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56027" y="2618899"/>
            <a:ext cx="374929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39/109</a:t>
            </a:r>
          </a:p>
        </p:txBody>
      </p:sp>
      <p:sp>
        <p:nvSpPr>
          <p:cNvPr id="109" name="Text 109: 35.8%">
            <a:extLst xmlns:a="http://schemas.openxmlformats.org/drawingml/2006/main">
              <a:ext uri="{FF2B5EF4-FFF2-40B4-BE49-F238E27FC236}">
                <a16:creationId xmlns:a16="http://schemas.microsoft.com/office/drawing/2014/main" id="{7EC7C1D5-4FD3-4F46-90B4-41245549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5538" y="2746890"/>
            <a:ext cx="349441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35.8%</a:t>
            </a:r>
          </a:p>
        </p:txBody>
      </p:sp>
      <p:sp>
        <p:nvSpPr>
          <p:cNvPr id="110" name="Text 110: P .090">
            <a:extLst xmlns:a="http://schemas.openxmlformats.org/drawingml/2006/main">
              <a:ext uri="{FF2B5EF4-FFF2-40B4-BE49-F238E27FC236}">
                <a16:creationId xmlns:a16="http://schemas.microsoft.com/office/drawing/2014/main" id="{966965E3-FA05-491A-ADA6-B39EDBC8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0666" y="1031905"/>
            <a:ext cx="355809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 .090</a:t>
            </a:r>
          </a:p>
        </p:txBody>
      </p:sp>
      <p:sp>
        <p:nvSpPr>
          <p:cNvPr id="111" name="Text 111: 24/82">
            <a:extLst xmlns:a="http://schemas.openxmlformats.org/drawingml/2006/main">
              <a:ext uri="{FF2B5EF4-FFF2-40B4-BE49-F238E27FC236}">
                <a16:creationId xmlns:a16="http://schemas.microsoft.com/office/drawing/2014/main" id="{612DF3C3-5FD5-4F58-8752-012FB549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88602" y="2754935"/>
            <a:ext cx="311379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24/82</a:t>
            </a:r>
          </a:p>
        </p:txBody>
      </p:sp>
      <p:sp>
        <p:nvSpPr>
          <p:cNvPr id="112" name="Text 112: 29.3%">
            <a:extLst xmlns:a="http://schemas.openxmlformats.org/drawingml/2006/main">
              <a:ext uri="{FF2B5EF4-FFF2-40B4-BE49-F238E27FC236}">
                <a16:creationId xmlns:a16="http://schemas.microsoft.com/office/drawing/2014/main" id="{D312C1B3-C014-4C29-B393-A1CEBAD5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1752" y="2882926"/>
            <a:ext cx="349441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29.3%</a:t>
            </a:r>
          </a:p>
        </p:txBody>
      </p:sp>
      <p:sp>
        <p:nvSpPr>
          <p:cNvPr id="113" name="Text 113: 23/71">
            <a:extLst xmlns:a="http://schemas.openxmlformats.org/drawingml/2006/main">
              <a:ext uri="{FF2B5EF4-FFF2-40B4-BE49-F238E27FC236}">
                <a16:creationId xmlns:a16="http://schemas.microsoft.com/office/drawing/2014/main" id="{E828CE27-1F18-4F98-B07D-D2E3EC56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5637" y="2673125"/>
            <a:ext cx="311379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23/71</a:t>
            </a:r>
          </a:p>
        </p:txBody>
      </p:sp>
      <p:sp>
        <p:nvSpPr>
          <p:cNvPr id="114" name="Text 114: 32.4%">
            <a:extLst xmlns:a="http://schemas.openxmlformats.org/drawingml/2006/main">
              <a:ext uri="{FF2B5EF4-FFF2-40B4-BE49-F238E27FC236}">
                <a16:creationId xmlns:a16="http://schemas.microsoft.com/office/drawing/2014/main" id="{31B40BE4-C80F-4990-B463-20C264CB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8786" y="2801116"/>
            <a:ext cx="349441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32.4%</a:t>
            </a:r>
          </a:p>
        </p:txBody>
      </p:sp>
      <p:sp>
        <p:nvSpPr>
          <p:cNvPr id="115" name="Text 115: P .727">
            <a:extLst xmlns:a="http://schemas.openxmlformats.org/drawingml/2006/main">
              <a:ext uri="{FF2B5EF4-FFF2-40B4-BE49-F238E27FC236}">
                <a16:creationId xmlns:a16="http://schemas.microsoft.com/office/drawing/2014/main" id="{A449351E-DD73-4139-994D-495298A3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33914" y="1031905"/>
            <a:ext cx="355809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 .727</a:t>
            </a:r>
          </a:p>
        </p:txBody>
      </p:sp>
      <p:sp>
        <p:nvSpPr>
          <p:cNvPr id="116" name="Text 116: B  ESCORT-1ST | ORR">
            <a:extLst xmlns:a="http://schemas.openxmlformats.org/drawingml/2006/main">
              <a:ext uri="{FF2B5EF4-FFF2-40B4-BE49-F238E27FC236}">
                <a16:creationId xmlns:a16="http://schemas.microsoft.com/office/drawing/2014/main" id="{BA9D1075-285B-4B6D-BC69-89EEA0E1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8989" y="521575"/>
            <a:ext cx="1639861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  ESCORT-1ST | ORR</a:t>
            </a:r>
          </a:p>
        </p:txBody>
      </p:sp>
      <p:sp>
        <p:nvSpPr>
          <p:cNvPr id="117" name="Text 117: Interaction P .150">
            <a:extLst xmlns:a="http://schemas.openxmlformats.org/drawingml/2006/main">
              <a:ext uri="{FF2B5EF4-FFF2-40B4-BE49-F238E27FC236}">
                <a16:creationId xmlns:a16="http://schemas.microsoft.com/office/drawing/2014/main" id="{FF4006AC-0094-42A4-ACAA-75326635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8989" y="696468"/>
            <a:ext cx="1219868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Interaction P .150</a:t>
            </a:r>
          </a:p>
        </p:txBody>
      </p:sp>
      <p:sp>
        <p:nvSpPr>
          <p:cNvPr id="118" name="Vector 118">
            <a:extLst xmlns:a="http://schemas.openxmlformats.org/drawingml/2006/main">
              <a:ext uri="{FF2B5EF4-FFF2-40B4-BE49-F238E27FC236}">
                <a16:creationId xmlns:a16="http://schemas.microsoft.com/office/drawing/2014/main" id="{07E4E38D-73F2-4FBF-9572-4AA79A48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5825"/>
            <a:ext cx="4592411" cy="2909455"/>
          </a:xfrm>
          <a:custGeom xmlns:a="http://schemas.openxmlformats.org/drawingml/2006/main">
            <a:pathLst>
              <a:path w="4592411" h="2909455">
                <a:moveTo>
                  <a:pt x="0" y="2909455"/>
                </a:moveTo>
                <a:lnTo>
                  <a:pt x="4592411" y="2909455"/>
                </a:lnTo>
                <a:lnTo>
                  <a:pt x="459241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19" name="Vector 119">
            <a:extLst xmlns:a="http://schemas.openxmlformats.org/drawingml/2006/main">
              <a:ext uri="{FF2B5EF4-FFF2-40B4-BE49-F238E27FC236}">
                <a16:creationId xmlns:a16="http://schemas.microsoft.com/office/drawing/2014/main" id="{EFC4297C-E855-4E7E-8DA4-46A2176D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146" y="6456009"/>
            <a:ext cx="844637" cy="1499271"/>
          </a:xfrm>
          <a:custGeom xmlns:a="http://schemas.openxmlformats.org/drawingml/2006/main">
            <a:pathLst>
              <a:path w="844637" h="1499271">
                <a:moveTo>
                  <a:pt x="0" y="1499271"/>
                </a:moveTo>
                <a:lnTo>
                  <a:pt x="844637" y="1499271"/>
                </a:lnTo>
                <a:lnTo>
                  <a:pt x="84463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20" name="Vector 120">
            <a:extLst xmlns:a="http://schemas.openxmlformats.org/drawingml/2006/main">
              <a:ext uri="{FF2B5EF4-FFF2-40B4-BE49-F238E27FC236}">
                <a16:creationId xmlns:a16="http://schemas.microsoft.com/office/drawing/2014/main" id="{46943509-A89D-4858-BEB6-204D8FAA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0180" y="6825180"/>
            <a:ext cx="844637" cy="1130100"/>
          </a:xfrm>
          <a:custGeom xmlns:a="http://schemas.openxmlformats.org/drawingml/2006/main">
            <a:pathLst>
              <a:path w="844637" h="1130100">
                <a:moveTo>
                  <a:pt x="0" y="1130100"/>
                </a:moveTo>
                <a:lnTo>
                  <a:pt x="844637" y="1130100"/>
                </a:lnTo>
                <a:lnTo>
                  <a:pt x="84463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21" name="Vector 121">
            <a:extLst xmlns:a="http://schemas.openxmlformats.org/drawingml/2006/main">
              <a:ext uri="{FF2B5EF4-FFF2-40B4-BE49-F238E27FC236}">
                <a16:creationId xmlns:a16="http://schemas.microsoft.com/office/drawing/2014/main" id="{6A97FF11-4B41-4BBF-BF9B-6AAE559E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394" y="6908923"/>
            <a:ext cx="844637" cy="1046357"/>
          </a:xfrm>
          <a:custGeom xmlns:a="http://schemas.openxmlformats.org/drawingml/2006/main">
            <a:pathLst>
              <a:path w="844637" h="1046357">
                <a:moveTo>
                  <a:pt x="0" y="1046357"/>
                </a:moveTo>
                <a:lnTo>
                  <a:pt x="844637" y="1046357"/>
                </a:lnTo>
                <a:lnTo>
                  <a:pt x="84463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22" name="Vector 122">
            <a:extLst xmlns:a="http://schemas.openxmlformats.org/drawingml/2006/main">
              <a:ext uri="{FF2B5EF4-FFF2-40B4-BE49-F238E27FC236}">
                <a16:creationId xmlns:a16="http://schemas.microsoft.com/office/drawing/2014/main" id="{24D2E282-38E5-44E9-816A-0991000B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428" y="6595457"/>
            <a:ext cx="844637" cy="1359823"/>
          </a:xfrm>
          <a:custGeom xmlns:a="http://schemas.openxmlformats.org/drawingml/2006/main">
            <a:pathLst>
              <a:path w="844637" h="1359823">
                <a:moveTo>
                  <a:pt x="0" y="1359823"/>
                </a:moveTo>
                <a:lnTo>
                  <a:pt x="844637" y="1359823"/>
                </a:lnTo>
                <a:lnTo>
                  <a:pt x="84463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23" name="m79c53749aa 123">
            <a:extLst xmlns:a="http://schemas.openxmlformats.org/drawingml/2006/main">
              <a:ext uri="{FF2B5EF4-FFF2-40B4-BE49-F238E27FC236}">
                <a16:creationId xmlns:a16="http://schemas.microsoft.com/office/drawing/2014/main" id="{23FEC4A6-9402-47B2-8BDF-6CD3EC9A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5464" y="7955280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24" name="Text 124: ICI+CT">
            <a:extLst xmlns:a="http://schemas.openxmlformats.org/drawingml/2006/main">
              <a:ext uri="{FF2B5EF4-FFF2-40B4-BE49-F238E27FC236}">
                <a16:creationId xmlns:a16="http://schemas.microsoft.com/office/drawing/2014/main" id="{6490AACA-069E-4F7A-A4A1-BF11CF2F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7322" y="8022570"/>
            <a:ext cx="431165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ICI+CT</a:t>
            </a:r>
          </a:p>
        </p:txBody>
      </p:sp>
      <p:sp>
        <p:nvSpPr>
          <p:cNvPr id="125" name="Text 125: B">
            <a:extLst xmlns:a="http://schemas.openxmlformats.org/drawingml/2006/main">
              <a:ext uri="{FF2B5EF4-FFF2-40B4-BE49-F238E27FC236}">
                <a16:creationId xmlns:a16="http://schemas.microsoft.com/office/drawing/2014/main" id="{B0FB7F95-BF9D-48E9-ACDB-9DFAB7F9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1897" y="8164782"/>
            <a:ext cx="110109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6" name="m79c53749aa 126">
            <a:extLst xmlns:a="http://schemas.openxmlformats.org/drawingml/2006/main">
              <a:ext uri="{FF2B5EF4-FFF2-40B4-BE49-F238E27FC236}">
                <a16:creationId xmlns:a16="http://schemas.microsoft.com/office/drawing/2014/main" id="{23160ED8-97DC-42BB-9730-3CBFBE33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499" y="7955280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27" name="Text 127: CT">
            <a:extLst xmlns:a="http://schemas.openxmlformats.org/drawingml/2006/main">
              <a:ext uri="{FF2B5EF4-FFF2-40B4-BE49-F238E27FC236}">
                <a16:creationId xmlns:a16="http://schemas.microsoft.com/office/drawing/2014/main" id="{6057C5BD-0664-4828-82BB-115EB657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9373" y="8022570"/>
            <a:ext cx="194691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CT</a:t>
            </a:r>
          </a:p>
        </p:txBody>
      </p:sp>
      <p:sp>
        <p:nvSpPr>
          <p:cNvPr id="128" name="Text 128: B">
            <a:extLst xmlns:a="http://schemas.openxmlformats.org/drawingml/2006/main">
              <a:ext uri="{FF2B5EF4-FFF2-40B4-BE49-F238E27FC236}">
                <a16:creationId xmlns:a16="http://schemas.microsoft.com/office/drawing/2014/main" id="{FB980661-A612-4561-B1AE-13D56B6A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8932" y="8164782"/>
            <a:ext cx="110109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9" name="m79c53749aa 129">
            <a:extLst xmlns:a="http://schemas.openxmlformats.org/drawingml/2006/main">
              <a:ext uri="{FF2B5EF4-FFF2-40B4-BE49-F238E27FC236}">
                <a16:creationId xmlns:a16="http://schemas.microsoft.com/office/drawing/2014/main" id="{3C6C3728-737F-4B7C-99F8-96CABB7D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8712" y="7955280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30" name="Text 130: ICI+CT">
            <a:extLst xmlns:a="http://schemas.openxmlformats.org/drawingml/2006/main">
              <a:ext uri="{FF2B5EF4-FFF2-40B4-BE49-F238E27FC236}">
                <a16:creationId xmlns:a16="http://schemas.microsoft.com/office/drawing/2014/main" id="{395072D3-34A5-4B3A-AED7-86516218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40570" y="8022570"/>
            <a:ext cx="431165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ICI+CT</a:t>
            </a:r>
          </a:p>
        </p:txBody>
      </p:sp>
      <p:sp>
        <p:nvSpPr>
          <p:cNvPr id="131" name="Text 131: NB">
            <a:extLst xmlns:a="http://schemas.openxmlformats.org/drawingml/2006/main">
              <a:ext uri="{FF2B5EF4-FFF2-40B4-BE49-F238E27FC236}">
                <a16:creationId xmlns:a16="http://schemas.microsoft.com/office/drawing/2014/main" id="{3ECB7700-D4A4-4CAB-A65E-B438AF31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67639" y="8164782"/>
            <a:ext cx="201803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NB</a:t>
            </a:r>
          </a:p>
        </p:txBody>
      </p:sp>
      <p:sp>
        <p:nvSpPr>
          <p:cNvPr id="132" name="m79c53749aa 132">
            <a:extLst xmlns:a="http://schemas.openxmlformats.org/drawingml/2006/main">
              <a:ext uri="{FF2B5EF4-FFF2-40B4-BE49-F238E27FC236}">
                <a16:creationId xmlns:a16="http://schemas.microsoft.com/office/drawing/2014/main" id="{C676356E-57C3-4D67-AC48-623D3FC5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5746" y="7955280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33" name="Text 133: CT">
            <a:extLst xmlns:a="http://schemas.openxmlformats.org/drawingml/2006/main">
              <a:ext uri="{FF2B5EF4-FFF2-40B4-BE49-F238E27FC236}">
                <a16:creationId xmlns:a16="http://schemas.microsoft.com/office/drawing/2014/main" id="{56636FA8-E674-439C-8240-EF2F30FF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92621" y="8022570"/>
            <a:ext cx="194691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CT</a:t>
            </a:r>
          </a:p>
        </p:txBody>
      </p:sp>
      <p:sp>
        <p:nvSpPr>
          <p:cNvPr id="134" name="Text 134: NB">
            <a:extLst xmlns:a="http://schemas.openxmlformats.org/drawingml/2006/main">
              <a:ext uri="{FF2B5EF4-FFF2-40B4-BE49-F238E27FC236}">
                <a16:creationId xmlns:a16="http://schemas.microsoft.com/office/drawing/2014/main" id="{816D0240-E2A3-4885-B79F-AC69E63A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4674" y="8164782"/>
            <a:ext cx="201803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NB</a:t>
            </a:r>
          </a:p>
        </p:txBody>
      </p:sp>
      <p:sp>
        <p:nvSpPr>
          <p:cNvPr id="135" name="m887fad9924 135">
            <a:extLst xmlns:a="http://schemas.openxmlformats.org/drawingml/2006/main">
              <a:ext uri="{FF2B5EF4-FFF2-40B4-BE49-F238E27FC236}">
                <a16:creationId xmlns:a16="http://schemas.microsoft.com/office/drawing/2014/main" id="{0FD28E1A-637C-4F4C-9840-FE44C8A7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950" y="7955280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36" name="Text 136: 0">
            <a:extLst xmlns:a="http://schemas.openxmlformats.org/drawingml/2006/main">
              <a:ext uri="{FF2B5EF4-FFF2-40B4-BE49-F238E27FC236}">
                <a16:creationId xmlns:a16="http://schemas.microsoft.com/office/drawing/2014/main" id="{934E7223-80FC-43D3-8A72-B729C947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488" y="7885420"/>
            <a:ext cx="9601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7" name="m887fad9924 137">
            <a:extLst xmlns:a="http://schemas.openxmlformats.org/drawingml/2006/main">
              <a:ext uri="{FF2B5EF4-FFF2-40B4-BE49-F238E27FC236}">
                <a16:creationId xmlns:a16="http://schemas.microsoft.com/office/drawing/2014/main" id="{C5093B0A-C656-42DD-9173-12BF49DB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950" y="7507672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38" name="Text 138: 20">
            <a:extLst xmlns:a="http://schemas.openxmlformats.org/drawingml/2006/main">
              <a:ext uri="{FF2B5EF4-FFF2-40B4-BE49-F238E27FC236}">
                <a16:creationId xmlns:a16="http://schemas.microsoft.com/office/drawing/2014/main" id="{19FB0A10-2034-46BE-A925-796B50D9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8876" y="7437812"/>
            <a:ext cx="1666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39" name="m887fad9924 139">
            <a:extLst xmlns:a="http://schemas.openxmlformats.org/drawingml/2006/main">
              <a:ext uri="{FF2B5EF4-FFF2-40B4-BE49-F238E27FC236}">
                <a16:creationId xmlns:a16="http://schemas.microsoft.com/office/drawing/2014/main" id="{F26CD148-DCF7-492A-8C0B-EC5E6FEE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950" y="7060063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40" name="Text 140: 40">
            <a:extLst xmlns:a="http://schemas.openxmlformats.org/drawingml/2006/main">
              <a:ext uri="{FF2B5EF4-FFF2-40B4-BE49-F238E27FC236}">
                <a16:creationId xmlns:a16="http://schemas.microsoft.com/office/drawing/2014/main" id="{33C64BC4-F6B7-46F0-B2CD-5D779209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8876" y="6990203"/>
            <a:ext cx="1666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41" name="m887fad9924 141">
            <a:extLst xmlns:a="http://schemas.openxmlformats.org/drawingml/2006/main">
              <a:ext uri="{FF2B5EF4-FFF2-40B4-BE49-F238E27FC236}">
                <a16:creationId xmlns:a16="http://schemas.microsoft.com/office/drawing/2014/main" id="{A8BBE4BA-1AD5-4740-BEB4-F94DC3EC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950" y="6612455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42" name="Text 142: 60">
            <a:extLst xmlns:a="http://schemas.openxmlformats.org/drawingml/2006/main">
              <a:ext uri="{FF2B5EF4-FFF2-40B4-BE49-F238E27FC236}">
                <a16:creationId xmlns:a16="http://schemas.microsoft.com/office/drawing/2014/main" id="{03581AF6-A180-49BF-AFD3-7832152A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8876" y="6542595"/>
            <a:ext cx="1666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43" name="m887fad9924 143">
            <a:extLst xmlns:a="http://schemas.openxmlformats.org/drawingml/2006/main">
              <a:ext uri="{FF2B5EF4-FFF2-40B4-BE49-F238E27FC236}">
                <a16:creationId xmlns:a16="http://schemas.microsoft.com/office/drawing/2014/main" id="{6973EDCF-14E6-4272-ABA3-76509473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950" y="6164846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44" name="Text 144: 80">
            <a:extLst xmlns:a="http://schemas.openxmlformats.org/drawingml/2006/main">
              <a:ext uri="{FF2B5EF4-FFF2-40B4-BE49-F238E27FC236}">
                <a16:creationId xmlns:a16="http://schemas.microsoft.com/office/drawing/2014/main" id="{5C2B9895-AB72-4237-BC49-9195E460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8876" y="6094987"/>
            <a:ext cx="1666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145" name="m887fad9924 145">
            <a:extLst xmlns:a="http://schemas.openxmlformats.org/drawingml/2006/main">
              <a:ext uri="{FF2B5EF4-FFF2-40B4-BE49-F238E27FC236}">
                <a16:creationId xmlns:a16="http://schemas.microsoft.com/office/drawing/2014/main" id="{3FDCFFBE-673F-47E6-8614-6C60D832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950" y="5717238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46" name="Text 146: 100">
            <a:extLst xmlns:a="http://schemas.openxmlformats.org/drawingml/2006/main">
              <a:ext uri="{FF2B5EF4-FFF2-40B4-BE49-F238E27FC236}">
                <a16:creationId xmlns:a16="http://schemas.microsoft.com/office/drawing/2014/main" id="{5C4143E0-2E19-4664-AFC3-C876BBB3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8264" y="5647378"/>
            <a:ext cx="237236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47" name="Text 147: DCR (%)">
            <a:extLst xmlns:a="http://schemas.openxmlformats.org/drawingml/2006/main">
              <a:ext uri="{FF2B5EF4-FFF2-40B4-BE49-F238E27FC236}">
                <a16:creationId xmlns:a16="http://schemas.microsoft.com/office/drawing/2014/main" id="{3FB56976-A2E3-4575-A9A1-F37EF404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203680" y="6418003"/>
            <a:ext cx="533273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DCR (%)</a:t>
            </a:r>
          </a:p>
        </p:txBody>
      </p:sp>
      <p:sp>
        <p:nvSpPr>
          <p:cNvPr id="148" name="Vector 148">
            <a:extLst xmlns:a="http://schemas.openxmlformats.org/drawingml/2006/main">
              <a:ext uri="{FF2B5EF4-FFF2-40B4-BE49-F238E27FC236}">
                <a16:creationId xmlns:a16="http://schemas.microsoft.com/office/drawing/2014/main" id="{D95CC29D-4605-4663-BD01-3CD18CF9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5464" y="6352310"/>
            <a:ext cx="10" cy="207399"/>
          </a:xfrm>
          <a:custGeom xmlns:a="http://schemas.openxmlformats.org/drawingml/2006/main">
            <a:pathLst>
              <a:path w="10" h="207399">
                <a:moveTo>
                  <a:pt x="0" y="20739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  <a:prstDash val="solid"/>
          </a:ln>
        </p:spPr>
      </p:sp>
      <p:sp>
        <p:nvSpPr>
          <p:cNvPr id="149" name="m529c49fcff 149">
            <a:extLst xmlns:a="http://schemas.openxmlformats.org/drawingml/2006/main">
              <a:ext uri="{FF2B5EF4-FFF2-40B4-BE49-F238E27FC236}">
                <a16:creationId xmlns:a16="http://schemas.microsoft.com/office/drawing/2014/main" id="{D1049B27-E02A-4306-A1B2-D5765910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664" y="6559709"/>
            <a:ext cx="101600" cy="10"/>
          </a:xfrm>
          <a:custGeom xmlns:a="http://schemas.openxmlformats.org/drawingml/2006/main">
            <a:pathLst>
              <a:path w="101600" h="10">
                <a:moveTo>
                  <a:pt x="1016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12700">
            <a:solidFill>
              <a:srgbClr val="000000"/>
            </a:solidFill>
            <a:prstDash val="solid"/>
          </a:ln>
        </p:spPr>
      </p:sp>
      <p:sp>
        <p:nvSpPr>
          <p:cNvPr id="150" name="m529c49fcff 150">
            <a:extLst xmlns:a="http://schemas.openxmlformats.org/drawingml/2006/main">
              <a:ext uri="{FF2B5EF4-FFF2-40B4-BE49-F238E27FC236}">
                <a16:creationId xmlns:a16="http://schemas.microsoft.com/office/drawing/2014/main" id="{97B79276-AF91-4AB8-8D8D-43A11198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664" y="6352310"/>
            <a:ext cx="101600" cy="10"/>
          </a:xfrm>
          <a:custGeom xmlns:a="http://schemas.openxmlformats.org/drawingml/2006/main">
            <a:pathLst>
              <a:path w="101600" h="10">
                <a:moveTo>
                  <a:pt x="1016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12700">
            <a:solidFill>
              <a:srgbClr val="000000"/>
            </a:solidFill>
            <a:prstDash val="solid"/>
          </a:ln>
        </p:spPr>
      </p:sp>
      <p:sp>
        <p:nvSpPr>
          <p:cNvPr id="151" name="Vector 151">
            <a:extLst xmlns:a="http://schemas.openxmlformats.org/drawingml/2006/main">
              <a:ext uri="{FF2B5EF4-FFF2-40B4-BE49-F238E27FC236}">
                <a16:creationId xmlns:a16="http://schemas.microsoft.com/office/drawing/2014/main" id="{0E448DFC-C444-42ED-9A57-87578E21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499" y="6713838"/>
            <a:ext cx="10" cy="222683"/>
          </a:xfrm>
          <a:custGeom xmlns:a="http://schemas.openxmlformats.org/drawingml/2006/main">
            <a:pathLst>
              <a:path w="10" h="222683">
                <a:moveTo>
                  <a:pt x="0" y="22268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  <a:prstDash val="solid"/>
          </a:ln>
        </p:spPr>
      </p:sp>
      <p:sp>
        <p:nvSpPr>
          <p:cNvPr id="152" name="m529c49fcff 152">
            <a:extLst xmlns:a="http://schemas.openxmlformats.org/drawingml/2006/main">
              <a:ext uri="{FF2B5EF4-FFF2-40B4-BE49-F238E27FC236}">
                <a16:creationId xmlns:a16="http://schemas.microsoft.com/office/drawing/2014/main" id="{523D07C0-A29E-4611-B824-DAE30517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1699" y="6936521"/>
            <a:ext cx="101600" cy="10"/>
          </a:xfrm>
          <a:custGeom xmlns:a="http://schemas.openxmlformats.org/drawingml/2006/main">
            <a:pathLst>
              <a:path w="101600" h="10">
                <a:moveTo>
                  <a:pt x="1016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12700">
            <a:solidFill>
              <a:srgbClr val="000000"/>
            </a:solidFill>
            <a:prstDash val="solid"/>
          </a:ln>
        </p:spPr>
      </p:sp>
      <p:sp>
        <p:nvSpPr>
          <p:cNvPr id="153" name="m529c49fcff 153">
            <a:extLst xmlns:a="http://schemas.openxmlformats.org/drawingml/2006/main">
              <a:ext uri="{FF2B5EF4-FFF2-40B4-BE49-F238E27FC236}">
                <a16:creationId xmlns:a16="http://schemas.microsoft.com/office/drawing/2014/main" id="{8CC65216-4091-473A-817C-A9EF91CD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1699" y="6713838"/>
            <a:ext cx="101600" cy="10"/>
          </a:xfrm>
          <a:custGeom xmlns:a="http://schemas.openxmlformats.org/drawingml/2006/main">
            <a:pathLst>
              <a:path w="101600" h="10">
                <a:moveTo>
                  <a:pt x="1016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12700">
            <a:solidFill>
              <a:srgbClr val="000000"/>
            </a:solidFill>
            <a:prstDash val="solid"/>
          </a:ln>
        </p:spPr>
      </p:sp>
      <p:sp>
        <p:nvSpPr>
          <p:cNvPr id="154" name="Vector 154">
            <a:extLst xmlns:a="http://schemas.openxmlformats.org/drawingml/2006/main">
              <a:ext uri="{FF2B5EF4-FFF2-40B4-BE49-F238E27FC236}">
                <a16:creationId xmlns:a16="http://schemas.microsoft.com/office/drawing/2014/main" id="{9EEC6E13-A974-4D83-9BBD-722164B1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5464" y="5336771"/>
            <a:ext cx="917034" cy="89522"/>
          </a:xfrm>
          <a:custGeom xmlns:a="http://schemas.openxmlformats.org/drawingml/2006/main">
            <a:pathLst>
              <a:path w="917034" h="89522">
                <a:moveTo>
                  <a:pt x="0" y="89522"/>
                </a:moveTo>
                <a:lnTo>
                  <a:pt x="0" y="0"/>
                </a:lnTo>
                <a:lnTo>
                  <a:pt x="917034" y="0"/>
                </a:lnTo>
                <a:lnTo>
                  <a:pt x="917034" y="89522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333333"/>
            </a:solidFill>
            <a:prstDash val="solid"/>
          </a:ln>
        </p:spPr>
      </p:sp>
      <p:sp>
        <p:nvSpPr>
          <p:cNvPr id="155" name="Vector 155">
            <a:extLst xmlns:a="http://schemas.openxmlformats.org/drawingml/2006/main">
              <a:ext uri="{FF2B5EF4-FFF2-40B4-BE49-F238E27FC236}">
                <a16:creationId xmlns:a16="http://schemas.microsoft.com/office/drawing/2014/main" id="{343E1F1F-6EDF-4501-95F3-758FCA63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8712" y="6781668"/>
            <a:ext cx="10" cy="254510"/>
          </a:xfrm>
          <a:custGeom xmlns:a="http://schemas.openxmlformats.org/drawingml/2006/main">
            <a:pathLst>
              <a:path w="10" h="254510">
                <a:moveTo>
                  <a:pt x="0" y="25451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  <a:prstDash val="solid"/>
          </a:ln>
        </p:spPr>
      </p:sp>
      <p:sp>
        <p:nvSpPr>
          <p:cNvPr id="156" name="m529c49fcff 156">
            <a:extLst xmlns:a="http://schemas.openxmlformats.org/drawingml/2006/main">
              <a:ext uri="{FF2B5EF4-FFF2-40B4-BE49-F238E27FC236}">
                <a16:creationId xmlns:a16="http://schemas.microsoft.com/office/drawing/2014/main" id="{9B967CA3-610F-4144-81F2-99C743FC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7912" y="7036178"/>
            <a:ext cx="101600" cy="10"/>
          </a:xfrm>
          <a:custGeom xmlns:a="http://schemas.openxmlformats.org/drawingml/2006/main">
            <a:pathLst>
              <a:path w="101600" h="10">
                <a:moveTo>
                  <a:pt x="1016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12700">
            <a:solidFill>
              <a:srgbClr val="000000"/>
            </a:solidFill>
            <a:prstDash val="solid"/>
          </a:ln>
        </p:spPr>
      </p:sp>
      <p:sp>
        <p:nvSpPr>
          <p:cNvPr id="157" name="m529c49fcff 157">
            <a:extLst xmlns:a="http://schemas.openxmlformats.org/drawingml/2006/main">
              <a:ext uri="{FF2B5EF4-FFF2-40B4-BE49-F238E27FC236}">
                <a16:creationId xmlns:a16="http://schemas.microsoft.com/office/drawing/2014/main" id="{379FE29D-BF4B-41F1-B2AA-B462BEF4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7912" y="6781668"/>
            <a:ext cx="101600" cy="10"/>
          </a:xfrm>
          <a:custGeom xmlns:a="http://schemas.openxmlformats.org/drawingml/2006/main">
            <a:pathLst>
              <a:path w="101600" h="10">
                <a:moveTo>
                  <a:pt x="1016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12700">
            <a:solidFill>
              <a:srgbClr val="000000"/>
            </a:solidFill>
            <a:prstDash val="solid"/>
          </a:ln>
        </p:spPr>
      </p:sp>
      <p:sp>
        <p:nvSpPr>
          <p:cNvPr id="158" name="Vector 158">
            <a:extLst xmlns:a="http://schemas.openxmlformats.org/drawingml/2006/main">
              <a:ext uri="{FF2B5EF4-FFF2-40B4-BE49-F238E27FC236}">
                <a16:creationId xmlns:a16="http://schemas.microsoft.com/office/drawing/2014/main" id="{0DADF5B6-B650-4EDE-9240-FCA2D5DC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5746" y="6472507"/>
            <a:ext cx="10" cy="245900"/>
          </a:xfrm>
          <a:custGeom xmlns:a="http://schemas.openxmlformats.org/drawingml/2006/main">
            <a:pathLst>
              <a:path w="10" h="245900">
                <a:moveTo>
                  <a:pt x="0" y="2459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  <a:prstDash val="solid"/>
          </a:ln>
        </p:spPr>
      </p:sp>
      <p:sp>
        <p:nvSpPr>
          <p:cNvPr id="159" name="m529c49fcff 159">
            <a:extLst xmlns:a="http://schemas.openxmlformats.org/drawingml/2006/main">
              <a:ext uri="{FF2B5EF4-FFF2-40B4-BE49-F238E27FC236}">
                <a16:creationId xmlns:a16="http://schemas.microsoft.com/office/drawing/2014/main" id="{54A521BC-79C9-44ED-B014-AF682BA6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946" y="6718407"/>
            <a:ext cx="101600" cy="10"/>
          </a:xfrm>
          <a:custGeom xmlns:a="http://schemas.openxmlformats.org/drawingml/2006/main">
            <a:pathLst>
              <a:path w="101600" h="10">
                <a:moveTo>
                  <a:pt x="1016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12700">
            <a:solidFill>
              <a:srgbClr val="000000"/>
            </a:solidFill>
            <a:prstDash val="solid"/>
          </a:ln>
        </p:spPr>
      </p:sp>
      <p:sp>
        <p:nvSpPr>
          <p:cNvPr id="160" name="m529c49fcff 160">
            <a:extLst xmlns:a="http://schemas.openxmlformats.org/drawingml/2006/main">
              <a:ext uri="{FF2B5EF4-FFF2-40B4-BE49-F238E27FC236}">
                <a16:creationId xmlns:a16="http://schemas.microsoft.com/office/drawing/2014/main" id="{44A7FCBA-2041-439C-B6A4-53FDB1CD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946" y="6472507"/>
            <a:ext cx="101600" cy="10"/>
          </a:xfrm>
          <a:custGeom xmlns:a="http://schemas.openxmlformats.org/drawingml/2006/main">
            <a:pathLst>
              <a:path w="101600" h="10">
                <a:moveTo>
                  <a:pt x="1016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12700">
            <a:solidFill>
              <a:srgbClr val="000000"/>
            </a:solidFill>
            <a:prstDash val="solid"/>
          </a:ln>
        </p:spPr>
      </p:sp>
      <p:sp>
        <p:nvSpPr>
          <p:cNvPr id="161" name="Vector 161">
            <a:extLst xmlns:a="http://schemas.openxmlformats.org/drawingml/2006/main">
              <a:ext uri="{FF2B5EF4-FFF2-40B4-BE49-F238E27FC236}">
                <a16:creationId xmlns:a16="http://schemas.microsoft.com/office/drawing/2014/main" id="{F9877280-B36D-4AD1-8163-9D058EA9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8712" y="5336771"/>
            <a:ext cx="917034" cy="89522"/>
          </a:xfrm>
          <a:custGeom xmlns:a="http://schemas.openxmlformats.org/drawingml/2006/main">
            <a:pathLst>
              <a:path w="917034" h="89522">
                <a:moveTo>
                  <a:pt x="0" y="89522"/>
                </a:moveTo>
                <a:lnTo>
                  <a:pt x="0" y="0"/>
                </a:lnTo>
                <a:lnTo>
                  <a:pt x="917034" y="0"/>
                </a:lnTo>
                <a:lnTo>
                  <a:pt x="917034" y="89522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333333"/>
            </a:solidFill>
            <a:prstDash val="solid"/>
          </a:ln>
        </p:spPr>
      </p:sp>
      <p:sp>
        <p:nvSpPr>
          <p:cNvPr id="162" name="Vector 162">
            <a:extLst xmlns:a="http://schemas.openxmlformats.org/drawingml/2006/main">
              <a:ext uri="{FF2B5EF4-FFF2-40B4-BE49-F238E27FC236}">
                <a16:creationId xmlns:a16="http://schemas.microsoft.com/office/drawing/2014/main" id="{157753EC-9CBD-4265-9F95-A5ED9640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5825"/>
            <a:ext cx="10" cy="2909455"/>
          </a:xfrm>
          <a:custGeom xmlns:a="http://schemas.openxmlformats.org/drawingml/2006/main">
            <a:pathLst>
              <a:path w="10" h="2909455">
                <a:moveTo>
                  <a:pt x="0" y="29094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63" name="Vector 163">
            <a:extLst xmlns:a="http://schemas.openxmlformats.org/drawingml/2006/main">
              <a:ext uri="{FF2B5EF4-FFF2-40B4-BE49-F238E27FC236}">
                <a16:creationId xmlns:a16="http://schemas.microsoft.com/office/drawing/2014/main" id="{6A692AE0-389E-4EBE-9739-FE5B6B6A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955280"/>
            <a:ext cx="4592411" cy="10"/>
          </a:xfrm>
          <a:custGeom xmlns:a="http://schemas.openxmlformats.org/drawingml/2006/main">
            <a:pathLst>
              <a:path w="4592411" h="10">
                <a:moveTo>
                  <a:pt x="0" y="0"/>
                </a:moveTo>
                <a:lnTo>
                  <a:pt x="45924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64" name="Text 164: 69/103">
            <a:extLst xmlns:a="http://schemas.openxmlformats.org/drawingml/2006/main">
              <a:ext uri="{FF2B5EF4-FFF2-40B4-BE49-F238E27FC236}">
                <a16:creationId xmlns:a16="http://schemas.microsoft.com/office/drawing/2014/main" id="{5BB30250-97EF-4569-B6D2-D8087180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4403" y="6050878"/>
            <a:ext cx="374929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69/103</a:t>
            </a:r>
          </a:p>
        </p:txBody>
      </p:sp>
      <p:sp>
        <p:nvSpPr>
          <p:cNvPr id="165" name="Text 165: 67.0%">
            <a:extLst xmlns:a="http://schemas.openxmlformats.org/drawingml/2006/main">
              <a:ext uri="{FF2B5EF4-FFF2-40B4-BE49-F238E27FC236}">
                <a16:creationId xmlns:a16="http://schemas.microsoft.com/office/drawing/2014/main" id="{79651739-B230-421A-B834-A59B0562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3915" y="6178869"/>
            <a:ext cx="349441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67.0%</a:t>
            </a:r>
          </a:p>
        </p:txBody>
      </p:sp>
      <p:sp>
        <p:nvSpPr>
          <p:cNvPr id="166" name="Text 166: 51/101">
            <a:extLst xmlns:a="http://schemas.openxmlformats.org/drawingml/2006/main">
              <a:ext uri="{FF2B5EF4-FFF2-40B4-BE49-F238E27FC236}">
                <a16:creationId xmlns:a16="http://schemas.microsoft.com/office/drawing/2014/main" id="{3428AC1B-62D0-4BC5-B525-5FCBE57B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1438" y="6412407"/>
            <a:ext cx="374929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51/101</a:t>
            </a:r>
          </a:p>
        </p:txBody>
      </p:sp>
      <p:sp>
        <p:nvSpPr>
          <p:cNvPr id="167" name="Text 167: 50.5%">
            <a:extLst xmlns:a="http://schemas.openxmlformats.org/drawingml/2006/main">
              <a:ext uri="{FF2B5EF4-FFF2-40B4-BE49-F238E27FC236}">
                <a16:creationId xmlns:a16="http://schemas.microsoft.com/office/drawing/2014/main" id="{AEB1C5AF-EEE8-4A91-BB59-83D4814D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0949" y="6540398"/>
            <a:ext cx="349441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50.5%</a:t>
            </a:r>
          </a:p>
        </p:txBody>
      </p:sp>
      <p:sp>
        <p:nvSpPr>
          <p:cNvPr id="168" name="Text 168: P .023">
            <a:extLst xmlns:a="http://schemas.openxmlformats.org/drawingml/2006/main">
              <a:ext uri="{FF2B5EF4-FFF2-40B4-BE49-F238E27FC236}">
                <a16:creationId xmlns:a16="http://schemas.microsoft.com/office/drawing/2014/main" id="{941DF418-F605-4CD4-AC17-1BD7A9C5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6077" y="5163331"/>
            <a:ext cx="355809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 .023</a:t>
            </a:r>
          </a:p>
        </p:txBody>
      </p:sp>
      <p:sp>
        <p:nvSpPr>
          <p:cNvPr id="169" name="Text 169: 36/77">
            <a:extLst xmlns:a="http://schemas.openxmlformats.org/drawingml/2006/main">
              <a:ext uri="{FF2B5EF4-FFF2-40B4-BE49-F238E27FC236}">
                <a16:creationId xmlns:a16="http://schemas.microsoft.com/office/drawing/2014/main" id="{47C8727F-CD14-4F83-B09F-85F6D1EF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4013" y="6480236"/>
            <a:ext cx="311379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36/77</a:t>
            </a:r>
          </a:p>
        </p:txBody>
      </p:sp>
      <p:sp>
        <p:nvSpPr>
          <p:cNvPr id="170" name="Text 170: 46.8%">
            <a:extLst xmlns:a="http://schemas.openxmlformats.org/drawingml/2006/main">
              <a:ext uri="{FF2B5EF4-FFF2-40B4-BE49-F238E27FC236}">
                <a16:creationId xmlns:a16="http://schemas.microsoft.com/office/drawing/2014/main" id="{A80AB010-13CA-471C-A98F-F1274820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77163" y="6608227"/>
            <a:ext cx="349441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46.8%</a:t>
            </a:r>
          </a:p>
        </p:txBody>
      </p:sp>
      <p:sp>
        <p:nvSpPr>
          <p:cNvPr id="171" name="Text 171: 48/79">
            <a:extLst xmlns:a="http://schemas.openxmlformats.org/drawingml/2006/main">
              <a:ext uri="{FF2B5EF4-FFF2-40B4-BE49-F238E27FC236}">
                <a16:creationId xmlns:a16="http://schemas.microsoft.com/office/drawing/2014/main" id="{34D48A00-6CB2-4630-96B8-445AB53F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1047" y="6171076"/>
            <a:ext cx="311379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48/79</a:t>
            </a:r>
          </a:p>
        </p:txBody>
      </p:sp>
      <p:sp>
        <p:nvSpPr>
          <p:cNvPr id="172" name="Text 172: 60.8%">
            <a:extLst xmlns:a="http://schemas.openxmlformats.org/drawingml/2006/main">
              <a:ext uri="{FF2B5EF4-FFF2-40B4-BE49-F238E27FC236}">
                <a16:creationId xmlns:a16="http://schemas.microsoft.com/office/drawing/2014/main" id="{88DF6E5C-27C7-480C-9C5F-85F5DF02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94197" y="6299067"/>
            <a:ext cx="349441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60.8%</a:t>
            </a:r>
          </a:p>
        </p:txBody>
      </p:sp>
      <p:sp>
        <p:nvSpPr>
          <p:cNvPr id="173" name="Text 173: P .108">
            <a:extLst xmlns:a="http://schemas.openxmlformats.org/drawingml/2006/main">
              <a:ext uri="{FF2B5EF4-FFF2-40B4-BE49-F238E27FC236}">
                <a16:creationId xmlns:a16="http://schemas.microsoft.com/office/drawing/2014/main" id="{7D274218-1907-42A2-9A40-26494E10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39325" y="5163331"/>
            <a:ext cx="355809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 .108</a:t>
            </a:r>
          </a:p>
        </p:txBody>
      </p:sp>
      <p:sp>
        <p:nvSpPr>
          <p:cNvPr id="174" name="Text 174: C  JUPITER-06 | DCR">
            <a:extLst xmlns:a="http://schemas.openxmlformats.org/drawingml/2006/main">
              <a:ext uri="{FF2B5EF4-FFF2-40B4-BE49-F238E27FC236}">
                <a16:creationId xmlns:a16="http://schemas.microsoft.com/office/drawing/2014/main" id="{705A8F90-BFA9-49C2-B42C-70A6EBA6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4653000"/>
            <a:ext cx="1529893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  JUPITER-06 | DCR</a:t>
            </a:r>
          </a:p>
        </p:txBody>
      </p:sp>
      <p:sp>
        <p:nvSpPr>
          <p:cNvPr id="175" name="Text 175: Interaction P .004">
            <a:extLst xmlns:a="http://schemas.openxmlformats.org/drawingml/2006/main">
              <a:ext uri="{FF2B5EF4-FFF2-40B4-BE49-F238E27FC236}">
                <a16:creationId xmlns:a16="http://schemas.microsoft.com/office/drawing/2014/main" id="{17670DB9-B060-4322-B3FD-DA086347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4827893"/>
            <a:ext cx="1219868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Interaction P .004</a:t>
            </a:r>
          </a:p>
        </p:txBody>
      </p:sp>
      <p:sp>
        <p:nvSpPr>
          <p:cNvPr id="176" name="Vector 176">
            <a:extLst xmlns:a="http://schemas.openxmlformats.org/drawingml/2006/main">
              <a:ext uri="{FF2B5EF4-FFF2-40B4-BE49-F238E27FC236}">
                <a16:creationId xmlns:a16="http://schemas.microsoft.com/office/drawing/2014/main" id="{7332663D-1697-4602-97DB-EF88A0AE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8989" y="5045825"/>
            <a:ext cx="4592411" cy="2909455"/>
          </a:xfrm>
          <a:custGeom xmlns:a="http://schemas.openxmlformats.org/drawingml/2006/main">
            <a:pathLst>
              <a:path w="4592411" h="2909455">
                <a:moveTo>
                  <a:pt x="0" y="2909455"/>
                </a:moveTo>
                <a:lnTo>
                  <a:pt x="4592411" y="2909455"/>
                </a:lnTo>
                <a:lnTo>
                  <a:pt x="459241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77" name="Vector 177">
            <a:extLst xmlns:a="http://schemas.openxmlformats.org/drawingml/2006/main">
              <a:ext uri="{FF2B5EF4-FFF2-40B4-BE49-F238E27FC236}">
                <a16:creationId xmlns:a16="http://schemas.microsoft.com/office/drawing/2014/main" id="{A4FF8453-E45B-48FF-B9C4-B7D1FD1D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7735" y="6562213"/>
            <a:ext cx="844637" cy="1393067"/>
          </a:xfrm>
          <a:custGeom xmlns:a="http://schemas.openxmlformats.org/drawingml/2006/main">
            <a:pathLst>
              <a:path w="844637" h="1393067">
                <a:moveTo>
                  <a:pt x="0" y="1393067"/>
                </a:moveTo>
                <a:lnTo>
                  <a:pt x="844637" y="1393067"/>
                </a:lnTo>
                <a:lnTo>
                  <a:pt x="84463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78" name="Vector 178">
            <a:extLst xmlns:a="http://schemas.openxmlformats.org/drawingml/2006/main">
              <a:ext uri="{FF2B5EF4-FFF2-40B4-BE49-F238E27FC236}">
                <a16:creationId xmlns:a16="http://schemas.microsoft.com/office/drawing/2014/main" id="{0974B499-CB12-4D29-8377-B423CC66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769" y="6661733"/>
            <a:ext cx="844637" cy="1293547"/>
          </a:xfrm>
          <a:custGeom xmlns:a="http://schemas.openxmlformats.org/drawingml/2006/main">
            <a:pathLst>
              <a:path w="844637" h="1293547">
                <a:moveTo>
                  <a:pt x="0" y="1293547"/>
                </a:moveTo>
                <a:lnTo>
                  <a:pt x="844637" y="1293547"/>
                </a:lnTo>
                <a:lnTo>
                  <a:pt x="84463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79" name="Vector 179">
            <a:extLst xmlns:a="http://schemas.openxmlformats.org/drawingml/2006/main">
              <a:ext uri="{FF2B5EF4-FFF2-40B4-BE49-F238E27FC236}">
                <a16:creationId xmlns:a16="http://schemas.microsoft.com/office/drawing/2014/main" id="{757EB171-2EFF-47E8-910D-F53F8E9D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0983" y="6972725"/>
            <a:ext cx="844637" cy="982555"/>
          </a:xfrm>
          <a:custGeom xmlns:a="http://schemas.openxmlformats.org/drawingml/2006/main">
            <a:pathLst>
              <a:path w="844637" h="982555">
                <a:moveTo>
                  <a:pt x="0" y="982555"/>
                </a:moveTo>
                <a:lnTo>
                  <a:pt x="844637" y="982555"/>
                </a:lnTo>
                <a:lnTo>
                  <a:pt x="84463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80" name="Vector 180">
            <a:extLst xmlns:a="http://schemas.openxmlformats.org/drawingml/2006/main">
              <a:ext uri="{FF2B5EF4-FFF2-40B4-BE49-F238E27FC236}">
                <a16:creationId xmlns:a16="http://schemas.microsoft.com/office/drawing/2014/main" id="{085E7802-FDF2-42E4-9403-9CE80156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8017" y="6788976"/>
            <a:ext cx="844637" cy="1166304"/>
          </a:xfrm>
          <a:custGeom xmlns:a="http://schemas.openxmlformats.org/drawingml/2006/main">
            <a:pathLst>
              <a:path w="844637" h="1166304">
                <a:moveTo>
                  <a:pt x="0" y="1166304"/>
                </a:moveTo>
                <a:lnTo>
                  <a:pt x="844637" y="1166304"/>
                </a:lnTo>
                <a:lnTo>
                  <a:pt x="84463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81" name="m79c53749aa 181">
            <a:extLst xmlns:a="http://schemas.openxmlformats.org/drawingml/2006/main">
              <a:ext uri="{FF2B5EF4-FFF2-40B4-BE49-F238E27FC236}">
                <a16:creationId xmlns:a16="http://schemas.microsoft.com/office/drawing/2014/main" id="{7D93958A-0DF7-4892-BF72-42D13029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0054" y="7955280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82" name="Text 182: ICI+CT">
            <a:extLst xmlns:a="http://schemas.openxmlformats.org/drawingml/2006/main">
              <a:ext uri="{FF2B5EF4-FFF2-40B4-BE49-F238E27FC236}">
                <a16:creationId xmlns:a16="http://schemas.microsoft.com/office/drawing/2014/main" id="{DF749E85-858D-430C-B003-2096FFCC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1911" y="8022570"/>
            <a:ext cx="431165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ICI+CT</a:t>
            </a:r>
          </a:p>
        </p:txBody>
      </p:sp>
      <p:sp>
        <p:nvSpPr>
          <p:cNvPr id="183" name="Text 183: B">
            <a:extLst xmlns:a="http://schemas.openxmlformats.org/drawingml/2006/main">
              <a:ext uri="{FF2B5EF4-FFF2-40B4-BE49-F238E27FC236}">
                <a16:creationId xmlns:a16="http://schemas.microsoft.com/office/drawing/2014/main" id="{A6BBF824-3748-4478-82AE-B5885903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6487" y="8164782"/>
            <a:ext cx="110109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84" name="m79c53749aa 184">
            <a:extLst xmlns:a="http://schemas.openxmlformats.org/drawingml/2006/main">
              <a:ext uri="{FF2B5EF4-FFF2-40B4-BE49-F238E27FC236}">
                <a16:creationId xmlns:a16="http://schemas.microsoft.com/office/drawing/2014/main" id="{FD0925E3-7BBF-41C6-8FB8-0122A29E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7088" y="7955280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85" name="Text 185: CT">
            <a:extLst xmlns:a="http://schemas.openxmlformats.org/drawingml/2006/main">
              <a:ext uri="{FF2B5EF4-FFF2-40B4-BE49-F238E27FC236}">
                <a16:creationId xmlns:a16="http://schemas.microsoft.com/office/drawing/2014/main" id="{BD87039F-7330-4303-90C0-F0FDC204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73962" y="8022570"/>
            <a:ext cx="194691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CT</a:t>
            </a:r>
          </a:p>
        </p:txBody>
      </p:sp>
      <p:sp>
        <p:nvSpPr>
          <p:cNvPr id="186" name="Text 186: B">
            <a:extLst xmlns:a="http://schemas.openxmlformats.org/drawingml/2006/main">
              <a:ext uri="{FF2B5EF4-FFF2-40B4-BE49-F238E27FC236}">
                <a16:creationId xmlns:a16="http://schemas.microsoft.com/office/drawing/2014/main" id="{44E17993-4245-4D31-9029-FF5F3F78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3521" y="8164782"/>
            <a:ext cx="110109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87" name="m79c53749aa 187">
            <a:extLst xmlns:a="http://schemas.openxmlformats.org/drawingml/2006/main">
              <a:ext uri="{FF2B5EF4-FFF2-40B4-BE49-F238E27FC236}">
                <a16:creationId xmlns:a16="http://schemas.microsoft.com/office/drawing/2014/main" id="{11FAEABB-A482-49AF-BF57-4A3BAFEB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3301" y="7955280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88" name="Text 188: ICI+CT">
            <a:extLst xmlns:a="http://schemas.openxmlformats.org/drawingml/2006/main">
              <a:ext uri="{FF2B5EF4-FFF2-40B4-BE49-F238E27FC236}">
                <a16:creationId xmlns:a16="http://schemas.microsoft.com/office/drawing/2014/main" id="{1377C2BD-68C3-410D-BAEE-97F4153A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35159" y="8022570"/>
            <a:ext cx="431165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ICI+CT</a:t>
            </a:r>
          </a:p>
        </p:txBody>
      </p:sp>
      <p:sp>
        <p:nvSpPr>
          <p:cNvPr id="189" name="Text 189: NB">
            <a:extLst xmlns:a="http://schemas.openxmlformats.org/drawingml/2006/main">
              <a:ext uri="{FF2B5EF4-FFF2-40B4-BE49-F238E27FC236}">
                <a16:creationId xmlns:a16="http://schemas.microsoft.com/office/drawing/2014/main" id="{155C2710-4D23-422F-907B-DCB5A819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2229" y="8164782"/>
            <a:ext cx="201803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NB</a:t>
            </a:r>
          </a:p>
        </p:txBody>
      </p:sp>
      <p:sp>
        <p:nvSpPr>
          <p:cNvPr id="190" name="m79c53749aa 190">
            <a:extLst xmlns:a="http://schemas.openxmlformats.org/drawingml/2006/main">
              <a:ext uri="{FF2B5EF4-FFF2-40B4-BE49-F238E27FC236}">
                <a16:creationId xmlns:a16="http://schemas.microsoft.com/office/drawing/2014/main" id="{4ACBD8E7-5F87-4A0B-9C42-F2094252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0336" y="7955280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91" name="Text 191: CT">
            <a:extLst xmlns:a="http://schemas.openxmlformats.org/drawingml/2006/main">
              <a:ext uri="{FF2B5EF4-FFF2-40B4-BE49-F238E27FC236}">
                <a16:creationId xmlns:a16="http://schemas.microsoft.com/office/drawing/2014/main" id="{D3791DB9-FC4F-4997-84F7-D9C9AB1E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87210" y="8022570"/>
            <a:ext cx="194691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CT</a:t>
            </a:r>
          </a:p>
        </p:txBody>
      </p:sp>
      <p:sp>
        <p:nvSpPr>
          <p:cNvPr id="192" name="Text 192: NB">
            <a:extLst xmlns:a="http://schemas.openxmlformats.org/drawingml/2006/main">
              <a:ext uri="{FF2B5EF4-FFF2-40B4-BE49-F238E27FC236}">
                <a16:creationId xmlns:a16="http://schemas.microsoft.com/office/drawing/2014/main" id="{A6C5E4F9-69C9-4AAF-8A48-B6108A8B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9263" y="8164782"/>
            <a:ext cx="201803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NB</a:t>
            </a:r>
          </a:p>
        </p:txBody>
      </p:sp>
      <p:sp>
        <p:nvSpPr>
          <p:cNvPr id="193" name="m887fad9924 193">
            <a:extLst xmlns:a="http://schemas.openxmlformats.org/drawingml/2006/main">
              <a:ext uri="{FF2B5EF4-FFF2-40B4-BE49-F238E27FC236}">
                <a16:creationId xmlns:a16="http://schemas.microsoft.com/office/drawing/2014/main" id="{41BBE1D7-2BEC-4F1A-9A95-CB41736A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4539" y="7955280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94" name="Text 194: 0">
            <a:extLst xmlns:a="http://schemas.openxmlformats.org/drawingml/2006/main">
              <a:ext uri="{FF2B5EF4-FFF2-40B4-BE49-F238E27FC236}">
                <a16:creationId xmlns:a16="http://schemas.microsoft.com/office/drawing/2014/main" id="{2F6F9E6A-94F4-4F9B-B088-37111041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24077" y="7885420"/>
            <a:ext cx="9601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5" name="m887fad9924 195">
            <a:extLst xmlns:a="http://schemas.openxmlformats.org/drawingml/2006/main">
              <a:ext uri="{FF2B5EF4-FFF2-40B4-BE49-F238E27FC236}">
                <a16:creationId xmlns:a16="http://schemas.microsoft.com/office/drawing/2014/main" id="{DE8E60C7-5316-4D19-A4DB-BB8DBA71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4539" y="7507672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96" name="Text 196: 20">
            <a:extLst xmlns:a="http://schemas.openxmlformats.org/drawingml/2006/main">
              <a:ext uri="{FF2B5EF4-FFF2-40B4-BE49-F238E27FC236}">
                <a16:creationId xmlns:a16="http://schemas.microsoft.com/office/drawing/2014/main" id="{2D219366-6FB1-4D7B-9227-528A1C8F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53465" y="7437812"/>
            <a:ext cx="1666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97" name="m887fad9924 197">
            <a:extLst xmlns:a="http://schemas.openxmlformats.org/drawingml/2006/main">
              <a:ext uri="{FF2B5EF4-FFF2-40B4-BE49-F238E27FC236}">
                <a16:creationId xmlns:a16="http://schemas.microsoft.com/office/drawing/2014/main" id="{306D7345-8D9B-4ECD-8E77-2B62408B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4539" y="7060063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98" name="Text 198: 40">
            <a:extLst xmlns:a="http://schemas.openxmlformats.org/drawingml/2006/main">
              <a:ext uri="{FF2B5EF4-FFF2-40B4-BE49-F238E27FC236}">
                <a16:creationId xmlns:a16="http://schemas.microsoft.com/office/drawing/2014/main" id="{A239CA47-62B0-4912-8901-99EC12C4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53465" y="6990203"/>
            <a:ext cx="1666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99" name="m887fad9924 199">
            <a:extLst xmlns:a="http://schemas.openxmlformats.org/drawingml/2006/main">
              <a:ext uri="{FF2B5EF4-FFF2-40B4-BE49-F238E27FC236}">
                <a16:creationId xmlns:a16="http://schemas.microsoft.com/office/drawing/2014/main" id="{909127C2-104C-45B2-B83F-CF57171A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4539" y="6612455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00" name="Text 200: 60">
            <a:extLst xmlns:a="http://schemas.openxmlformats.org/drawingml/2006/main">
              <a:ext uri="{FF2B5EF4-FFF2-40B4-BE49-F238E27FC236}">
                <a16:creationId xmlns:a16="http://schemas.microsoft.com/office/drawing/2014/main" id="{ACB10CFF-2E47-4E0F-8BC1-03D34578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53465" y="6542595"/>
            <a:ext cx="1666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201" name="m887fad9924 201">
            <a:extLst xmlns:a="http://schemas.openxmlformats.org/drawingml/2006/main">
              <a:ext uri="{FF2B5EF4-FFF2-40B4-BE49-F238E27FC236}">
                <a16:creationId xmlns:a16="http://schemas.microsoft.com/office/drawing/2014/main" id="{B4B91F49-2444-4B7A-96EC-7A72462E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4539" y="6164846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02" name="Text 202: 80">
            <a:extLst xmlns:a="http://schemas.openxmlformats.org/drawingml/2006/main">
              <a:ext uri="{FF2B5EF4-FFF2-40B4-BE49-F238E27FC236}">
                <a16:creationId xmlns:a16="http://schemas.microsoft.com/office/drawing/2014/main" id="{2741B079-6295-4E27-B919-4481DC7A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53465" y="6094987"/>
            <a:ext cx="1666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03" name="m887fad9924 203">
            <a:extLst xmlns:a="http://schemas.openxmlformats.org/drawingml/2006/main">
              <a:ext uri="{FF2B5EF4-FFF2-40B4-BE49-F238E27FC236}">
                <a16:creationId xmlns:a16="http://schemas.microsoft.com/office/drawing/2014/main" id="{006139CE-4B40-479F-B882-A606F0C8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4539" y="5717238"/>
            <a:ext cx="44450" cy="10"/>
          </a:xfrm>
          <a:custGeom xmlns:a="http://schemas.openxmlformats.org/drawingml/2006/main">
            <a:pathLst>
              <a:path w="44450" h="10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04" name="Text 204: 100">
            <a:extLst xmlns:a="http://schemas.openxmlformats.org/drawingml/2006/main">
              <a:ext uri="{FF2B5EF4-FFF2-40B4-BE49-F238E27FC236}">
                <a16:creationId xmlns:a16="http://schemas.microsoft.com/office/drawing/2014/main" id="{4857ED32-88F6-45E4-B6A8-033503A4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2853" y="5647378"/>
            <a:ext cx="237236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05" name="Text 205: DCR (%)">
            <a:extLst xmlns:a="http://schemas.openxmlformats.org/drawingml/2006/main">
              <a:ext uri="{FF2B5EF4-FFF2-40B4-BE49-F238E27FC236}">
                <a16:creationId xmlns:a16="http://schemas.microsoft.com/office/drawing/2014/main" id="{708F8D53-D822-41FE-918E-41C95A79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5898270" y="6418003"/>
            <a:ext cx="533273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DCR (%)</a:t>
            </a:r>
          </a:p>
        </p:txBody>
      </p:sp>
      <p:sp>
        <p:nvSpPr>
          <p:cNvPr id="206" name="Vector 206">
            <a:extLst xmlns:a="http://schemas.openxmlformats.org/drawingml/2006/main">
              <a:ext uri="{FF2B5EF4-FFF2-40B4-BE49-F238E27FC236}">
                <a16:creationId xmlns:a16="http://schemas.microsoft.com/office/drawing/2014/main" id="{9058D3D5-D483-4697-82D9-B7495633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0054" y="6452617"/>
            <a:ext cx="10" cy="219192"/>
          </a:xfrm>
          <a:custGeom xmlns:a="http://schemas.openxmlformats.org/drawingml/2006/main">
            <a:pathLst>
              <a:path w="10" h="219192">
                <a:moveTo>
                  <a:pt x="0" y="21919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  <a:prstDash val="solid"/>
          </a:ln>
        </p:spPr>
      </p:sp>
      <p:sp>
        <p:nvSpPr>
          <p:cNvPr id="207" name="m529c49fcff 207">
            <a:extLst xmlns:a="http://schemas.openxmlformats.org/drawingml/2006/main">
              <a:ext uri="{FF2B5EF4-FFF2-40B4-BE49-F238E27FC236}">
                <a16:creationId xmlns:a16="http://schemas.microsoft.com/office/drawing/2014/main" id="{D1B4C2C5-61C4-498F-81C0-DFF6C043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9254" y="6671809"/>
            <a:ext cx="101600" cy="10"/>
          </a:xfrm>
          <a:custGeom xmlns:a="http://schemas.openxmlformats.org/drawingml/2006/main">
            <a:pathLst>
              <a:path w="101600" h="10">
                <a:moveTo>
                  <a:pt x="1016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12700">
            <a:solidFill>
              <a:srgbClr val="000000"/>
            </a:solidFill>
            <a:prstDash val="solid"/>
          </a:ln>
        </p:spPr>
      </p:sp>
      <p:sp>
        <p:nvSpPr>
          <p:cNvPr id="208" name="m529c49fcff 208">
            <a:extLst xmlns:a="http://schemas.openxmlformats.org/drawingml/2006/main">
              <a:ext uri="{FF2B5EF4-FFF2-40B4-BE49-F238E27FC236}">
                <a16:creationId xmlns:a16="http://schemas.microsoft.com/office/drawing/2014/main" id="{927CDC35-5D8D-4450-8F2F-B8970B96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9254" y="6452617"/>
            <a:ext cx="101600" cy="10"/>
          </a:xfrm>
          <a:custGeom xmlns:a="http://schemas.openxmlformats.org/drawingml/2006/main">
            <a:pathLst>
              <a:path w="101600" h="10">
                <a:moveTo>
                  <a:pt x="1016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12700">
            <a:solidFill>
              <a:srgbClr val="000000"/>
            </a:solidFill>
            <a:prstDash val="solid"/>
          </a:ln>
        </p:spPr>
      </p:sp>
      <p:sp>
        <p:nvSpPr>
          <p:cNvPr id="209" name="Vector 209">
            <a:extLst xmlns:a="http://schemas.openxmlformats.org/drawingml/2006/main">
              <a:ext uri="{FF2B5EF4-FFF2-40B4-BE49-F238E27FC236}">
                <a16:creationId xmlns:a16="http://schemas.microsoft.com/office/drawing/2014/main" id="{718037B7-341E-4574-8BDF-43C7C787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7088" y="6555862"/>
            <a:ext cx="10" cy="211742"/>
          </a:xfrm>
          <a:custGeom xmlns:a="http://schemas.openxmlformats.org/drawingml/2006/main">
            <a:pathLst>
              <a:path w="10" h="211742">
                <a:moveTo>
                  <a:pt x="0" y="21174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  <a:prstDash val="solid"/>
          </a:ln>
        </p:spPr>
      </p:sp>
      <p:sp>
        <p:nvSpPr>
          <p:cNvPr id="210" name="m529c49fcff 210">
            <a:extLst xmlns:a="http://schemas.openxmlformats.org/drawingml/2006/main">
              <a:ext uri="{FF2B5EF4-FFF2-40B4-BE49-F238E27FC236}">
                <a16:creationId xmlns:a16="http://schemas.microsoft.com/office/drawing/2014/main" id="{E642B64E-9B30-4E06-BE0E-E58A953A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6288" y="6767604"/>
            <a:ext cx="101600" cy="10"/>
          </a:xfrm>
          <a:custGeom xmlns:a="http://schemas.openxmlformats.org/drawingml/2006/main">
            <a:pathLst>
              <a:path w="101600" h="10">
                <a:moveTo>
                  <a:pt x="1016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12700">
            <a:solidFill>
              <a:srgbClr val="000000"/>
            </a:solidFill>
            <a:prstDash val="solid"/>
          </a:ln>
        </p:spPr>
      </p:sp>
      <p:sp>
        <p:nvSpPr>
          <p:cNvPr id="211" name="m529c49fcff 211">
            <a:extLst xmlns:a="http://schemas.openxmlformats.org/drawingml/2006/main">
              <a:ext uri="{FF2B5EF4-FFF2-40B4-BE49-F238E27FC236}">
                <a16:creationId xmlns:a16="http://schemas.microsoft.com/office/drawing/2014/main" id="{DD6E0716-9D03-4A1C-916C-37DC8D728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6288" y="6555862"/>
            <a:ext cx="101600" cy="10"/>
          </a:xfrm>
          <a:custGeom xmlns:a="http://schemas.openxmlformats.org/drawingml/2006/main">
            <a:pathLst>
              <a:path w="101600" h="10">
                <a:moveTo>
                  <a:pt x="1016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12700">
            <a:solidFill>
              <a:srgbClr val="000000"/>
            </a:solidFill>
            <a:prstDash val="solid"/>
          </a:ln>
        </p:spPr>
      </p:sp>
      <p:sp>
        <p:nvSpPr>
          <p:cNvPr id="212" name="Vector 212">
            <a:extLst xmlns:a="http://schemas.openxmlformats.org/drawingml/2006/main">
              <a:ext uri="{FF2B5EF4-FFF2-40B4-BE49-F238E27FC236}">
                <a16:creationId xmlns:a16="http://schemas.microsoft.com/office/drawing/2014/main" id="{5B93CE95-4332-4FFE-8BEE-9E71FC75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0054" y="5336771"/>
            <a:ext cx="917034" cy="89522"/>
          </a:xfrm>
          <a:custGeom xmlns:a="http://schemas.openxmlformats.org/drawingml/2006/main">
            <a:pathLst>
              <a:path w="917034" h="89522">
                <a:moveTo>
                  <a:pt x="0" y="89522"/>
                </a:moveTo>
                <a:lnTo>
                  <a:pt x="0" y="0"/>
                </a:lnTo>
                <a:lnTo>
                  <a:pt x="917034" y="0"/>
                </a:lnTo>
                <a:lnTo>
                  <a:pt x="917034" y="89522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333333"/>
            </a:solidFill>
            <a:prstDash val="solid"/>
          </a:ln>
        </p:spPr>
      </p:sp>
      <p:sp>
        <p:nvSpPr>
          <p:cNvPr id="213" name="Vector 213">
            <a:extLst xmlns:a="http://schemas.openxmlformats.org/drawingml/2006/main">
              <a:ext uri="{FF2B5EF4-FFF2-40B4-BE49-F238E27FC236}">
                <a16:creationId xmlns:a16="http://schemas.microsoft.com/office/drawing/2014/main" id="{DAC8072C-7A82-4B3A-9A20-397D61D4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3301" y="6850072"/>
            <a:ext cx="10" cy="245306"/>
          </a:xfrm>
          <a:custGeom xmlns:a="http://schemas.openxmlformats.org/drawingml/2006/main">
            <a:pathLst>
              <a:path w="10" h="245306">
                <a:moveTo>
                  <a:pt x="0" y="24530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  <a:prstDash val="solid"/>
          </a:ln>
        </p:spPr>
      </p:sp>
      <p:sp>
        <p:nvSpPr>
          <p:cNvPr id="214" name="m529c49fcff 214">
            <a:extLst xmlns:a="http://schemas.openxmlformats.org/drawingml/2006/main">
              <a:ext uri="{FF2B5EF4-FFF2-40B4-BE49-F238E27FC236}">
                <a16:creationId xmlns:a16="http://schemas.microsoft.com/office/drawing/2014/main" id="{2D7CAFCA-125D-445B-84D6-7B0E501F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2501" y="7095378"/>
            <a:ext cx="101600" cy="10"/>
          </a:xfrm>
          <a:custGeom xmlns:a="http://schemas.openxmlformats.org/drawingml/2006/main">
            <a:pathLst>
              <a:path w="101600" h="10">
                <a:moveTo>
                  <a:pt x="1016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12700">
            <a:solidFill>
              <a:srgbClr val="000000"/>
            </a:solidFill>
            <a:prstDash val="solid"/>
          </a:ln>
        </p:spPr>
      </p:sp>
      <p:sp>
        <p:nvSpPr>
          <p:cNvPr id="215" name="m529c49fcff 215">
            <a:extLst xmlns:a="http://schemas.openxmlformats.org/drawingml/2006/main">
              <a:ext uri="{FF2B5EF4-FFF2-40B4-BE49-F238E27FC236}">
                <a16:creationId xmlns:a16="http://schemas.microsoft.com/office/drawing/2014/main" id="{58F11BD8-F450-400F-B80E-809582CB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2501" y="6850072"/>
            <a:ext cx="101600" cy="10"/>
          </a:xfrm>
          <a:custGeom xmlns:a="http://schemas.openxmlformats.org/drawingml/2006/main">
            <a:pathLst>
              <a:path w="101600" h="10">
                <a:moveTo>
                  <a:pt x="1016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12700">
            <a:solidFill>
              <a:srgbClr val="000000"/>
            </a:solidFill>
            <a:prstDash val="solid"/>
          </a:ln>
        </p:spPr>
      </p:sp>
      <p:sp>
        <p:nvSpPr>
          <p:cNvPr id="216" name="Vector 216">
            <a:extLst xmlns:a="http://schemas.openxmlformats.org/drawingml/2006/main">
              <a:ext uri="{FF2B5EF4-FFF2-40B4-BE49-F238E27FC236}">
                <a16:creationId xmlns:a16="http://schemas.microsoft.com/office/drawing/2014/main" id="{BB09C9BA-0A65-429B-9D1C-E5617EB2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0336" y="6656292"/>
            <a:ext cx="10" cy="265370"/>
          </a:xfrm>
          <a:custGeom xmlns:a="http://schemas.openxmlformats.org/drawingml/2006/main">
            <a:pathLst>
              <a:path w="10" h="265370">
                <a:moveTo>
                  <a:pt x="0" y="26537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  <a:prstDash val="solid"/>
          </a:ln>
        </p:spPr>
      </p:sp>
      <p:sp>
        <p:nvSpPr>
          <p:cNvPr id="217" name="m529c49fcff 217">
            <a:extLst xmlns:a="http://schemas.openxmlformats.org/drawingml/2006/main">
              <a:ext uri="{FF2B5EF4-FFF2-40B4-BE49-F238E27FC236}">
                <a16:creationId xmlns:a16="http://schemas.microsoft.com/office/drawing/2014/main" id="{BE2D73AD-015C-4036-B5CB-7C6D3ED1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9536" y="6921661"/>
            <a:ext cx="101600" cy="10"/>
          </a:xfrm>
          <a:custGeom xmlns:a="http://schemas.openxmlformats.org/drawingml/2006/main">
            <a:pathLst>
              <a:path w="101600" h="10">
                <a:moveTo>
                  <a:pt x="1016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12700">
            <a:solidFill>
              <a:srgbClr val="000000"/>
            </a:solidFill>
            <a:prstDash val="solid"/>
          </a:ln>
        </p:spPr>
      </p:sp>
      <p:sp>
        <p:nvSpPr>
          <p:cNvPr id="218" name="m529c49fcff 218">
            <a:extLst xmlns:a="http://schemas.openxmlformats.org/drawingml/2006/main">
              <a:ext uri="{FF2B5EF4-FFF2-40B4-BE49-F238E27FC236}">
                <a16:creationId xmlns:a16="http://schemas.microsoft.com/office/drawing/2014/main" id="{1292D0E6-04F4-48A9-B08F-452CB8AA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9536" y="6656292"/>
            <a:ext cx="101600" cy="10"/>
          </a:xfrm>
          <a:custGeom xmlns:a="http://schemas.openxmlformats.org/drawingml/2006/main">
            <a:pathLst>
              <a:path w="101600" h="10">
                <a:moveTo>
                  <a:pt x="1016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12700">
            <a:solidFill>
              <a:srgbClr val="000000"/>
            </a:solidFill>
            <a:prstDash val="solid"/>
          </a:ln>
        </p:spPr>
      </p:sp>
      <p:sp>
        <p:nvSpPr>
          <p:cNvPr id="219" name="Vector 219">
            <a:extLst xmlns:a="http://schemas.openxmlformats.org/drawingml/2006/main">
              <a:ext uri="{FF2B5EF4-FFF2-40B4-BE49-F238E27FC236}">
                <a16:creationId xmlns:a16="http://schemas.microsoft.com/office/drawing/2014/main" id="{05FB73A1-A2D4-4DEA-90F9-7E424FF3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3301" y="5336771"/>
            <a:ext cx="917034" cy="89522"/>
          </a:xfrm>
          <a:custGeom xmlns:a="http://schemas.openxmlformats.org/drawingml/2006/main">
            <a:pathLst>
              <a:path w="917034" h="89522">
                <a:moveTo>
                  <a:pt x="0" y="89522"/>
                </a:moveTo>
                <a:lnTo>
                  <a:pt x="0" y="0"/>
                </a:lnTo>
                <a:lnTo>
                  <a:pt x="917034" y="0"/>
                </a:lnTo>
                <a:lnTo>
                  <a:pt x="917034" y="89522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333333"/>
            </a:solidFill>
            <a:prstDash val="solid"/>
          </a:ln>
        </p:spPr>
      </p:sp>
      <p:sp>
        <p:nvSpPr>
          <p:cNvPr id="220" name="Vector 220">
            <a:extLst xmlns:a="http://schemas.openxmlformats.org/drawingml/2006/main">
              <a:ext uri="{FF2B5EF4-FFF2-40B4-BE49-F238E27FC236}">
                <a16:creationId xmlns:a16="http://schemas.microsoft.com/office/drawing/2014/main" id="{DE8A2D2D-6358-4AEE-88F4-F0376290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8989" y="5045825"/>
            <a:ext cx="10" cy="2909455"/>
          </a:xfrm>
          <a:custGeom xmlns:a="http://schemas.openxmlformats.org/drawingml/2006/main">
            <a:pathLst>
              <a:path w="10" h="2909455">
                <a:moveTo>
                  <a:pt x="0" y="29094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21" name="Vector 221">
            <a:extLst xmlns:a="http://schemas.openxmlformats.org/drawingml/2006/main">
              <a:ext uri="{FF2B5EF4-FFF2-40B4-BE49-F238E27FC236}">
                <a16:creationId xmlns:a16="http://schemas.microsoft.com/office/drawing/2014/main" id="{61D6F70B-D51D-4855-96C5-70E41851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8989" y="7955280"/>
            <a:ext cx="4592411" cy="10"/>
          </a:xfrm>
          <a:custGeom xmlns:a="http://schemas.openxmlformats.org/drawingml/2006/main">
            <a:pathLst>
              <a:path w="4592411" h="10">
                <a:moveTo>
                  <a:pt x="0" y="0"/>
                </a:moveTo>
                <a:lnTo>
                  <a:pt x="45924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22" name="Text 222: 61/98">
            <a:extLst xmlns:a="http://schemas.openxmlformats.org/drawingml/2006/main">
              <a:ext uri="{FF2B5EF4-FFF2-40B4-BE49-F238E27FC236}">
                <a16:creationId xmlns:a16="http://schemas.microsoft.com/office/drawing/2014/main" id="{44C7DFB9-B83C-4489-9A0F-F7BFD989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75354" y="6151186"/>
            <a:ext cx="311379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61/98</a:t>
            </a:r>
          </a:p>
        </p:txBody>
      </p:sp>
      <p:sp>
        <p:nvSpPr>
          <p:cNvPr id="223" name="Text 223: 62.2%">
            <a:extLst xmlns:a="http://schemas.openxmlformats.org/drawingml/2006/main">
              <a:ext uri="{FF2B5EF4-FFF2-40B4-BE49-F238E27FC236}">
                <a16:creationId xmlns:a16="http://schemas.microsoft.com/office/drawing/2014/main" id="{4B143707-0D40-4C54-94C2-3E1D3186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8504" y="6279177"/>
            <a:ext cx="349441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62.2%</a:t>
            </a:r>
          </a:p>
        </p:txBody>
      </p:sp>
      <p:sp>
        <p:nvSpPr>
          <p:cNvPr id="224" name="Text 224: 63/109">
            <a:extLst xmlns:a="http://schemas.openxmlformats.org/drawingml/2006/main">
              <a:ext uri="{FF2B5EF4-FFF2-40B4-BE49-F238E27FC236}">
                <a16:creationId xmlns:a16="http://schemas.microsoft.com/office/drawing/2014/main" id="{1073434F-5FE0-4DD6-BDF2-3E2F3196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56027" y="6254430"/>
            <a:ext cx="374929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63/109</a:t>
            </a:r>
          </a:p>
        </p:txBody>
      </p:sp>
      <p:sp>
        <p:nvSpPr>
          <p:cNvPr id="225" name="Text 225: 57.8%">
            <a:extLst xmlns:a="http://schemas.openxmlformats.org/drawingml/2006/main">
              <a:ext uri="{FF2B5EF4-FFF2-40B4-BE49-F238E27FC236}">
                <a16:creationId xmlns:a16="http://schemas.microsoft.com/office/drawing/2014/main" id="{4C46817E-DC85-4E25-8E41-211F5395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5538" y="6382421"/>
            <a:ext cx="349441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57.8%</a:t>
            </a:r>
          </a:p>
        </p:txBody>
      </p:sp>
      <p:sp>
        <p:nvSpPr>
          <p:cNvPr id="226" name="Text 226: P .571">
            <a:extLst xmlns:a="http://schemas.openxmlformats.org/drawingml/2006/main">
              <a:ext uri="{FF2B5EF4-FFF2-40B4-BE49-F238E27FC236}">
                <a16:creationId xmlns:a16="http://schemas.microsoft.com/office/drawing/2014/main" id="{0BE9547C-2ED8-4569-82E3-7BF596C5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0666" y="5163331"/>
            <a:ext cx="355809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 .571</a:t>
            </a:r>
          </a:p>
        </p:txBody>
      </p:sp>
      <p:sp>
        <p:nvSpPr>
          <p:cNvPr id="227" name="Text 227: 36/82">
            <a:extLst xmlns:a="http://schemas.openxmlformats.org/drawingml/2006/main">
              <a:ext uri="{FF2B5EF4-FFF2-40B4-BE49-F238E27FC236}">
                <a16:creationId xmlns:a16="http://schemas.microsoft.com/office/drawing/2014/main" id="{F06EF14E-A5E9-4D11-9EA8-2618C6D2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88602" y="6548641"/>
            <a:ext cx="311379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36/82</a:t>
            </a:r>
          </a:p>
        </p:txBody>
      </p:sp>
      <p:sp>
        <p:nvSpPr>
          <p:cNvPr id="228" name="Text 228: 43.9%">
            <a:extLst xmlns:a="http://schemas.openxmlformats.org/drawingml/2006/main">
              <a:ext uri="{FF2B5EF4-FFF2-40B4-BE49-F238E27FC236}">
                <a16:creationId xmlns:a16="http://schemas.microsoft.com/office/drawing/2014/main" id="{16E6E9AA-5BA5-4B08-A52A-08ECB541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1752" y="6676632"/>
            <a:ext cx="349441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43.9%</a:t>
            </a:r>
          </a:p>
        </p:txBody>
      </p:sp>
      <p:sp>
        <p:nvSpPr>
          <p:cNvPr id="229" name="Text 229: 37/71">
            <a:extLst xmlns:a="http://schemas.openxmlformats.org/drawingml/2006/main">
              <a:ext uri="{FF2B5EF4-FFF2-40B4-BE49-F238E27FC236}">
                <a16:creationId xmlns:a16="http://schemas.microsoft.com/office/drawing/2014/main" id="{BB3B9B4E-4A69-4280-8073-EDE96438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5637" y="6354860"/>
            <a:ext cx="311379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37/71</a:t>
            </a:r>
          </a:p>
        </p:txBody>
      </p:sp>
      <p:sp>
        <p:nvSpPr>
          <p:cNvPr id="230" name="Text 230: 52.1%">
            <a:extLst xmlns:a="http://schemas.openxmlformats.org/drawingml/2006/main">
              <a:ext uri="{FF2B5EF4-FFF2-40B4-BE49-F238E27FC236}">
                <a16:creationId xmlns:a16="http://schemas.microsoft.com/office/drawing/2014/main" id="{C8765931-5EBA-4DA9-B6C2-66173466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8786" y="6482851"/>
            <a:ext cx="349441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52.1%</a:t>
            </a:r>
          </a:p>
        </p:txBody>
      </p:sp>
      <p:sp>
        <p:nvSpPr>
          <p:cNvPr id="231" name="Text 231: P .334">
            <a:extLst xmlns:a="http://schemas.openxmlformats.org/drawingml/2006/main">
              <a:ext uri="{FF2B5EF4-FFF2-40B4-BE49-F238E27FC236}">
                <a16:creationId xmlns:a16="http://schemas.microsoft.com/office/drawing/2014/main" id="{E930DADE-ADC3-45FB-A9D9-6BB66AC1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33914" y="5163331"/>
            <a:ext cx="355809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 .334</a:t>
            </a:r>
          </a:p>
        </p:txBody>
      </p:sp>
      <p:sp>
        <p:nvSpPr>
          <p:cNvPr id="232" name="Text 232: D  ESCORT-1ST | DCR">
            <a:extLst xmlns:a="http://schemas.openxmlformats.org/drawingml/2006/main">
              <a:ext uri="{FF2B5EF4-FFF2-40B4-BE49-F238E27FC236}">
                <a16:creationId xmlns:a16="http://schemas.microsoft.com/office/drawing/2014/main" id="{950D3DEF-D445-457F-B7D5-520CBDFB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8989" y="4653000"/>
            <a:ext cx="1639709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  ESCORT-1ST | DCR</a:t>
            </a:r>
          </a:p>
        </p:txBody>
      </p:sp>
      <p:sp>
        <p:nvSpPr>
          <p:cNvPr id="233" name="Text 233: Interaction P .234">
            <a:extLst xmlns:a="http://schemas.openxmlformats.org/drawingml/2006/main">
              <a:ext uri="{FF2B5EF4-FFF2-40B4-BE49-F238E27FC236}">
                <a16:creationId xmlns:a16="http://schemas.microsoft.com/office/drawing/2014/main" id="{F7E886E4-791F-4457-94A9-973CF83D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8989" y="4827893"/>
            <a:ext cx="1219868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Interaction P .234</a:t>
            </a:r>
          </a:p>
        </p:txBody>
      </p:sp>
      <p:sp>
        <p:nvSpPr>
          <p:cNvPr id="234" name="Text 234: Figure S2 | Objective response and disease control">
            <a:extLst xmlns:a="http://schemas.openxmlformats.org/drawingml/2006/main">
              <a:ext uri="{FF2B5EF4-FFF2-40B4-BE49-F238E27FC236}">
                <a16:creationId xmlns:a16="http://schemas.microsoft.com/office/drawing/2014/main" id="{46B2306A-0758-488E-9FBE-3B616B61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56261" y="238528"/>
            <a:ext cx="4917478" cy="280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Figure S2 | Objective response and disease control</a:t>
            </a:r>
          </a:p>
        </p:txBody>
      </p:sp>
      <p:sp>
        <p:nvSpPr>
          <p:cNvPr id="235" name="Text 235: Bars: proportions ± 1 binomial SE. Labels: responders/total patients. Within-group Fisher exact tests.">
            <a:extLst xmlns:a="http://schemas.openxmlformats.org/drawingml/2006/main">
              <a:ext uri="{FF2B5EF4-FFF2-40B4-BE49-F238E27FC236}">
                <a16:creationId xmlns:a16="http://schemas.microsoft.com/office/drawing/2014/main" id="{EAFB8493-89F6-4A47-AE9F-8B9CCE52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8406790"/>
            <a:ext cx="5113122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Bars: proportions ± 1 binomial SE. Labels: responders/total patients. Within-group Fisher exact tests.</a:t>
            </a:r>
          </a:p>
        </p:txBody>
      </p:sp>
      <p:sp>
        <p:nvSpPr>
          <p:cNvPr id="236" name="Text 236: Interaction: log(OR B / OR NB) Wald test. Missing/NE remain in primary denominators; evaluable sensitivity in CSV.">
            <a:extLst xmlns:a="http://schemas.openxmlformats.org/drawingml/2006/main">
              <a:ext uri="{FF2B5EF4-FFF2-40B4-BE49-F238E27FC236}">
                <a16:creationId xmlns:a16="http://schemas.microsoft.com/office/drawing/2014/main" id="{C033E82E-3879-4318-B6B8-720CE513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8534781"/>
            <a:ext cx="5875272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Interaction: log(OR B / OR NB) Wald test. Missing/NE remain in primary denominators; evaluable sensitivity in CSV.</a:t>
            </a:r>
          </a:p>
        </p:txBody>
      </p:sp>
      <p:sp>
        <p:nvSpPr>
          <p:cNvPr id="237" name="Text 237: SIMULATED DATA — workflow demonstration only">
            <a:extLst xmlns:a="http://schemas.openxmlformats.org/drawingml/2006/main">
              <a:ext uri="{FF2B5EF4-FFF2-40B4-BE49-F238E27FC236}">
                <a16:creationId xmlns:a16="http://schemas.microsoft.com/office/drawing/2014/main" id="{379AF551-DA55-4BEC-965E-51299B3D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2783" y="8876919"/>
            <a:ext cx="3424434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00" b="1">
                <a:solidFill>
                  <a:srgbClr val="A331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00" b="1">
                <a:solidFill>
                  <a:srgbClr val="A33122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33122"/>
                </a:solidFill>
                <a:latin typeface="Arial"/>
                <a:ea typeface="Arial"/>
                <a:cs typeface="Arial"/>
              </a:rPr>
              <a:t>SIMULATED DATA — workflow demonstration only</a:t>
            </a:r>
          </a:p>
        </p:txBody>
      </p:sp>
    </p:spTree>
    <p:extLst>
      <p:ext uri="{BB962C8B-B14F-4D97-AF65-F5344CB8AC3E}">
        <p14:creationId xmlns:p14="http://schemas.microsoft.com/office/powerpoint/2010/main" val="10967001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2026-10-08T15:51:53.7760000Z</dcterms:created>
  <dcterms:modified xsi:type="dcterms:W3CDTF">2026-10-08T15:51:53.7760000Z</dcterms:modified>
</coreProperties>
</file>