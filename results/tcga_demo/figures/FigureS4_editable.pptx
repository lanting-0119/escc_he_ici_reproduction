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79c34d74c045b4" /><Relationship Type="http://schemas.openxmlformats.org/officeDocument/2006/relationships/extended-properties" Target="/docProps/app.xml" Id="R1f81ebba2e02436f" /><Relationship Type="http://schemas.openxmlformats.org/officeDocument/2006/relationships/officeDocument" Target="/ppt/presentation.xml" Id="R73af8b0104224a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2bbccb63144d0a"/>
  </p:sldMasterIdLst>
  <p:notesMasterIdLst>
    <p:notesMasterId xmlns:r="http://schemas.openxmlformats.org/officeDocument/2006/relationships" r:id="R457fcf43ead84172"/>
  </p:notesMasterIdLst>
  <p:sldIdLst>
    <p:sldId xmlns:r="http://schemas.openxmlformats.org/officeDocument/2006/relationships" id="256" r:id="R4d3761c3cf984ff5"/>
  </p:sldIdLst>
  <p:sldSz cx="14630400" cy="10972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8a02c953f14c70" /><Relationship Type="http://schemas.openxmlformats.org/officeDocument/2006/relationships/slideMaster" Target="/ppt/slideMasters/slideMaster1.xml" Id="R6a2bbccb63144d0a" /><Relationship Type="http://schemas.openxmlformats.org/officeDocument/2006/relationships/notesMaster" Target="/ppt/notesMasters/notesMaster1.xml" Id="R457fcf43ead84172" /><Relationship Type="http://schemas.openxmlformats.org/officeDocument/2006/relationships/presProps" Target="/ppt/presProps.xml" Id="Ra9322cc17f994f8c" /><Relationship Type="http://schemas.openxmlformats.org/officeDocument/2006/relationships/tableStyles" Target="/ppt/tableStyles.xml" Id="R716ee7749abf4e6a" /><Relationship Type="http://schemas.openxmlformats.org/officeDocument/2006/relationships/slide" Target="/ppt/slides/slide1.xml" Id="R4d3761c3cf984f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2dfdbbfd8043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f139c32e9a4fba" /><Relationship Type="http://schemas.openxmlformats.org/officeDocument/2006/relationships/notesMaster" Target="/ppt/notesMasters/notesMaster1.xml" Id="R528c9442116d47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TCGA ESCC diagnostic images from NCI GDC. File-specific source links are in data/tcga_wsi/manifest.csv. Interaction coefficients and intervals are illustrative, not estimates of TCGA clinical benefit. Tissue images are raster photographs; labels and overlays are editable native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36dd91031d4a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20536e37ed4d2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f3c1fe4ee44c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bb4c100d5a4b0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26c8052bfb4e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168919669847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76A2C1-4D1F-4B86-BC74-4F5AEB22E9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63040" y="4145280"/>
            <a:ext cx="11704320" cy="158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B198F33-1DDF-4DB8-9451-AABC584DE6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94560" y="6035040"/>
            <a:ext cx="1024128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49FDC60-A163-4721-8994-54CE709433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63040" y="4572000"/>
            <a:ext cx="1170432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52067A-D600-46AC-B091-F4960FF7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2960" y="853440"/>
            <a:ext cx="12984480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3230D5A-6C6D-42B4-9CD5-EA4F73C009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2960" y="3048000"/>
            <a:ext cx="12984480" cy="682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3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1pPr>
            <a:lvl2pPr marL="6400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2pPr>
            <a:lvl3pPr marL="10058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3pPr>
            <a:lvl4pPr marL="13716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4pPr>
            <a:lvl5pPr marL="173736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5pPr>
            <a:lvl6pPr marL="21031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6pPr>
            <a:lvl7pPr marL="24688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7pPr>
            <a:lvl8pPr marL="28346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8pPr>
            <a:lvl9pPr marL="32004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1432A4-1772-4D8D-8608-2FBF134CB4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2960" y="853440"/>
            <a:ext cx="12984480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66DE11-7993-4BF6-BDD1-9D4C372EC0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2960" y="3048000"/>
            <a:ext cx="6035040" cy="682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3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1pPr>
            <a:lvl2pPr marL="6400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2pPr>
            <a:lvl3pPr marL="10058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3pPr>
            <a:lvl4pPr marL="13716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4pPr>
            <a:lvl5pPr marL="173736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5pPr>
            <a:lvl6pPr marL="21031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6pPr>
            <a:lvl7pPr marL="24688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7pPr>
            <a:lvl8pPr marL="28346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8pPr>
            <a:lvl9pPr marL="32004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78B17A3-8021-4D45-B686-4D32FAEFEEC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772400" y="3048000"/>
            <a:ext cx="6035040" cy="682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3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1pPr>
            <a:lvl2pPr marL="6400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2pPr>
            <a:lvl3pPr marL="10058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3pPr>
            <a:lvl4pPr marL="13716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4pPr>
            <a:lvl5pPr marL="173736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5pPr>
            <a:lvl6pPr marL="21031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6pPr>
            <a:lvl7pPr marL="24688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7pPr>
            <a:lvl8pPr marL="28346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8pPr>
            <a:lvl9pPr marL="32004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784B32-C8C2-4DC0-B7AD-309A13FD44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2960" y="853440"/>
            <a:ext cx="12984480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7BF287-222D-4842-8EED-A0B26A15AC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2960" y="3048000"/>
            <a:ext cx="6035040" cy="682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3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1pPr>
            <a:lvl2pPr marL="6400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2pPr>
            <a:lvl3pPr marL="10058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3pPr>
            <a:lvl4pPr marL="13716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4pPr>
            <a:lvl5pPr marL="173736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5pPr>
            <a:lvl6pPr marL="21031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6pPr>
            <a:lvl7pPr marL="24688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7pPr>
            <a:lvl8pPr marL="28346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8pPr>
            <a:lvl9pPr marL="32004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036c12dc2d4646" /><Relationship Type="http://schemas.openxmlformats.org/officeDocument/2006/relationships/slideLayout" Target="/ppt/slideLayouts/slideLayout1.xml" Id="R03a54ecd4d9f409b" /><Relationship Type="http://schemas.openxmlformats.org/officeDocument/2006/relationships/slideLayout" Target="/ppt/slideLayouts/slideLayout2.xml" Id="R400779b739334954" /><Relationship Type="http://schemas.openxmlformats.org/officeDocument/2006/relationships/slideLayout" Target="/ppt/slideLayouts/slideLayout3.xml" Id="R6889c273ef1748e3" /><Relationship Type="http://schemas.openxmlformats.org/officeDocument/2006/relationships/slideLayout" Target="/ppt/slideLayouts/slideLayout4.xml" Id="R044c1e859de346c5" /><Relationship Type="http://schemas.openxmlformats.org/officeDocument/2006/relationships/slideLayout" Target="/ppt/slideLayouts/slideLayout5.xml" Id="R61b4c0954f144f91" /><Relationship Type="http://schemas.openxmlformats.org/officeDocument/2006/relationships/slideLayout" Target="/ppt/slideLayouts/slideLayout6.xml" Id="R6a925f04d33d45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a54ecd4d9f409b"/>
    <p:sldLayoutId xmlns:r="http://schemas.openxmlformats.org/officeDocument/2006/relationships" id="2147483650" r:id="R400779b739334954"/>
    <p:sldLayoutId xmlns:r="http://schemas.openxmlformats.org/officeDocument/2006/relationships" id="2147483651" r:id="R6889c273ef1748e3"/>
    <p:sldLayoutId xmlns:r="http://schemas.openxmlformats.org/officeDocument/2006/relationships" id="2147483652" r:id="R044c1e859de346c5"/>
    <p:sldLayoutId xmlns:r="http://schemas.openxmlformats.org/officeDocument/2006/relationships" id="2147483653" r:id="R61b4c0954f144f91"/>
    <p:sldLayoutId xmlns:r="http://schemas.openxmlformats.org/officeDocument/2006/relationships" id="2147483654" r:id="R6a925f04d33d45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75164d5b394f2a" /><Relationship Type="http://schemas.openxmlformats.org/officeDocument/2006/relationships/image" Target="/ppt/media/image.png" Id="Rd4213c087e244a69" /><Relationship Type="http://schemas.openxmlformats.org/officeDocument/2006/relationships/image" Target="/ppt/media/image2.png" Id="R19d0e5f20d6c46b2" /><Relationship Type="http://schemas.openxmlformats.org/officeDocument/2006/relationships/image" Target="/ppt/media/image3.png" Id="Rfbb0ced89fa24131" /><Relationship Type="http://schemas.openxmlformats.org/officeDocument/2006/relationships/image" Target="/ppt/media/image4.png" Id="R568dfb63adab4ffb" /><Relationship Type="http://schemas.openxmlformats.org/officeDocument/2006/relationships/image" Target="/ppt/media/image5.png" Id="R666f90e994c74d98" /><Relationship Type="http://schemas.openxmlformats.org/officeDocument/2006/relationships/image" Target="/ppt/media/image6.png" Id="R5d196a27dc1347db" /><Relationship Type="http://schemas.openxmlformats.org/officeDocument/2006/relationships/image" Target="/ppt/media/image7.png" Id="R70291513f863420d" /><Relationship Type="http://schemas.openxmlformats.org/officeDocument/2006/relationships/image" Target="/ppt/media/image8.png" Id="R5c4ff493caf64703" /><Relationship Type="http://schemas.openxmlformats.org/officeDocument/2006/relationships/image" Target="/ppt/media/image9.png" Id="Ra413443793004115" /><Relationship Type="http://schemas.openxmlformats.org/officeDocument/2006/relationships/image" Target="/ppt/media/image10.png" Id="R176b3d766f8f4479" /><Relationship Type="http://schemas.openxmlformats.org/officeDocument/2006/relationships/image" Target="/ppt/media/image11.png" Id="Ra02e4999d4a242db" /><Relationship Type="http://schemas.openxmlformats.org/officeDocument/2006/relationships/image" Target="/ppt/media/image12.png" Id="Rc75935456b5844ff" /><Relationship Type="http://schemas.openxmlformats.org/officeDocument/2006/relationships/notesSlide" Target="/ppt/notesSlides/notesSlide1.xml" Id="R6716ee19d25e4a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0" name="Vector 1">
            <a:extLst xmlns:a="http://schemas.openxmlformats.org/drawingml/2006/main">
              <a:ext uri="{FF2B5EF4-FFF2-40B4-BE49-F238E27FC236}">
                <a16:creationId xmlns:a16="http://schemas.microsoft.com/office/drawing/2014/main" id="{973F4C49-D31B-4189-A07C-DFB30941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0972800"/>
          </a:xfrm>
          <a:custGeom xmlns:a="http://schemas.openxmlformats.org/drawingml/2006/main">
            <a:pathLst>
              <a:path w="14630400" h="10972800">
                <a:moveTo>
                  <a:pt x="0" y="10972800"/>
                </a:moveTo>
                <a:lnTo>
                  <a:pt x="14630400" y="10972800"/>
                </a:lnTo>
                <a:lnTo>
                  <a:pt x="146304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" name="Vector 2">
            <a:extLst xmlns:a="http://schemas.openxmlformats.org/drawingml/2006/main">
              <a:ext uri="{FF2B5EF4-FFF2-40B4-BE49-F238E27FC236}">
                <a16:creationId xmlns:a16="http://schemas.microsoft.com/office/drawing/2014/main" id="{E70C4490-A129-4854-A354-0964EFB1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207008"/>
            <a:ext cx="2633472" cy="8339328"/>
          </a:xfrm>
          <a:custGeom xmlns:a="http://schemas.openxmlformats.org/drawingml/2006/main">
            <a:pathLst>
              <a:path w="2633472" h="8339328">
                <a:moveTo>
                  <a:pt x="0" y="8339328"/>
                </a:moveTo>
                <a:lnTo>
                  <a:pt x="2633472" y="8339328"/>
                </a:lnTo>
                <a:lnTo>
                  <a:pt x="26334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" name="m5fe99735db 3">
            <a:extLst xmlns:a="http://schemas.openxmlformats.org/drawingml/2006/main">
              <a:ext uri="{FF2B5EF4-FFF2-40B4-BE49-F238E27FC236}">
                <a16:creationId xmlns:a16="http://schemas.microsoft.com/office/drawing/2014/main" id="{ECB9DE3C-AC87-4FA6-8E85-7C76F2E3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78" y="954633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4" name="Text 4: −0.50">
            <a:extLst xmlns:a="http://schemas.openxmlformats.org/drawingml/2006/main">
              <a:ext uri="{FF2B5EF4-FFF2-40B4-BE49-F238E27FC236}">
                <a16:creationId xmlns:a16="http://schemas.microsoft.com/office/drawing/2014/main" id="{F457547A-2BA2-4B54-BDBD-E3757895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323" y="9613626"/>
            <a:ext cx="34671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−0.50</a:t>
            </a:r>
          </a:p>
        </p:txBody>
      </p:sp>
      <p:sp>
        <p:nvSpPr>
          <p:cNvPr id="5" name="m5fe99735db 5">
            <a:extLst xmlns:a="http://schemas.openxmlformats.org/drawingml/2006/main">
              <a:ext uri="{FF2B5EF4-FFF2-40B4-BE49-F238E27FC236}">
                <a16:creationId xmlns:a16="http://schemas.microsoft.com/office/drawing/2014/main" id="{E523942D-F322-4909-A6E1-7AFF3390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196" y="954633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6" name="Text 6: −0.25">
            <a:extLst xmlns:a="http://schemas.openxmlformats.org/drawingml/2006/main">
              <a:ext uri="{FF2B5EF4-FFF2-40B4-BE49-F238E27FC236}">
                <a16:creationId xmlns:a16="http://schemas.microsoft.com/office/drawing/2014/main" id="{14FF80EB-0791-4329-88F3-2AE0408B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841" y="9613626"/>
            <a:ext cx="34671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−0.25</a:t>
            </a:r>
          </a:p>
        </p:txBody>
      </p:sp>
      <p:sp>
        <p:nvSpPr>
          <p:cNvPr id="7" name="m5fe99735db 7">
            <a:extLst xmlns:a="http://schemas.openxmlformats.org/drawingml/2006/main">
              <a:ext uri="{FF2B5EF4-FFF2-40B4-BE49-F238E27FC236}">
                <a16:creationId xmlns:a16="http://schemas.microsoft.com/office/drawing/2014/main" id="{966D954A-770A-4DDB-A3A1-89024251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714" y="954633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8" name="Text 8: 0.00">
            <a:extLst xmlns:a="http://schemas.openxmlformats.org/drawingml/2006/main">
              <a:ext uri="{FF2B5EF4-FFF2-40B4-BE49-F238E27FC236}">
                <a16:creationId xmlns:a16="http://schemas.microsoft.com/office/drawing/2014/main" id="{A4603D18-F9D4-4191-BC66-B4FD68B0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43" y="9613626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9" name="m5fe99735db 9">
            <a:extLst xmlns:a="http://schemas.openxmlformats.org/drawingml/2006/main">
              <a:ext uri="{FF2B5EF4-FFF2-40B4-BE49-F238E27FC236}">
                <a16:creationId xmlns:a16="http://schemas.microsoft.com/office/drawing/2014/main" id="{5A5F9F9D-9278-4413-9312-790AEA79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232" y="954633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" name="Text 10: 0.25">
            <a:extLst xmlns:a="http://schemas.openxmlformats.org/drawingml/2006/main">
              <a:ext uri="{FF2B5EF4-FFF2-40B4-BE49-F238E27FC236}">
                <a16:creationId xmlns:a16="http://schemas.microsoft.com/office/drawing/2014/main" id="{82E9348A-ED9B-4279-A13E-64C9EF25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8961" y="9613626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11" name="m5fe99735db 11">
            <a:extLst xmlns:a="http://schemas.openxmlformats.org/drawingml/2006/main">
              <a:ext uri="{FF2B5EF4-FFF2-40B4-BE49-F238E27FC236}">
                <a16:creationId xmlns:a16="http://schemas.microsoft.com/office/drawing/2014/main" id="{6812E797-DFF1-478E-8A94-84A9658F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750" y="954633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2" name="Text 12: 0.50">
            <a:extLst xmlns:a="http://schemas.openxmlformats.org/drawingml/2006/main">
              <a:ext uri="{FF2B5EF4-FFF2-40B4-BE49-F238E27FC236}">
                <a16:creationId xmlns:a16="http://schemas.microsoft.com/office/drawing/2014/main" id="{9E9C5C84-446C-4598-B2AD-95B256A5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0479" y="9613626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0.50</a:t>
            </a:r>
          </a:p>
        </p:txBody>
      </p:sp>
      <p:sp>
        <p:nvSpPr>
          <p:cNvPr id="13" name="Text 13: Illustrative γ (interval)">
            <a:extLst xmlns:a="http://schemas.openxmlformats.org/drawingml/2006/main">
              <a:ext uri="{FF2B5EF4-FFF2-40B4-BE49-F238E27FC236}">
                <a16:creationId xmlns:a16="http://schemas.microsoft.com/office/drawing/2014/main" id="{F4E6F4DA-E759-40E3-80F6-47982366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2039" y="9787338"/>
            <a:ext cx="12250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Illustrative γ (interval)</a:t>
            </a:r>
          </a:p>
        </p:txBody>
      </p:sp>
      <p:sp>
        <p:nvSpPr>
          <p:cNvPr id="14" name="m2b56e8638f 14">
            <a:extLst xmlns:a="http://schemas.openxmlformats.org/drawingml/2006/main">
              <a:ext uri="{FF2B5EF4-FFF2-40B4-BE49-F238E27FC236}">
                <a16:creationId xmlns:a16="http://schemas.microsoft.com/office/drawing/2014/main" id="{765F8D23-CC01-46FF-A241-3CA3B3E1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1586068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5" name="Text 15: C34">
            <a:extLst xmlns:a="http://schemas.openxmlformats.org/drawingml/2006/main">
              <a:ext uri="{FF2B5EF4-FFF2-40B4-BE49-F238E27FC236}">
                <a16:creationId xmlns:a16="http://schemas.microsoft.com/office/drawing/2014/main" id="{8E97709B-9762-4832-9017-B18D029D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1537166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C34</a:t>
            </a:r>
          </a:p>
        </p:txBody>
      </p:sp>
      <p:sp>
        <p:nvSpPr>
          <p:cNvPr id="16" name="m2b56e8638f 16">
            <a:extLst xmlns:a="http://schemas.openxmlformats.org/drawingml/2006/main">
              <a:ext uri="{FF2B5EF4-FFF2-40B4-BE49-F238E27FC236}">
                <a16:creationId xmlns:a16="http://schemas.microsoft.com/office/drawing/2014/main" id="{9DCA2726-98F8-4F57-B9E4-9768D7C2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1758369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7" name="Text 17: C83">
            <a:extLst xmlns:a="http://schemas.openxmlformats.org/drawingml/2006/main">
              <a:ext uri="{FF2B5EF4-FFF2-40B4-BE49-F238E27FC236}">
                <a16:creationId xmlns:a16="http://schemas.microsoft.com/office/drawing/2014/main" id="{78926CEE-7D47-41A5-B2D3-8C26B255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1709467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C83</a:t>
            </a:r>
          </a:p>
        </p:txBody>
      </p:sp>
      <p:sp>
        <p:nvSpPr>
          <p:cNvPr id="18" name="m2b56e8638f 18">
            <a:extLst xmlns:a="http://schemas.openxmlformats.org/drawingml/2006/main">
              <a:ext uri="{FF2B5EF4-FFF2-40B4-BE49-F238E27FC236}">
                <a16:creationId xmlns:a16="http://schemas.microsoft.com/office/drawing/2014/main" id="{543B8C71-A276-41E3-BE4F-941886A0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1930669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9" name="Text 19: C71">
            <a:extLst xmlns:a="http://schemas.openxmlformats.org/drawingml/2006/main">
              <a:ext uri="{FF2B5EF4-FFF2-40B4-BE49-F238E27FC236}">
                <a16:creationId xmlns:a16="http://schemas.microsoft.com/office/drawing/2014/main" id="{32C33F20-EE40-4BF1-BC01-4CD9AEE4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1881767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C71</a:t>
            </a:r>
          </a:p>
        </p:txBody>
      </p:sp>
      <p:sp>
        <p:nvSpPr>
          <p:cNvPr id="20" name="m2b56e8638f 20">
            <a:extLst xmlns:a="http://schemas.openxmlformats.org/drawingml/2006/main">
              <a:ext uri="{FF2B5EF4-FFF2-40B4-BE49-F238E27FC236}">
                <a16:creationId xmlns:a16="http://schemas.microsoft.com/office/drawing/2014/main" id="{E2A4ECCA-2381-4F21-83DB-2473F6C6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2102969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1" name="Text 21: C46">
            <a:extLst xmlns:a="http://schemas.openxmlformats.org/drawingml/2006/main">
              <a:ext uri="{FF2B5EF4-FFF2-40B4-BE49-F238E27FC236}">
                <a16:creationId xmlns:a16="http://schemas.microsoft.com/office/drawing/2014/main" id="{85F3560D-28BA-45D8-BBD0-675B3E91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2054067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C46</a:t>
            </a:r>
          </a:p>
        </p:txBody>
      </p:sp>
      <p:sp>
        <p:nvSpPr>
          <p:cNvPr id="22" name="m2b56e8638f 22">
            <a:extLst xmlns:a="http://schemas.openxmlformats.org/drawingml/2006/main">
              <a:ext uri="{FF2B5EF4-FFF2-40B4-BE49-F238E27FC236}">
                <a16:creationId xmlns:a16="http://schemas.microsoft.com/office/drawing/2014/main" id="{CB7CC308-A89D-4744-94B5-107D2C5D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2275269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3" name="Text 23: C09">
            <a:extLst xmlns:a="http://schemas.openxmlformats.org/drawingml/2006/main">
              <a:ext uri="{FF2B5EF4-FFF2-40B4-BE49-F238E27FC236}">
                <a16:creationId xmlns:a16="http://schemas.microsoft.com/office/drawing/2014/main" id="{66839003-6F71-4473-8125-37A9D511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2226367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C09</a:t>
            </a:r>
          </a:p>
        </p:txBody>
      </p:sp>
      <p:sp>
        <p:nvSpPr>
          <p:cNvPr id="24" name="m2b56e8638f 24">
            <a:extLst xmlns:a="http://schemas.openxmlformats.org/drawingml/2006/main">
              <a:ext uri="{FF2B5EF4-FFF2-40B4-BE49-F238E27FC236}">
                <a16:creationId xmlns:a16="http://schemas.microsoft.com/office/drawing/2014/main" id="{BC48B181-C593-418E-9B5A-DB59743A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2447569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5" name="Text 25: C22">
            <a:extLst xmlns:a="http://schemas.openxmlformats.org/drawingml/2006/main">
              <a:ext uri="{FF2B5EF4-FFF2-40B4-BE49-F238E27FC236}">
                <a16:creationId xmlns:a16="http://schemas.microsoft.com/office/drawing/2014/main" id="{1C2623F2-5C36-4676-8F9D-9921A835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2398667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C22</a:t>
            </a:r>
          </a:p>
        </p:txBody>
      </p:sp>
      <p:sp>
        <p:nvSpPr>
          <p:cNvPr id="26" name="m2b56e8638f 26">
            <a:extLst xmlns:a="http://schemas.openxmlformats.org/drawingml/2006/main">
              <a:ext uri="{FF2B5EF4-FFF2-40B4-BE49-F238E27FC236}">
                <a16:creationId xmlns:a16="http://schemas.microsoft.com/office/drawing/2014/main" id="{1EB6C2F3-1356-4641-B5D3-0E952CC1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2619869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7" name="Text 27: C59">
            <a:extLst xmlns:a="http://schemas.openxmlformats.org/drawingml/2006/main">
              <a:ext uri="{FF2B5EF4-FFF2-40B4-BE49-F238E27FC236}">
                <a16:creationId xmlns:a16="http://schemas.microsoft.com/office/drawing/2014/main" id="{7394C968-AECB-4E38-A327-16F50F1A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2570967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C59</a:t>
            </a:r>
          </a:p>
        </p:txBody>
      </p:sp>
      <p:sp>
        <p:nvSpPr>
          <p:cNvPr id="28" name="m2b56e8638f 28">
            <a:extLst xmlns:a="http://schemas.openxmlformats.org/drawingml/2006/main">
              <a:ext uri="{FF2B5EF4-FFF2-40B4-BE49-F238E27FC236}">
                <a16:creationId xmlns:a16="http://schemas.microsoft.com/office/drawing/2014/main" id="{B6BE2E08-34E0-42C7-9DE2-9C0AD501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2792170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9" name="Text 29: C58">
            <a:extLst xmlns:a="http://schemas.openxmlformats.org/drawingml/2006/main">
              <a:ext uri="{FF2B5EF4-FFF2-40B4-BE49-F238E27FC236}">
                <a16:creationId xmlns:a16="http://schemas.microsoft.com/office/drawing/2014/main" id="{AE411F25-F337-4730-8418-8283D70A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2743268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C58</a:t>
            </a:r>
          </a:p>
        </p:txBody>
      </p:sp>
      <p:sp>
        <p:nvSpPr>
          <p:cNvPr id="30" name="m2b56e8638f 30">
            <a:extLst xmlns:a="http://schemas.openxmlformats.org/drawingml/2006/main">
              <a:ext uri="{FF2B5EF4-FFF2-40B4-BE49-F238E27FC236}">
                <a16:creationId xmlns:a16="http://schemas.microsoft.com/office/drawing/2014/main" id="{9B340702-D568-4374-97AA-82CBB7CD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2964470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1" name="Text 31: C21">
            <a:extLst xmlns:a="http://schemas.openxmlformats.org/drawingml/2006/main">
              <a:ext uri="{FF2B5EF4-FFF2-40B4-BE49-F238E27FC236}">
                <a16:creationId xmlns:a16="http://schemas.microsoft.com/office/drawing/2014/main" id="{B1873088-BBCC-4F93-BFE5-340F2BEA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2915568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C21</a:t>
            </a:r>
          </a:p>
        </p:txBody>
      </p:sp>
      <p:sp>
        <p:nvSpPr>
          <p:cNvPr id="32" name="m2b56e8638f 32">
            <a:extLst xmlns:a="http://schemas.openxmlformats.org/drawingml/2006/main">
              <a:ext uri="{FF2B5EF4-FFF2-40B4-BE49-F238E27FC236}">
                <a16:creationId xmlns:a16="http://schemas.microsoft.com/office/drawing/2014/main" id="{3EEFECFA-1BF5-4FAF-9062-36302356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3136770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3" name="Text 33: C10">
            <a:extLst xmlns:a="http://schemas.openxmlformats.org/drawingml/2006/main">
              <a:ext uri="{FF2B5EF4-FFF2-40B4-BE49-F238E27FC236}">
                <a16:creationId xmlns:a16="http://schemas.microsoft.com/office/drawing/2014/main" id="{6091AB7B-7338-4D2A-A1D4-8FF6A350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3087868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C10</a:t>
            </a:r>
          </a:p>
        </p:txBody>
      </p:sp>
      <p:sp>
        <p:nvSpPr>
          <p:cNvPr id="34" name="m2b56e8638f 34">
            <a:extLst xmlns:a="http://schemas.openxmlformats.org/drawingml/2006/main">
              <a:ext uri="{FF2B5EF4-FFF2-40B4-BE49-F238E27FC236}">
                <a16:creationId xmlns:a16="http://schemas.microsoft.com/office/drawing/2014/main" id="{F251BFC4-22FF-4F86-B6F8-F38F52F1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3309070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5" name="Text 35: C47">
            <a:extLst xmlns:a="http://schemas.openxmlformats.org/drawingml/2006/main">
              <a:ext uri="{FF2B5EF4-FFF2-40B4-BE49-F238E27FC236}">
                <a16:creationId xmlns:a16="http://schemas.microsoft.com/office/drawing/2014/main" id="{3E27DAC5-D009-423C-B6AE-CA3CBB4D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3260168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C47</a:t>
            </a:r>
          </a:p>
        </p:txBody>
      </p:sp>
      <p:sp>
        <p:nvSpPr>
          <p:cNvPr id="36" name="m2b56e8638f 36">
            <a:extLst xmlns:a="http://schemas.openxmlformats.org/drawingml/2006/main">
              <a:ext uri="{FF2B5EF4-FFF2-40B4-BE49-F238E27FC236}">
                <a16:creationId xmlns:a16="http://schemas.microsoft.com/office/drawing/2014/main" id="{C3E7DD73-8199-46B1-81CF-3C4BD615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3481370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7" name="Text 37: C70">
            <a:extLst xmlns:a="http://schemas.openxmlformats.org/drawingml/2006/main">
              <a:ext uri="{FF2B5EF4-FFF2-40B4-BE49-F238E27FC236}">
                <a16:creationId xmlns:a16="http://schemas.microsoft.com/office/drawing/2014/main" id="{3A399A3F-4D20-4262-A670-077C624B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3432468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C70</a:t>
            </a:r>
          </a:p>
        </p:txBody>
      </p:sp>
      <p:sp>
        <p:nvSpPr>
          <p:cNvPr id="38" name="m2b56e8638f 38">
            <a:extLst xmlns:a="http://schemas.openxmlformats.org/drawingml/2006/main">
              <a:ext uri="{FF2B5EF4-FFF2-40B4-BE49-F238E27FC236}">
                <a16:creationId xmlns:a16="http://schemas.microsoft.com/office/drawing/2014/main" id="{4B17B4B3-9ECA-4959-B3A7-5AE06A83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3653670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9" name="Text 39: C84">
            <a:extLst xmlns:a="http://schemas.openxmlformats.org/drawingml/2006/main">
              <a:ext uri="{FF2B5EF4-FFF2-40B4-BE49-F238E27FC236}">
                <a16:creationId xmlns:a16="http://schemas.microsoft.com/office/drawing/2014/main" id="{AAFA0410-3A5C-4332-9024-7A86E80F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3604768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C84</a:t>
            </a:r>
          </a:p>
        </p:txBody>
      </p:sp>
      <p:sp>
        <p:nvSpPr>
          <p:cNvPr id="40" name="m2b56e8638f 40">
            <a:extLst xmlns:a="http://schemas.openxmlformats.org/drawingml/2006/main">
              <a:ext uri="{FF2B5EF4-FFF2-40B4-BE49-F238E27FC236}">
                <a16:creationId xmlns:a16="http://schemas.microsoft.com/office/drawing/2014/main" id="{CFE53A96-EF5B-4D93-9811-2DABB3AB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3825971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41" name="Text 41: C33">
            <a:extLst xmlns:a="http://schemas.openxmlformats.org/drawingml/2006/main">
              <a:ext uri="{FF2B5EF4-FFF2-40B4-BE49-F238E27FC236}">
                <a16:creationId xmlns:a16="http://schemas.microsoft.com/office/drawing/2014/main" id="{C120B1E3-1CF3-49E9-A02D-465607A6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3777069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C33</a:t>
            </a:r>
          </a:p>
        </p:txBody>
      </p:sp>
      <p:sp>
        <p:nvSpPr>
          <p:cNvPr id="42" name="m2b56e8638f 42">
            <a:extLst xmlns:a="http://schemas.openxmlformats.org/drawingml/2006/main">
              <a:ext uri="{FF2B5EF4-FFF2-40B4-BE49-F238E27FC236}">
                <a16:creationId xmlns:a16="http://schemas.microsoft.com/office/drawing/2014/main" id="{DFB47964-CD00-420F-A968-6C6477DD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3998271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43" name="Text 43: C35">
            <a:extLst xmlns:a="http://schemas.openxmlformats.org/drawingml/2006/main">
              <a:ext uri="{FF2B5EF4-FFF2-40B4-BE49-F238E27FC236}">
                <a16:creationId xmlns:a16="http://schemas.microsoft.com/office/drawing/2014/main" id="{EC628A35-0A33-4E5E-B603-25096457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3949369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C35</a:t>
            </a:r>
          </a:p>
        </p:txBody>
      </p:sp>
      <p:sp>
        <p:nvSpPr>
          <p:cNvPr id="44" name="m2b56e8638f 44">
            <a:extLst xmlns:a="http://schemas.openxmlformats.org/drawingml/2006/main">
              <a:ext uri="{FF2B5EF4-FFF2-40B4-BE49-F238E27FC236}">
                <a16:creationId xmlns:a16="http://schemas.microsoft.com/office/drawing/2014/main" id="{76146516-B8E1-4505-9803-0603B276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4170571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45" name="Text 45: C82">
            <a:extLst xmlns:a="http://schemas.openxmlformats.org/drawingml/2006/main">
              <a:ext uri="{FF2B5EF4-FFF2-40B4-BE49-F238E27FC236}">
                <a16:creationId xmlns:a16="http://schemas.microsoft.com/office/drawing/2014/main" id="{74D7A7A3-9C93-4415-AF39-0B4A7BBF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4121669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C82</a:t>
            </a:r>
          </a:p>
        </p:txBody>
      </p:sp>
      <p:sp>
        <p:nvSpPr>
          <p:cNvPr id="46" name="m2b56e8638f 46">
            <a:extLst xmlns:a="http://schemas.openxmlformats.org/drawingml/2006/main">
              <a:ext uri="{FF2B5EF4-FFF2-40B4-BE49-F238E27FC236}">
                <a16:creationId xmlns:a16="http://schemas.microsoft.com/office/drawing/2014/main" id="{585F9B0C-CD0D-4C17-9800-05B38377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4342871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47" name="Text 47: C72">
            <a:extLst xmlns:a="http://schemas.openxmlformats.org/drawingml/2006/main">
              <a:ext uri="{FF2B5EF4-FFF2-40B4-BE49-F238E27FC236}">
                <a16:creationId xmlns:a16="http://schemas.microsoft.com/office/drawing/2014/main" id="{13CCDF3A-DDA4-4412-BBBE-DF7C774C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4293969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C72</a:t>
            </a:r>
          </a:p>
        </p:txBody>
      </p:sp>
      <p:sp>
        <p:nvSpPr>
          <p:cNvPr id="48" name="m2b56e8638f 48">
            <a:extLst xmlns:a="http://schemas.openxmlformats.org/drawingml/2006/main">
              <a:ext uri="{FF2B5EF4-FFF2-40B4-BE49-F238E27FC236}">
                <a16:creationId xmlns:a16="http://schemas.microsoft.com/office/drawing/2014/main" id="{1A172DC3-777E-4FB4-9E09-FDC609D1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4515171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49" name="Text 49: C45">
            <a:extLst xmlns:a="http://schemas.openxmlformats.org/drawingml/2006/main">
              <a:ext uri="{FF2B5EF4-FFF2-40B4-BE49-F238E27FC236}">
                <a16:creationId xmlns:a16="http://schemas.microsoft.com/office/drawing/2014/main" id="{4DCF008A-235D-4F26-8704-70F7FDD4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4466269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C45</a:t>
            </a:r>
          </a:p>
        </p:txBody>
      </p:sp>
      <p:sp>
        <p:nvSpPr>
          <p:cNvPr id="50" name="m2b56e8638f 50">
            <a:extLst xmlns:a="http://schemas.openxmlformats.org/drawingml/2006/main">
              <a:ext uri="{FF2B5EF4-FFF2-40B4-BE49-F238E27FC236}">
                <a16:creationId xmlns:a16="http://schemas.microsoft.com/office/drawing/2014/main" id="{E0D9EA09-AD03-4B38-A1BF-AAF6D98F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4687471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51" name="Text 51: C08">
            <a:extLst xmlns:a="http://schemas.openxmlformats.org/drawingml/2006/main">
              <a:ext uri="{FF2B5EF4-FFF2-40B4-BE49-F238E27FC236}">
                <a16:creationId xmlns:a16="http://schemas.microsoft.com/office/drawing/2014/main" id="{A4C43FFA-DE39-4706-AB04-B686BE38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4638569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C08</a:t>
            </a:r>
          </a:p>
        </p:txBody>
      </p:sp>
      <p:sp>
        <p:nvSpPr>
          <p:cNvPr id="52" name="m2b56e8638f 52">
            <a:extLst xmlns:a="http://schemas.openxmlformats.org/drawingml/2006/main">
              <a:ext uri="{FF2B5EF4-FFF2-40B4-BE49-F238E27FC236}">
                <a16:creationId xmlns:a16="http://schemas.microsoft.com/office/drawing/2014/main" id="{93A305D6-B4E7-47ED-A2DB-C2ABBE3C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4859772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53" name="Text 53: C23">
            <a:extLst xmlns:a="http://schemas.openxmlformats.org/drawingml/2006/main">
              <a:ext uri="{FF2B5EF4-FFF2-40B4-BE49-F238E27FC236}">
                <a16:creationId xmlns:a16="http://schemas.microsoft.com/office/drawing/2014/main" id="{6A9D0104-219A-4948-B2EB-167BCBE5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4810870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C23</a:t>
            </a:r>
          </a:p>
        </p:txBody>
      </p:sp>
      <p:sp>
        <p:nvSpPr>
          <p:cNvPr id="54" name="m2b56e8638f 54">
            <a:extLst xmlns:a="http://schemas.openxmlformats.org/drawingml/2006/main">
              <a:ext uri="{FF2B5EF4-FFF2-40B4-BE49-F238E27FC236}">
                <a16:creationId xmlns:a16="http://schemas.microsoft.com/office/drawing/2014/main" id="{5126DF3C-2291-407B-A9DE-595F6F88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5032072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55" name="Text 55: C60">
            <a:extLst xmlns:a="http://schemas.openxmlformats.org/drawingml/2006/main">
              <a:ext uri="{FF2B5EF4-FFF2-40B4-BE49-F238E27FC236}">
                <a16:creationId xmlns:a16="http://schemas.microsoft.com/office/drawing/2014/main" id="{80338F32-F4BC-4A09-93E5-89729589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4983170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C60</a:t>
            </a:r>
          </a:p>
        </p:txBody>
      </p:sp>
      <p:sp>
        <p:nvSpPr>
          <p:cNvPr id="56" name="m2b56e8638f 56">
            <a:extLst xmlns:a="http://schemas.openxmlformats.org/drawingml/2006/main">
              <a:ext uri="{FF2B5EF4-FFF2-40B4-BE49-F238E27FC236}">
                <a16:creationId xmlns:a16="http://schemas.microsoft.com/office/drawing/2014/main" id="{8FE90615-24FE-4104-B63F-E9D5F35B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5204372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57" name="Text 57: C57">
            <a:extLst xmlns:a="http://schemas.openxmlformats.org/drawingml/2006/main">
              <a:ext uri="{FF2B5EF4-FFF2-40B4-BE49-F238E27FC236}">
                <a16:creationId xmlns:a16="http://schemas.microsoft.com/office/drawing/2014/main" id="{EC74A79C-0EA3-4A28-85F4-3B614C5C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5155470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C57</a:t>
            </a:r>
          </a:p>
        </p:txBody>
      </p:sp>
      <p:sp>
        <p:nvSpPr>
          <p:cNvPr id="58" name="m2b56e8638f 58">
            <a:extLst xmlns:a="http://schemas.openxmlformats.org/drawingml/2006/main">
              <a:ext uri="{FF2B5EF4-FFF2-40B4-BE49-F238E27FC236}">
                <a16:creationId xmlns:a16="http://schemas.microsoft.com/office/drawing/2014/main" id="{21C58EC0-C589-4699-B573-B998AB0E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5376672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59" name="Text 59: C20">
            <a:extLst xmlns:a="http://schemas.openxmlformats.org/drawingml/2006/main">
              <a:ext uri="{FF2B5EF4-FFF2-40B4-BE49-F238E27FC236}">
                <a16:creationId xmlns:a16="http://schemas.microsoft.com/office/drawing/2014/main" id="{9FD3EFB0-4EF0-49BD-996F-D891EB55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5327770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C20</a:t>
            </a:r>
          </a:p>
        </p:txBody>
      </p:sp>
      <p:sp>
        <p:nvSpPr>
          <p:cNvPr id="60" name="m2b56e8638f 60">
            <a:extLst xmlns:a="http://schemas.openxmlformats.org/drawingml/2006/main">
              <a:ext uri="{FF2B5EF4-FFF2-40B4-BE49-F238E27FC236}">
                <a16:creationId xmlns:a16="http://schemas.microsoft.com/office/drawing/2014/main" id="{8930D3B3-5AA2-4A99-AA85-08F3C0CF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5548972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61" name="Text 61: C11">
            <a:extLst xmlns:a="http://schemas.openxmlformats.org/drawingml/2006/main">
              <a:ext uri="{FF2B5EF4-FFF2-40B4-BE49-F238E27FC236}">
                <a16:creationId xmlns:a16="http://schemas.microsoft.com/office/drawing/2014/main" id="{6A1ECA16-5099-4584-A8D2-25B50675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584" y="5500070"/>
            <a:ext cx="188340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C11</a:t>
            </a:r>
          </a:p>
        </p:txBody>
      </p:sp>
      <p:sp>
        <p:nvSpPr>
          <p:cNvPr id="62" name="m2b56e8638f 62">
            <a:extLst xmlns:a="http://schemas.openxmlformats.org/drawingml/2006/main">
              <a:ext uri="{FF2B5EF4-FFF2-40B4-BE49-F238E27FC236}">
                <a16:creationId xmlns:a16="http://schemas.microsoft.com/office/drawing/2014/main" id="{1C5EB89E-63D6-409B-8507-6FBDC56D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5721272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63" name="Text 63: C48">
            <a:extLst xmlns:a="http://schemas.openxmlformats.org/drawingml/2006/main">
              <a:ext uri="{FF2B5EF4-FFF2-40B4-BE49-F238E27FC236}">
                <a16:creationId xmlns:a16="http://schemas.microsoft.com/office/drawing/2014/main" id="{7B841720-EE09-4CC1-8EE0-174D2D73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5672370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C48</a:t>
            </a:r>
          </a:p>
        </p:txBody>
      </p:sp>
      <p:sp>
        <p:nvSpPr>
          <p:cNvPr id="64" name="m2b56e8638f 64">
            <a:extLst xmlns:a="http://schemas.openxmlformats.org/drawingml/2006/main">
              <a:ext uri="{FF2B5EF4-FFF2-40B4-BE49-F238E27FC236}">
                <a16:creationId xmlns:a16="http://schemas.microsoft.com/office/drawing/2014/main" id="{0BE7974D-2800-4F7A-9E6E-7780EEEE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5893572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65" name="Text 65: C69">
            <a:extLst xmlns:a="http://schemas.openxmlformats.org/drawingml/2006/main">
              <a:ext uri="{FF2B5EF4-FFF2-40B4-BE49-F238E27FC236}">
                <a16:creationId xmlns:a16="http://schemas.microsoft.com/office/drawing/2014/main" id="{60776A02-3084-43D6-9AF4-DBB88522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5844671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C69</a:t>
            </a:r>
          </a:p>
        </p:txBody>
      </p:sp>
      <p:sp>
        <p:nvSpPr>
          <p:cNvPr id="66" name="m2b56e8638f 66">
            <a:extLst xmlns:a="http://schemas.openxmlformats.org/drawingml/2006/main">
              <a:ext uri="{FF2B5EF4-FFF2-40B4-BE49-F238E27FC236}">
                <a16:creationId xmlns:a16="http://schemas.microsoft.com/office/drawing/2014/main" id="{69617B6D-0C81-4907-82D1-0649AE17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6065873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67" name="Text 67: C85">
            <a:extLst xmlns:a="http://schemas.openxmlformats.org/drawingml/2006/main">
              <a:ext uri="{FF2B5EF4-FFF2-40B4-BE49-F238E27FC236}">
                <a16:creationId xmlns:a16="http://schemas.microsoft.com/office/drawing/2014/main" id="{E41409DA-BAFC-4514-8C9B-5275EB60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6016971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C85</a:t>
            </a:r>
          </a:p>
        </p:txBody>
      </p:sp>
      <p:sp>
        <p:nvSpPr>
          <p:cNvPr id="68" name="m2b56e8638f 68">
            <a:extLst xmlns:a="http://schemas.openxmlformats.org/drawingml/2006/main">
              <a:ext uri="{FF2B5EF4-FFF2-40B4-BE49-F238E27FC236}">
                <a16:creationId xmlns:a16="http://schemas.microsoft.com/office/drawing/2014/main" id="{4AA96981-B7D9-43E0-9940-48D7C131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6238173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69" name="Text 69: C32">
            <a:extLst xmlns:a="http://schemas.openxmlformats.org/drawingml/2006/main">
              <a:ext uri="{FF2B5EF4-FFF2-40B4-BE49-F238E27FC236}">
                <a16:creationId xmlns:a16="http://schemas.microsoft.com/office/drawing/2014/main" id="{85DDF131-841A-4D1D-BAB3-5DB6C1B9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6189271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C32</a:t>
            </a:r>
          </a:p>
        </p:txBody>
      </p:sp>
      <p:sp>
        <p:nvSpPr>
          <p:cNvPr id="70" name="m2b56e8638f 70">
            <a:extLst xmlns:a="http://schemas.openxmlformats.org/drawingml/2006/main">
              <a:ext uri="{FF2B5EF4-FFF2-40B4-BE49-F238E27FC236}">
                <a16:creationId xmlns:a16="http://schemas.microsoft.com/office/drawing/2014/main" id="{CD3A8EC7-9F59-4410-A33A-ACF98751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6410473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71" name="Text 71: C36">
            <a:extLst xmlns:a="http://schemas.openxmlformats.org/drawingml/2006/main">
              <a:ext uri="{FF2B5EF4-FFF2-40B4-BE49-F238E27FC236}">
                <a16:creationId xmlns:a16="http://schemas.microsoft.com/office/drawing/2014/main" id="{9C2923C6-F142-4A24-BBAB-9A97BC14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6361571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C36</a:t>
            </a:r>
          </a:p>
        </p:txBody>
      </p:sp>
      <p:sp>
        <p:nvSpPr>
          <p:cNvPr id="72" name="m2b56e8638f 72">
            <a:extLst xmlns:a="http://schemas.openxmlformats.org/drawingml/2006/main">
              <a:ext uri="{FF2B5EF4-FFF2-40B4-BE49-F238E27FC236}">
                <a16:creationId xmlns:a16="http://schemas.microsoft.com/office/drawing/2014/main" id="{B028B75E-ED67-4A72-A50D-1A4034B3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6582773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73" name="Text 73: C81">
            <a:extLst xmlns:a="http://schemas.openxmlformats.org/drawingml/2006/main">
              <a:ext uri="{FF2B5EF4-FFF2-40B4-BE49-F238E27FC236}">
                <a16:creationId xmlns:a16="http://schemas.microsoft.com/office/drawing/2014/main" id="{F2FB6A49-238B-4578-AE7F-2D81B533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6533871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C81</a:t>
            </a:r>
          </a:p>
        </p:txBody>
      </p:sp>
      <p:sp>
        <p:nvSpPr>
          <p:cNvPr id="74" name="m2b56e8638f 74">
            <a:extLst xmlns:a="http://schemas.openxmlformats.org/drawingml/2006/main">
              <a:ext uri="{FF2B5EF4-FFF2-40B4-BE49-F238E27FC236}">
                <a16:creationId xmlns:a16="http://schemas.microsoft.com/office/drawing/2014/main" id="{A915B618-9963-40A6-B683-196DC34E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6755073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75" name="Text 75: C73">
            <a:extLst xmlns:a="http://schemas.openxmlformats.org/drawingml/2006/main">
              <a:ext uri="{FF2B5EF4-FFF2-40B4-BE49-F238E27FC236}">
                <a16:creationId xmlns:a16="http://schemas.microsoft.com/office/drawing/2014/main" id="{05132049-1A60-4B1F-BD29-24D8F64A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6706171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C73</a:t>
            </a:r>
          </a:p>
        </p:txBody>
      </p:sp>
      <p:sp>
        <p:nvSpPr>
          <p:cNvPr id="76" name="m2b56e8638f 76">
            <a:extLst xmlns:a="http://schemas.openxmlformats.org/drawingml/2006/main">
              <a:ext uri="{FF2B5EF4-FFF2-40B4-BE49-F238E27FC236}">
                <a16:creationId xmlns:a16="http://schemas.microsoft.com/office/drawing/2014/main" id="{8F369C89-9511-4373-AEFA-356565A4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6927373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77" name="Text 77: C44">
            <a:extLst xmlns:a="http://schemas.openxmlformats.org/drawingml/2006/main">
              <a:ext uri="{FF2B5EF4-FFF2-40B4-BE49-F238E27FC236}">
                <a16:creationId xmlns:a16="http://schemas.microsoft.com/office/drawing/2014/main" id="{4CC9F367-4C1F-4BD6-A2EB-EF589EB6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6878472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C44</a:t>
            </a:r>
          </a:p>
        </p:txBody>
      </p:sp>
      <p:sp>
        <p:nvSpPr>
          <p:cNvPr id="78" name="m2b56e8638f 78">
            <a:extLst xmlns:a="http://schemas.openxmlformats.org/drawingml/2006/main">
              <a:ext uri="{FF2B5EF4-FFF2-40B4-BE49-F238E27FC236}">
                <a16:creationId xmlns:a16="http://schemas.microsoft.com/office/drawing/2014/main" id="{8BC1AC73-B317-4371-845B-2E07181C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7099674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79" name="Text 79: C07">
            <a:extLst xmlns:a="http://schemas.openxmlformats.org/drawingml/2006/main">
              <a:ext uri="{FF2B5EF4-FFF2-40B4-BE49-F238E27FC236}">
                <a16:creationId xmlns:a16="http://schemas.microsoft.com/office/drawing/2014/main" id="{C48EB201-E724-4BFD-8054-A772558F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7050772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C07</a:t>
            </a:r>
          </a:p>
        </p:txBody>
      </p:sp>
      <p:sp>
        <p:nvSpPr>
          <p:cNvPr id="80" name="m2b56e8638f 80">
            <a:extLst xmlns:a="http://schemas.openxmlformats.org/drawingml/2006/main">
              <a:ext uri="{FF2B5EF4-FFF2-40B4-BE49-F238E27FC236}">
                <a16:creationId xmlns:a16="http://schemas.microsoft.com/office/drawing/2014/main" id="{6DC6185A-AF4D-4256-8816-B24E7DE6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7271974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81" name="Text 81: C24">
            <a:extLst xmlns:a="http://schemas.openxmlformats.org/drawingml/2006/main">
              <a:ext uri="{FF2B5EF4-FFF2-40B4-BE49-F238E27FC236}">
                <a16:creationId xmlns:a16="http://schemas.microsoft.com/office/drawing/2014/main" id="{BB2869FE-E5E1-4CD0-B7AF-76A1A600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7223072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BABEC3"/>
                </a:solidFill>
                <a:latin typeface="Arial"/>
                <a:ea typeface="Arial"/>
                <a:cs typeface="Arial"/>
              </a:rPr>
              <a:t>C24</a:t>
            </a:r>
          </a:p>
        </p:txBody>
      </p:sp>
      <p:sp>
        <p:nvSpPr>
          <p:cNvPr id="82" name="m2b56e8638f 82">
            <a:extLst xmlns:a="http://schemas.openxmlformats.org/drawingml/2006/main">
              <a:ext uri="{FF2B5EF4-FFF2-40B4-BE49-F238E27FC236}">
                <a16:creationId xmlns:a16="http://schemas.microsoft.com/office/drawing/2014/main" id="{0E83AAE5-A3B1-4EB0-B21A-827D1323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7444274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83" name="Text 83: C61">
            <a:extLst xmlns:a="http://schemas.openxmlformats.org/drawingml/2006/main">
              <a:ext uri="{FF2B5EF4-FFF2-40B4-BE49-F238E27FC236}">
                <a16:creationId xmlns:a16="http://schemas.microsoft.com/office/drawing/2014/main" id="{37E773EF-469E-4717-8714-1B12E0DA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7395372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BABEC3"/>
                </a:solidFill>
                <a:latin typeface="Arial"/>
                <a:ea typeface="Arial"/>
                <a:cs typeface="Arial"/>
              </a:rPr>
              <a:t>C61</a:t>
            </a:r>
          </a:p>
        </p:txBody>
      </p:sp>
      <p:sp>
        <p:nvSpPr>
          <p:cNvPr id="84" name="m2b56e8638f 84">
            <a:extLst xmlns:a="http://schemas.openxmlformats.org/drawingml/2006/main">
              <a:ext uri="{FF2B5EF4-FFF2-40B4-BE49-F238E27FC236}">
                <a16:creationId xmlns:a16="http://schemas.microsoft.com/office/drawing/2014/main" id="{E110F583-8993-4798-A6D6-306EF9A8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7616574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85" name="Text 85: C56">
            <a:extLst xmlns:a="http://schemas.openxmlformats.org/drawingml/2006/main">
              <a:ext uri="{FF2B5EF4-FFF2-40B4-BE49-F238E27FC236}">
                <a16:creationId xmlns:a16="http://schemas.microsoft.com/office/drawing/2014/main" id="{B5CC2826-4CCC-4F1E-A863-E29A7400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7567672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BABEC3"/>
                </a:solidFill>
                <a:latin typeface="Arial"/>
                <a:ea typeface="Arial"/>
                <a:cs typeface="Arial"/>
              </a:rPr>
              <a:t>C56</a:t>
            </a:r>
          </a:p>
        </p:txBody>
      </p:sp>
      <p:sp>
        <p:nvSpPr>
          <p:cNvPr id="86" name="m2b56e8638f 86">
            <a:extLst xmlns:a="http://schemas.openxmlformats.org/drawingml/2006/main">
              <a:ext uri="{FF2B5EF4-FFF2-40B4-BE49-F238E27FC236}">
                <a16:creationId xmlns:a16="http://schemas.microsoft.com/office/drawing/2014/main" id="{AAA3ED46-1756-4065-9BCA-C16B94EF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7788874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87" name="Text 87: C19">
            <a:extLst xmlns:a="http://schemas.openxmlformats.org/drawingml/2006/main">
              <a:ext uri="{FF2B5EF4-FFF2-40B4-BE49-F238E27FC236}">
                <a16:creationId xmlns:a16="http://schemas.microsoft.com/office/drawing/2014/main" id="{B8B2461F-9821-4925-A595-56EA2A32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7739972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BABEC3"/>
                </a:solidFill>
                <a:latin typeface="Arial"/>
                <a:ea typeface="Arial"/>
                <a:cs typeface="Arial"/>
              </a:rPr>
              <a:t>C19</a:t>
            </a:r>
          </a:p>
        </p:txBody>
      </p:sp>
      <p:sp>
        <p:nvSpPr>
          <p:cNvPr id="88" name="m2b56e8638f 88">
            <a:extLst xmlns:a="http://schemas.openxmlformats.org/drawingml/2006/main">
              <a:ext uri="{FF2B5EF4-FFF2-40B4-BE49-F238E27FC236}">
                <a16:creationId xmlns:a16="http://schemas.microsoft.com/office/drawing/2014/main" id="{852A9625-47C0-4109-85B5-C83F9953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7961174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89" name="Text 89: C12">
            <a:extLst xmlns:a="http://schemas.openxmlformats.org/drawingml/2006/main">
              <a:ext uri="{FF2B5EF4-FFF2-40B4-BE49-F238E27FC236}">
                <a16:creationId xmlns:a16="http://schemas.microsoft.com/office/drawing/2014/main" id="{B1C5FBC2-E92C-4995-88B9-7CF299E1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7912273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BABEC3"/>
                </a:solidFill>
                <a:latin typeface="Arial"/>
                <a:ea typeface="Arial"/>
                <a:cs typeface="Arial"/>
              </a:rPr>
              <a:t>C12</a:t>
            </a:r>
          </a:p>
        </p:txBody>
      </p:sp>
      <p:sp>
        <p:nvSpPr>
          <p:cNvPr id="90" name="m2b56e8638f 90">
            <a:extLst xmlns:a="http://schemas.openxmlformats.org/drawingml/2006/main">
              <a:ext uri="{FF2B5EF4-FFF2-40B4-BE49-F238E27FC236}">
                <a16:creationId xmlns:a16="http://schemas.microsoft.com/office/drawing/2014/main" id="{9D1E843D-C678-4D7F-A5BD-00DC3C20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8133475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91" name="Text 91: C49">
            <a:extLst xmlns:a="http://schemas.openxmlformats.org/drawingml/2006/main">
              <a:ext uri="{FF2B5EF4-FFF2-40B4-BE49-F238E27FC236}">
                <a16:creationId xmlns:a16="http://schemas.microsoft.com/office/drawing/2014/main" id="{0BF87B36-D27A-431D-ACCF-07C03979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8084573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BABEC3"/>
                </a:solidFill>
                <a:latin typeface="Arial"/>
                <a:ea typeface="Arial"/>
                <a:cs typeface="Arial"/>
              </a:rPr>
              <a:t>C49</a:t>
            </a:r>
          </a:p>
        </p:txBody>
      </p:sp>
      <p:sp>
        <p:nvSpPr>
          <p:cNvPr id="92" name="m2b56e8638f 92">
            <a:extLst xmlns:a="http://schemas.openxmlformats.org/drawingml/2006/main">
              <a:ext uri="{FF2B5EF4-FFF2-40B4-BE49-F238E27FC236}">
                <a16:creationId xmlns:a16="http://schemas.microsoft.com/office/drawing/2014/main" id="{76A4E57D-A106-4660-9757-57269252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8305775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93" name="Text 93: C68">
            <a:extLst xmlns:a="http://schemas.openxmlformats.org/drawingml/2006/main">
              <a:ext uri="{FF2B5EF4-FFF2-40B4-BE49-F238E27FC236}">
                <a16:creationId xmlns:a16="http://schemas.microsoft.com/office/drawing/2014/main" id="{8C86F859-F6E8-4521-947C-7BE710F6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8256873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BABEC3"/>
                </a:solidFill>
                <a:latin typeface="Arial"/>
                <a:ea typeface="Arial"/>
                <a:cs typeface="Arial"/>
              </a:rPr>
              <a:t>C68</a:t>
            </a:r>
          </a:p>
        </p:txBody>
      </p:sp>
      <p:sp>
        <p:nvSpPr>
          <p:cNvPr id="94" name="m2b56e8638f 94">
            <a:extLst xmlns:a="http://schemas.openxmlformats.org/drawingml/2006/main">
              <a:ext uri="{FF2B5EF4-FFF2-40B4-BE49-F238E27FC236}">
                <a16:creationId xmlns:a16="http://schemas.microsoft.com/office/drawing/2014/main" id="{33A99561-B684-4BCC-8FE4-03D1C2DE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8478075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95" name="Text 95: C86">
            <a:extLst xmlns:a="http://schemas.openxmlformats.org/drawingml/2006/main">
              <a:ext uri="{FF2B5EF4-FFF2-40B4-BE49-F238E27FC236}">
                <a16:creationId xmlns:a16="http://schemas.microsoft.com/office/drawing/2014/main" id="{5DC44237-77A3-4FC0-ABAE-C4B59D47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8429173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BABEC3"/>
                </a:solidFill>
                <a:latin typeface="Arial"/>
                <a:ea typeface="Arial"/>
                <a:cs typeface="Arial"/>
              </a:rPr>
              <a:t>C86</a:t>
            </a:r>
          </a:p>
        </p:txBody>
      </p:sp>
      <p:sp>
        <p:nvSpPr>
          <p:cNvPr id="96" name="m2b56e8638f 96">
            <a:extLst xmlns:a="http://schemas.openxmlformats.org/drawingml/2006/main">
              <a:ext uri="{FF2B5EF4-FFF2-40B4-BE49-F238E27FC236}">
                <a16:creationId xmlns:a16="http://schemas.microsoft.com/office/drawing/2014/main" id="{E260D110-9D52-4A36-B9B6-25080EE8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8650375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97" name="Text 97: C31">
            <a:extLst xmlns:a="http://schemas.openxmlformats.org/drawingml/2006/main">
              <a:ext uri="{FF2B5EF4-FFF2-40B4-BE49-F238E27FC236}">
                <a16:creationId xmlns:a16="http://schemas.microsoft.com/office/drawing/2014/main" id="{7CAF4342-6219-4673-BCB5-F673A1F5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8601473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BABEC3"/>
                </a:solidFill>
                <a:latin typeface="Arial"/>
                <a:ea typeface="Arial"/>
                <a:cs typeface="Arial"/>
              </a:rPr>
              <a:t>C31</a:t>
            </a:r>
          </a:p>
        </p:txBody>
      </p:sp>
      <p:sp>
        <p:nvSpPr>
          <p:cNvPr id="98" name="m2b56e8638f 98">
            <a:extLst xmlns:a="http://schemas.openxmlformats.org/drawingml/2006/main">
              <a:ext uri="{FF2B5EF4-FFF2-40B4-BE49-F238E27FC236}">
                <a16:creationId xmlns:a16="http://schemas.microsoft.com/office/drawing/2014/main" id="{09CD8A01-E935-4CB2-A6C9-6299A4C7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8822675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99" name="Text 99: C00">
            <a:extLst xmlns:a="http://schemas.openxmlformats.org/drawingml/2006/main">
              <a:ext uri="{FF2B5EF4-FFF2-40B4-BE49-F238E27FC236}">
                <a16:creationId xmlns:a16="http://schemas.microsoft.com/office/drawing/2014/main" id="{15446D8D-03E6-4B37-B0EA-4B6B35BF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8773773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BABEC3"/>
                </a:solidFill>
                <a:latin typeface="Arial"/>
                <a:ea typeface="Arial"/>
                <a:cs typeface="Arial"/>
              </a:rPr>
              <a:t>C00</a:t>
            </a:r>
          </a:p>
        </p:txBody>
      </p:sp>
      <p:sp>
        <p:nvSpPr>
          <p:cNvPr id="100" name="m2b56e8638f 100">
            <a:extLst xmlns:a="http://schemas.openxmlformats.org/drawingml/2006/main">
              <a:ext uri="{FF2B5EF4-FFF2-40B4-BE49-F238E27FC236}">
                <a16:creationId xmlns:a16="http://schemas.microsoft.com/office/drawing/2014/main" id="{E020FFFD-5302-4FDF-AB1F-85C93E00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8994975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1" name="Text 101: C15">
            <a:extLst xmlns:a="http://schemas.openxmlformats.org/drawingml/2006/main">
              <a:ext uri="{FF2B5EF4-FFF2-40B4-BE49-F238E27FC236}">
                <a16:creationId xmlns:a16="http://schemas.microsoft.com/office/drawing/2014/main" id="{DB8D1BF6-FCD5-4ED2-BC96-2FC1A626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8946074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BABEC3"/>
                </a:solidFill>
                <a:latin typeface="Arial"/>
                <a:ea typeface="Arial"/>
                <a:cs typeface="Arial"/>
              </a:rPr>
              <a:t>C15</a:t>
            </a:r>
          </a:p>
        </p:txBody>
      </p:sp>
      <p:sp>
        <p:nvSpPr>
          <p:cNvPr id="102" name="m2b56e8638f 102">
            <a:extLst xmlns:a="http://schemas.openxmlformats.org/drawingml/2006/main">
              <a:ext uri="{FF2B5EF4-FFF2-40B4-BE49-F238E27FC236}">
                <a16:creationId xmlns:a16="http://schemas.microsoft.com/office/drawing/2014/main" id="{68B31BF4-EBBC-4EF6-88BC-E3E7F6E8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9167276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3" name="Text 103: C37">
            <a:extLst xmlns:a="http://schemas.openxmlformats.org/drawingml/2006/main">
              <a:ext uri="{FF2B5EF4-FFF2-40B4-BE49-F238E27FC236}">
                <a16:creationId xmlns:a16="http://schemas.microsoft.com/office/drawing/2014/main" id="{AB6F0A27-95A7-4E14-8C8E-DFE61102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81" y="9118374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BABEC3"/>
                </a:solidFill>
                <a:latin typeface="Arial"/>
                <a:ea typeface="Arial"/>
                <a:cs typeface="Arial"/>
              </a:rPr>
              <a:t>C37</a:t>
            </a:r>
          </a:p>
        </p:txBody>
      </p:sp>
      <p:sp>
        <p:nvSpPr>
          <p:cNvPr id="104" name="Vector 104">
            <a:extLst xmlns:a="http://schemas.openxmlformats.org/drawingml/2006/main">
              <a:ext uri="{FF2B5EF4-FFF2-40B4-BE49-F238E27FC236}">
                <a16:creationId xmlns:a16="http://schemas.microsoft.com/office/drawing/2014/main" id="{F36CE6F2-9BA2-4514-AF26-EE85B0DF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128" y="1586068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05" name="Vector 105">
            <a:extLst xmlns:a="http://schemas.openxmlformats.org/drawingml/2006/main">
              <a:ext uri="{FF2B5EF4-FFF2-40B4-BE49-F238E27FC236}">
                <a16:creationId xmlns:a16="http://schemas.microsoft.com/office/drawing/2014/main" id="{58DFB545-67CC-4725-9999-A616E61F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32" y="1758369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06" name="Vector 106">
            <a:extLst xmlns:a="http://schemas.openxmlformats.org/drawingml/2006/main">
              <a:ext uri="{FF2B5EF4-FFF2-40B4-BE49-F238E27FC236}">
                <a16:creationId xmlns:a16="http://schemas.microsoft.com/office/drawing/2014/main" id="{83C34E0F-80EA-4DF5-957B-35B1BA73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45" y="1930669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07" name="Vector 107">
            <a:extLst xmlns:a="http://schemas.openxmlformats.org/drawingml/2006/main">
              <a:ext uri="{FF2B5EF4-FFF2-40B4-BE49-F238E27FC236}">
                <a16:creationId xmlns:a16="http://schemas.microsoft.com/office/drawing/2014/main" id="{D70908AC-87B8-490D-AF93-8E51537A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22" y="2102969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08" name="Vector 108">
            <a:extLst xmlns:a="http://schemas.openxmlformats.org/drawingml/2006/main">
              <a:ext uri="{FF2B5EF4-FFF2-40B4-BE49-F238E27FC236}">
                <a16:creationId xmlns:a16="http://schemas.microsoft.com/office/drawing/2014/main" id="{980B14B6-CB98-4A4E-8917-2B072E64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88" y="2275269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09" name="Vector 109">
            <a:extLst xmlns:a="http://schemas.openxmlformats.org/drawingml/2006/main">
              <a:ext uri="{FF2B5EF4-FFF2-40B4-BE49-F238E27FC236}">
                <a16:creationId xmlns:a16="http://schemas.microsoft.com/office/drawing/2014/main" id="{D6A69C01-8DD4-4796-A45C-48BA04BB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074" y="2447569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10" name="Vector 110">
            <a:extLst xmlns:a="http://schemas.openxmlformats.org/drawingml/2006/main">
              <a:ext uri="{FF2B5EF4-FFF2-40B4-BE49-F238E27FC236}">
                <a16:creationId xmlns:a16="http://schemas.microsoft.com/office/drawing/2014/main" id="{872A80A2-8481-4463-8A3A-30FB5E9A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65" y="2619869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11" name="Vector 111">
            <a:extLst xmlns:a="http://schemas.openxmlformats.org/drawingml/2006/main">
              <a:ext uri="{FF2B5EF4-FFF2-40B4-BE49-F238E27FC236}">
                <a16:creationId xmlns:a16="http://schemas.microsoft.com/office/drawing/2014/main" id="{1EF1E347-A672-4125-8280-A7851414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978" y="2792170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12" name="Vector 112">
            <a:extLst xmlns:a="http://schemas.openxmlformats.org/drawingml/2006/main">
              <a:ext uri="{FF2B5EF4-FFF2-40B4-BE49-F238E27FC236}">
                <a16:creationId xmlns:a16="http://schemas.microsoft.com/office/drawing/2014/main" id="{A3D95845-7747-4531-A5A9-0085360E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996" y="2964470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13" name="Vector 113">
            <a:extLst xmlns:a="http://schemas.openxmlformats.org/drawingml/2006/main">
              <a:ext uri="{FF2B5EF4-FFF2-40B4-BE49-F238E27FC236}">
                <a16:creationId xmlns:a16="http://schemas.microsoft.com/office/drawing/2014/main" id="{9DDE71AC-A62E-4546-85A1-3AF9255A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05" y="3136770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14" name="Vector 114">
            <a:extLst xmlns:a="http://schemas.openxmlformats.org/drawingml/2006/main">
              <a:ext uri="{FF2B5EF4-FFF2-40B4-BE49-F238E27FC236}">
                <a16:creationId xmlns:a16="http://schemas.microsoft.com/office/drawing/2014/main" id="{371D55A9-55A9-4F1D-A34B-E65CD735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555" y="3309070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15" name="Vector 115">
            <a:extLst xmlns:a="http://schemas.openxmlformats.org/drawingml/2006/main">
              <a:ext uri="{FF2B5EF4-FFF2-40B4-BE49-F238E27FC236}">
                <a16:creationId xmlns:a16="http://schemas.microsoft.com/office/drawing/2014/main" id="{CA496A31-D05F-4B4F-8A1D-DCC1BAE0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82" y="3481370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16" name="Vector 116">
            <a:extLst xmlns:a="http://schemas.openxmlformats.org/drawingml/2006/main">
              <a:ext uri="{FF2B5EF4-FFF2-40B4-BE49-F238E27FC236}">
                <a16:creationId xmlns:a16="http://schemas.microsoft.com/office/drawing/2014/main" id="{F980A010-F1C0-4FC9-93F4-8D78490B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051" y="3653670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17" name="Vector 117">
            <a:extLst xmlns:a="http://schemas.openxmlformats.org/drawingml/2006/main">
              <a:ext uri="{FF2B5EF4-FFF2-40B4-BE49-F238E27FC236}">
                <a16:creationId xmlns:a16="http://schemas.microsoft.com/office/drawing/2014/main" id="{A062723F-975B-4244-B0D3-26708C23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19" y="3825971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18" name="Vector 118">
            <a:extLst xmlns:a="http://schemas.openxmlformats.org/drawingml/2006/main">
              <a:ext uri="{FF2B5EF4-FFF2-40B4-BE49-F238E27FC236}">
                <a16:creationId xmlns:a16="http://schemas.microsoft.com/office/drawing/2014/main" id="{25922C62-0413-42A1-BD8E-58CCAEA5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61" y="3998271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19" name="Vector 119">
            <a:extLst xmlns:a="http://schemas.openxmlformats.org/drawingml/2006/main">
              <a:ext uri="{FF2B5EF4-FFF2-40B4-BE49-F238E27FC236}">
                <a16:creationId xmlns:a16="http://schemas.microsoft.com/office/drawing/2014/main" id="{8888DC24-26C5-452B-A3FD-E513DED2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05" y="4170571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20" name="Vector 120">
            <a:extLst xmlns:a="http://schemas.openxmlformats.org/drawingml/2006/main">
              <a:ext uri="{FF2B5EF4-FFF2-40B4-BE49-F238E27FC236}">
                <a16:creationId xmlns:a16="http://schemas.microsoft.com/office/drawing/2014/main" id="{E957922B-A5F6-46FA-8F92-AAE30992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98" y="4342871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21" name="Vector 121">
            <a:extLst xmlns:a="http://schemas.openxmlformats.org/drawingml/2006/main">
              <a:ext uri="{FF2B5EF4-FFF2-40B4-BE49-F238E27FC236}">
                <a16:creationId xmlns:a16="http://schemas.microsoft.com/office/drawing/2014/main" id="{333BD642-D92C-4866-9552-ACA66393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52" y="4515171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22" name="Vector 122">
            <a:extLst xmlns:a="http://schemas.openxmlformats.org/drawingml/2006/main">
              <a:ext uri="{FF2B5EF4-FFF2-40B4-BE49-F238E27FC236}">
                <a16:creationId xmlns:a16="http://schemas.microsoft.com/office/drawing/2014/main" id="{278C5AB4-4297-4AA8-B9FB-96DCD37B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008" y="4687471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23" name="Vector 123">
            <a:extLst xmlns:a="http://schemas.openxmlformats.org/drawingml/2006/main">
              <a:ext uri="{FF2B5EF4-FFF2-40B4-BE49-F238E27FC236}">
                <a16:creationId xmlns:a16="http://schemas.microsoft.com/office/drawing/2014/main" id="{8AAEDAE6-AD92-4055-B468-EB05C8FE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145" y="4859772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24" name="Vector 124">
            <a:extLst xmlns:a="http://schemas.openxmlformats.org/drawingml/2006/main">
              <a:ext uri="{FF2B5EF4-FFF2-40B4-BE49-F238E27FC236}">
                <a16:creationId xmlns:a16="http://schemas.microsoft.com/office/drawing/2014/main" id="{8DC7CA26-0A24-4CC2-8874-567A8524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653" y="5032072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25" name="Vector 125">
            <a:extLst xmlns:a="http://schemas.openxmlformats.org/drawingml/2006/main">
              <a:ext uri="{FF2B5EF4-FFF2-40B4-BE49-F238E27FC236}">
                <a16:creationId xmlns:a16="http://schemas.microsoft.com/office/drawing/2014/main" id="{1A1E7D2B-CBFA-4FE0-81A3-7FC8DF6E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319" y="5204372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26" name="Vector 126">
            <a:extLst xmlns:a="http://schemas.openxmlformats.org/drawingml/2006/main">
              <a:ext uri="{FF2B5EF4-FFF2-40B4-BE49-F238E27FC236}">
                <a16:creationId xmlns:a16="http://schemas.microsoft.com/office/drawing/2014/main" id="{16BE0437-7ADA-4783-AB54-703C787C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68" y="5376672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27" name="Vector 127">
            <a:extLst xmlns:a="http://schemas.openxmlformats.org/drawingml/2006/main">
              <a:ext uri="{FF2B5EF4-FFF2-40B4-BE49-F238E27FC236}">
                <a16:creationId xmlns:a16="http://schemas.microsoft.com/office/drawing/2014/main" id="{09508517-0B68-4990-93F8-85AC00DA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32" y="5548972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28" name="Vector 128">
            <a:extLst xmlns:a="http://schemas.openxmlformats.org/drawingml/2006/main">
              <a:ext uri="{FF2B5EF4-FFF2-40B4-BE49-F238E27FC236}">
                <a16:creationId xmlns:a16="http://schemas.microsoft.com/office/drawing/2014/main" id="{74095C91-744E-4476-A85A-99EAC890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878" y="5721272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29" name="Vector 129">
            <a:extLst xmlns:a="http://schemas.openxmlformats.org/drawingml/2006/main">
              <a:ext uri="{FF2B5EF4-FFF2-40B4-BE49-F238E27FC236}">
                <a16:creationId xmlns:a16="http://schemas.microsoft.com/office/drawing/2014/main" id="{B3BC18EB-2EDB-4F42-A551-A901C630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520" y="5893572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30" name="Vector 130">
            <a:extLst xmlns:a="http://schemas.openxmlformats.org/drawingml/2006/main">
              <a:ext uri="{FF2B5EF4-FFF2-40B4-BE49-F238E27FC236}">
                <a16:creationId xmlns:a16="http://schemas.microsoft.com/office/drawing/2014/main" id="{F0C2065A-F97D-455B-A290-D55FEBED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653" y="6065873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31" name="Vector 131">
            <a:extLst xmlns:a="http://schemas.openxmlformats.org/drawingml/2006/main">
              <a:ext uri="{FF2B5EF4-FFF2-40B4-BE49-F238E27FC236}">
                <a16:creationId xmlns:a16="http://schemas.microsoft.com/office/drawing/2014/main" id="{3CFCD2B1-5CE4-46B2-A07D-96DC0EF0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516" y="6238173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32" name="Vector 132">
            <a:extLst xmlns:a="http://schemas.openxmlformats.org/drawingml/2006/main">
              <a:ext uri="{FF2B5EF4-FFF2-40B4-BE49-F238E27FC236}">
                <a16:creationId xmlns:a16="http://schemas.microsoft.com/office/drawing/2014/main" id="{B35609F4-E093-4224-BF7B-4796229C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672" y="6410473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33" name="Vector 133">
            <a:extLst xmlns:a="http://schemas.openxmlformats.org/drawingml/2006/main">
              <a:ext uri="{FF2B5EF4-FFF2-40B4-BE49-F238E27FC236}">
                <a16:creationId xmlns:a16="http://schemas.microsoft.com/office/drawing/2014/main" id="{A8825264-E8CC-4208-9165-7824FA1D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900" y="6582773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34" name="Vector 134">
            <a:extLst xmlns:a="http://schemas.openxmlformats.org/drawingml/2006/main">
              <a:ext uri="{FF2B5EF4-FFF2-40B4-BE49-F238E27FC236}">
                <a16:creationId xmlns:a16="http://schemas.microsoft.com/office/drawing/2014/main" id="{1CFB6897-3A47-49CC-AFCB-F0343F76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048" y="6755073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35" name="Vector 135">
            <a:extLst xmlns:a="http://schemas.openxmlformats.org/drawingml/2006/main">
              <a:ext uri="{FF2B5EF4-FFF2-40B4-BE49-F238E27FC236}">
                <a16:creationId xmlns:a16="http://schemas.microsoft.com/office/drawing/2014/main" id="{34D4218F-6F85-411A-BBDB-6135E3D8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444" y="6927373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36" name="Vector 136">
            <a:extLst xmlns:a="http://schemas.openxmlformats.org/drawingml/2006/main">
              <a:ext uri="{FF2B5EF4-FFF2-40B4-BE49-F238E27FC236}">
                <a16:creationId xmlns:a16="http://schemas.microsoft.com/office/drawing/2014/main" id="{7191D709-15E3-4436-96CB-B7C40270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152" y="7099674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478AC"/>
            </a:solidFill>
            <a:prstDash val="solid"/>
          </a:ln>
        </p:spPr>
      </p:sp>
      <p:sp>
        <p:nvSpPr>
          <p:cNvPr id="137" name="Vector 137">
            <a:extLst xmlns:a="http://schemas.openxmlformats.org/drawingml/2006/main">
              <a:ext uri="{FF2B5EF4-FFF2-40B4-BE49-F238E27FC236}">
                <a16:creationId xmlns:a16="http://schemas.microsoft.com/office/drawing/2014/main" id="{7624970F-7174-474A-A0E4-F12D0904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45" y="7271974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BABEC3"/>
            </a:solidFill>
            <a:prstDash val="solid"/>
          </a:ln>
        </p:spPr>
      </p:sp>
      <p:sp>
        <p:nvSpPr>
          <p:cNvPr id="138" name="Vector 138">
            <a:extLst xmlns:a="http://schemas.openxmlformats.org/drawingml/2006/main">
              <a:ext uri="{FF2B5EF4-FFF2-40B4-BE49-F238E27FC236}">
                <a16:creationId xmlns:a16="http://schemas.microsoft.com/office/drawing/2014/main" id="{0382AFBF-E4DD-4446-B282-3288E49D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286" y="7444274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BABEC3"/>
            </a:solidFill>
            <a:prstDash val="solid"/>
          </a:ln>
        </p:spPr>
      </p:sp>
      <p:sp>
        <p:nvSpPr>
          <p:cNvPr id="139" name="Vector 139">
            <a:extLst xmlns:a="http://schemas.openxmlformats.org/drawingml/2006/main">
              <a:ext uri="{FF2B5EF4-FFF2-40B4-BE49-F238E27FC236}">
                <a16:creationId xmlns:a16="http://schemas.microsoft.com/office/drawing/2014/main" id="{F8A771CB-BE81-4CA1-9116-6AC6E3A9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781" y="7616574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BABEC3"/>
            </a:solidFill>
            <a:prstDash val="solid"/>
          </a:ln>
        </p:spPr>
      </p:sp>
      <p:sp>
        <p:nvSpPr>
          <p:cNvPr id="140" name="Vector 140">
            <a:extLst xmlns:a="http://schemas.openxmlformats.org/drawingml/2006/main">
              <a:ext uri="{FF2B5EF4-FFF2-40B4-BE49-F238E27FC236}">
                <a16:creationId xmlns:a16="http://schemas.microsoft.com/office/drawing/2014/main" id="{68CF9FC2-351B-4F58-8FA7-8A417320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540" y="7788874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BABEC3"/>
            </a:solidFill>
            <a:prstDash val="solid"/>
          </a:ln>
        </p:spPr>
      </p:sp>
      <p:sp>
        <p:nvSpPr>
          <p:cNvPr id="141" name="Vector 141">
            <a:extLst xmlns:a="http://schemas.openxmlformats.org/drawingml/2006/main">
              <a:ext uri="{FF2B5EF4-FFF2-40B4-BE49-F238E27FC236}">
                <a16:creationId xmlns:a16="http://schemas.microsoft.com/office/drawing/2014/main" id="{1A300AC4-C389-4633-9B55-3A188439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08" y="7961174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BABEC3"/>
            </a:solidFill>
            <a:prstDash val="solid"/>
          </a:ln>
        </p:spPr>
      </p:sp>
      <p:sp>
        <p:nvSpPr>
          <p:cNvPr id="142" name="Vector 142">
            <a:extLst xmlns:a="http://schemas.openxmlformats.org/drawingml/2006/main">
              <a:ext uri="{FF2B5EF4-FFF2-40B4-BE49-F238E27FC236}">
                <a16:creationId xmlns:a16="http://schemas.microsoft.com/office/drawing/2014/main" id="{9099B465-753E-46AD-AEF0-D6A445E5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748" y="8133475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BABEC3"/>
            </a:solidFill>
            <a:prstDash val="solid"/>
          </a:ln>
        </p:spPr>
      </p:sp>
      <p:sp>
        <p:nvSpPr>
          <p:cNvPr id="143" name="Vector 143">
            <a:extLst xmlns:a="http://schemas.openxmlformats.org/drawingml/2006/main">
              <a:ext uri="{FF2B5EF4-FFF2-40B4-BE49-F238E27FC236}">
                <a16:creationId xmlns:a16="http://schemas.microsoft.com/office/drawing/2014/main" id="{759599D6-060E-45B2-BC77-FA05BD70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876" y="8305775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BABEC3"/>
            </a:solidFill>
            <a:prstDash val="solid"/>
          </a:ln>
        </p:spPr>
      </p:sp>
      <p:sp>
        <p:nvSpPr>
          <p:cNvPr id="144" name="Vector 144">
            <a:extLst xmlns:a="http://schemas.openxmlformats.org/drawingml/2006/main">
              <a:ext uri="{FF2B5EF4-FFF2-40B4-BE49-F238E27FC236}">
                <a16:creationId xmlns:a16="http://schemas.microsoft.com/office/drawing/2014/main" id="{8B1D027D-9C3C-480D-9516-BEA670A1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041" y="8478075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BABEC3"/>
            </a:solidFill>
            <a:prstDash val="solid"/>
          </a:ln>
        </p:spPr>
      </p:sp>
      <p:sp>
        <p:nvSpPr>
          <p:cNvPr id="145" name="Vector 145">
            <a:extLst xmlns:a="http://schemas.openxmlformats.org/drawingml/2006/main">
              <a:ext uri="{FF2B5EF4-FFF2-40B4-BE49-F238E27FC236}">
                <a16:creationId xmlns:a16="http://schemas.microsoft.com/office/drawing/2014/main" id="{3378BAF6-7930-4C65-B597-C5184672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216" y="8650375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BABEC3"/>
            </a:solidFill>
            <a:prstDash val="solid"/>
          </a:ln>
        </p:spPr>
      </p:sp>
      <p:sp>
        <p:nvSpPr>
          <p:cNvPr id="146" name="Vector 146">
            <a:extLst xmlns:a="http://schemas.openxmlformats.org/drawingml/2006/main">
              <a:ext uri="{FF2B5EF4-FFF2-40B4-BE49-F238E27FC236}">
                <a16:creationId xmlns:a16="http://schemas.microsoft.com/office/drawing/2014/main" id="{B79DC5D4-5FA3-46BA-8BD4-635F5DCB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168" y="8822675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BABEC3"/>
            </a:solidFill>
            <a:prstDash val="solid"/>
          </a:ln>
        </p:spPr>
      </p:sp>
      <p:sp>
        <p:nvSpPr>
          <p:cNvPr id="147" name="Vector 147">
            <a:extLst xmlns:a="http://schemas.openxmlformats.org/drawingml/2006/main">
              <a:ext uri="{FF2B5EF4-FFF2-40B4-BE49-F238E27FC236}">
                <a16:creationId xmlns:a16="http://schemas.microsoft.com/office/drawing/2014/main" id="{53FDD250-31B2-406F-971A-68F1FEE7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714" y="8994975"/>
            <a:ext cx="10" cy="10"/>
          </a:xfrm>
          <a:custGeom xmlns:a="http://schemas.openxmlformats.org/drawingml/2006/main">
            <a:pathLst>
              <a:path w="10" h="1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BABEC3"/>
            </a:solidFill>
            <a:prstDash val="solid"/>
          </a:ln>
        </p:spPr>
      </p:sp>
      <p:sp>
        <p:nvSpPr>
          <p:cNvPr id="148" name="Vector 148">
            <a:extLst xmlns:a="http://schemas.openxmlformats.org/drawingml/2006/main">
              <a:ext uri="{FF2B5EF4-FFF2-40B4-BE49-F238E27FC236}">
                <a16:creationId xmlns:a16="http://schemas.microsoft.com/office/drawing/2014/main" id="{5704CAA9-B0B0-4CB8-9975-F651934E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622" y="9167276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BABEC3"/>
            </a:solidFill>
            <a:prstDash val="solid"/>
          </a:ln>
        </p:spPr>
      </p:sp>
      <p:sp>
        <p:nvSpPr>
          <p:cNvPr id="149" name="Vector 149">
            <a:extLst xmlns:a="http://schemas.openxmlformats.org/drawingml/2006/main">
              <a:ext uri="{FF2B5EF4-FFF2-40B4-BE49-F238E27FC236}">
                <a16:creationId xmlns:a16="http://schemas.microsoft.com/office/drawing/2014/main" id="{B3589D3E-8511-438F-8B39-1C91327E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714" y="1207008"/>
            <a:ext cx="10" cy="8339328"/>
          </a:xfrm>
          <a:custGeom xmlns:a="http://schemas.openxmlformats.org/drawingml/2006/main">
            <a:pathLst>
              <a:path w="10" h="8339328">
                <a:moveTo>
                  <a:pt x="0" y="83393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333333"/>
            </a:solidFill>
            <a:prstDash val="dash"/>
          </a:ln>
        </p:spPr>
      </p:sp>
      <p:sp>
        <p:nvSpPr>
          <p:cNvPr id="150" name="mf60ebfa46c 150">
            <a:extLst xmlns:a="http://schemas.openxmlformats.org/drawingml/2006/main">
              <a:ext uri="{FF2B5EF4-FFF2-40B4-BE49-F238E27FC236}">
                <a16:creationId xmlns:a16="http://schemas.microsoft.com/office/drawing/2014/main" id="{046B3D64-E4A4-4340-BAF3-CC72D0B5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99" y="1570193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51" name="mf60ebfa46c 151">
            <a:extLst xmlns:a="http://schemas.openxmlformats.org/drawingml/2006/main">
              <a:ext uri="{FF2B5EF4-FFF2-40B4-BE49-F238E27FC236}">
                <a16:creationId xmlns:a16="http://schemas.microsoft.com/office/drawing/2014/main" id="{6C131939-E1EB-4655-B334-03ED5F38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103" y="1742494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52" name="mf60ebfa46c 152">
            <a:extLst xmlns:a="http://schemas.openxmlformats.org/drawingml/2006/main">
              <a:ext uri="{FF2B5EF4-FFF2-40B4-BE49-F238E27FC236}">
                <a16:creationId xmlns:a16="http://schemas.microsoft.com/office/drawing/2014/main" id="{0D926AC1-744F-44C1-8D11-25290354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117" y="1914794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53" name="mf60ebfa46c 153">
            <a:extLst xmlns:a="http://schemas.openxmlformats.org/drawingml/2006/main">
              <a:ext uri="{FF2B5EF4-FFF2-40B4-BE49-F238E27FC236}">
                <a16:creationId xmlns:a16="http://schemas.microsoft.com/office/drawing/2014/main" id="{61D6F4C7-B15D-4810-BCEF-C438FCD3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793" y="2087094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54" name="mf60ebfa46c 154">
            <a:extLst xmlns:a="http://schemas.openxmlformats.org/drawingml/2006/main">
              <a:ext uri="{FF2B5EF4-FFF2-40B4-BE49-F238E27FC236}">
                <a16:creationId xmlns:a16="http://schemas.microsoft.com/office/drawing/2014/main" id="{54764AD8-451B-4FA7-8518-E8DFF57F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59" y="2259394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55" name="mf60ebfa46c 155">
            <a:extLst xmlns:a="http://schemas.openxmlformats.org/drawingml/2006/main">
              <a:ext uri="{FF2B5EF4-FFF2-40B4-BE49-F238E27FC236}">
                <a16:creationId xmlns:a16="http://schemas.microsoft.com/office/drawing/2014/main" id="{0D8F5028-E41A-4A3B-8EC5-FAB96916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745" y="2431694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56" name="mf60ebfa46c 156">
            <a:extLst xmlns:a="http://schemas.openxmlformats.org/drawingml/2006/main">
              <a:ext uri="{FF2B5EF4-FFF2-40B4-BE49-F238E27FC236}">
                <a16:creationId xmlns:a16="http://schemas.microsoft.com/office/drawing/2014/main" id="{165A80E4-C871-40E4-AF74-DE5F44DE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36" y="2603994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57" name="mf60ebfa46c 157">
            <a:extLst xmlns:a="http://schemas.openxmlformats.org/drawingml/2006/main">
              <a:ext uri="{FF2B5EF4-FFF2-40B4-BE49-F238E27FC236}">
                <a16:creationId xmlns:a16="http://schemas.microsoft.com/office/drawing/2014/main" id="{7798F637-D988-4337-B9E6-CED00700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650" y="2776295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58" name="mf60ebfa46c 158">
            <a:extLst xmlns:a="http://schemas.openxmlformats.org/drawingml/2006/main">
              <a:ext uri="{FF2B5EF4-FFF2-40B4-BE49-F238E27FC236}">
                <a16:creationId xmlns:a16="http://schemas.microsoft.com/office/drawing/2014/main" id="{D4720786-8D5C-4ADA-A821-6B277C1C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667" y="2948595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59" name="mf60ebfa46c 159">
            <a:extLst xmlns:a="http://schemas.openxmlformats.org/drawingml/2006/main">
              <a:ext uri="{FF2B5EF4-FFF2-40B4-BE49-F238E27FC236}">
                <a16:creationId xmlns:a16="http://schemas.microsoft.com/office/drawing/2014/main" id="{7451C631-D93E-418B-B1BB-AFF7F9C7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076" y="3120895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60" name="mf60ebfa46c 160">
            <a:extLst xmlns:a="http://schemas.openxmlformats.org/drawingml/2006/main">
              <a:ext uri="{FF2B5EF4-FFF2-40B4-BE49-F238E27FC236}">
                <a16:creationId xmlns:a16="http://schemas.microsoft.com/office/drawing/2014/main" id="{D7986642-D8A7-4069-8D2A-B3E5C1D2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226" y="3293195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61" name="mf60ebfa46c 161">
            <a:extLst xmlns:a="http://schemas.openxmlformats.org/drawingml/2006/main">
              <a:ext uri="{FF2B5EF4-FFF2-40B4-BE49-F238E27FC236}">
                <a16:creationId xmlns:a16="http://schemas.microsoft.com/office/drawing/2014/main" id="{54E91612-A86C-4117-AAF9-3F700F31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653" y="3465495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62" name="mf60ebfa46c 162">
            <a:extLst xmlns:a="http://schemas.openxmlformats.org/drawingml/2006/main">
              <a:ext uri="{FF2B5EF4-FFF2-40B4-BE49-F238E27FC236}">
                <a16:creationId xmlns:a16="http://schemas.microsoft.com/office/drawing/2014/main" id="{7A9A9CCA-ADE5-4402-9755-EC1E3EB6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722" y="3637795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63" name="mf60ebfa46c 163">
            <a:extLst xmlns:a="http://schemas.openxmlformats.org/drawingml/2006/main">
              <a:ext uri="{FF2B5EF4-FFF2-40B4-BE49-F238E27FC236}">
                <a16:creationId xmlns:a16="http://schemas.microsoft.com/office/drawing/2014/main" id="{2C50B1A1-DC69-4F86-9DDB-0BC89978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490" y="3810096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64" name="mf60ebfa46c 164">
            <a:extLst xmlns:a="http://schemas.openxmlformats.org/drawingml/2006/main">
              <a:ext uri="{FF2B5EF4-FFF2-40B4-BE49-F238E27FC236}">
                <a16:creationId xmlns:a16="http://schemas.microsoft.com/office/drawing/2014/main" id="{25B976E0-7478-4CF1-97A9-13D862B4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433" y="3982396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65" name="mf60ebfa46c 165">
            <a:extLst xmlns:a="http://schemas.openxmlformats.org/drawingml/2006/main">
              <a:ext uri="{FF2B5EF4-FFF2-40B4-BE49-F238E27FC236}">
                <a16:creationId xmlns:a16="http://schemas.microsoft.com/office/drawing/2014/main" id="{EE79E945-45FB-43EA-825D-2C0A746A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477" y="4154696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66" name="mf60ebfa46c 166">
            <a:extLst xmlns:a="http://schemas.openxmlformats.org/drawingml/2006/main">
              <a:ext uri="{FF2B5EF4-FFF2-40B4-BE49-F238E27FC236}">
                <a16:creationId xmlns:a16="http://schemas.microsoft.com/office/drawing/2014/main" id="{C5C78D6C-0667-4C89-8F38-0D621A9B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569" y="4326996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67" name="mf60ebfa46c 167">
            <a:extLst xmlns:a="http://schemas.openxmlformats.org/drawingml/2006/main">
              <a:ext uri="{FF2B5EF4-FFF2-40B4-BE49-F238E27FC236}">
                <a16:creationId xmlns:a16="http://schemas.microsoft.com/office/drawing/2014/main" id="{1C9F2297-1EC5-4A77-9546-96B78202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923" y="4499296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68" name="mf60ebfa46c 168">
            <a:extLst xmlns:a="http://schemas.openxmlformats.org/drawingml/2006/main">
              <a:ext uri="{FF2B5EF4-FFF2-40B4-BE49-F238E27FC236}">
                <a16:creationId xmlns:a16="http://schemas.microsoft.com/office/drawing/2014/main" id="{62F93C4E-BE46-44E6-A1A2-11681AFE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679" y="4671596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69" name="mf60ebfa46c 169">
            <a:extLst xmlns:a="http://schemas.openxmlformats.org/drawingml/2006/main">
              <a:ext uri="{FF2B5EF4-FFF2-40B4-BE49-F238E27FC236}">
                <a16:creationId xmlns:a16="http://schemas.microsoft.com/office/drawing/2014/main" id="{D857CAAD-E510-4BA2-BC7B-8465FFF4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17" y="4843897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70" name="mf60ebfa46c 170">
            <a:extLst xmlns:a="http://schemas.openxmlformats.org/drawingml/2006/main">
              <a:ext uri="{FF2B5EF4-FFF2-40B4-BE49-F238E27FC236}">
                <a16:creationId xmlns:a16="http://schemas.microsoft.com/office/drawing/2014/main" id="{73BF4558-BAF1-4786-BEAA-85DECCDD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324" y="5016197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71" name="mf60ebfa46c 171">
            <a:extLst xmlns:a="http://schemas.openxmlformats.org/drawingml/2006/main">
              <a:ext uri="{FF2B5EF4-FFF2-40B4-BE49-F238E27FC236}">
                <a16:creationId xmlns:a16="http://schemas.microsoft.com/office/drawing/2014/main" id="{2DE45D3C-FB0D-4987-8F56-E75D1104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90" y="5188497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72" name="mf60ebfa46c 172">
            <a:extLst xmlns:a="http://schemas.openxmlformats.org/drawingml/2006/main">
              <a:ext uri="{FF2B5EF4-FFF2-40B4-BE49-F238E27FC236}">
                <a16:creationId xmlns:a16="http://schemas.microsoft.com/office/drawing/2014/main" id="{CBE8A241-87F1-4935-BDFA-A26D77A6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039" y="5360797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73" name="mf60ebfa46c 173">
            <a:extLst xmlns:a="http://schemas.openxmlformats.org/drawingml/2006/main">
              <a:ext uri="{FF2B5EF4-FFF2-40B4-BE49-F238E27FC236}">
                <a16:creationId xmlns:a16="http://schemas.microsoft.com/office/drawing/2014/main" id="{6E04D7EB-5F14-4878-8CB5-77BC58B9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004" y="5533097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74" name="mf60ebfa46c 174">
            <a:extLst xmlns:a="http://schemas.openxmlformats.org/drawingml/2006/main">
              <a:ext uri="{FF2B5EF4-FFF2-40B4-BE49-F238E27FC236}">
                <a16:creationId xmlns:a16="http://schemas.microsoft.com/office/drawing/2014/main" id="{F7477117-C50B-48A8-842D-CD607C3C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550" y="5705397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75" name="mf60ebfa46c 175">
            <a:extLst xmlns:a="http://schemas.openxmlformats.org/drawingml/2006/main">
              <a:ext uri="{FF2B5EF4-FFF2-40B4-BE49-F238E27FC236}">
                <a16:creationId xmlns:a16="http://schemas.microsoft.com/office/drawing/2014/main" id="{070F6B65-D08E-4CEC-B796-73B7B061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191" y="5877697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76" name="mf60ebfa46c 176">
            <a:extLst xmlns:a="http://schemas.openxmlformats.org/drawingml/2006/main">
              <a:ext uri="{FF2B5EF4-FFF2-40B4-BE49-F238E27FC236}">
                <a16:creationId xmlns:a16="http://schemas.microsoft.com/office/drawing/2014/main" id="{2D5EB007-C54A-487A-B34E-C80AA34D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325" y="6049998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77" name="mf60ebfa46c 177">
            <a:extLst xmlns:a="http://schemas.openxmlformats.org/drawingml/2006/main">
              <a:ext uri="{FF2B5EF4-FFF2-40B4-BE49-F238E27FC236}">
                <a16:creationId xmlns:a16="http://schemas.microsoft.com/office/drawing/2014/main" id="{D93C8D6A-3F73-4B4B-8EA2-163E2B61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187" y="6222298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78" name="mf60ebfa46c 178">
            <a:extLst xmlns:a="http://schemas.openxmlformats.org/drawingml/2006/main">
              <a:ext uri="{FF2B5EF4-FFF2-40B4-BE49-F238E27FC236}">
                <a16:creationId xmlns:a16="http://schemas.microsoft.com/office/drawing/2014/main" id="{1FBCB905-1E1E-4697-BD0E-39DBA62D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343" y="6394598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79" name="mf60ebfa46c 179">
            <a:extLst xmlns:a="http://schemas.openxmlformats.org/drawingml/2006/main">
              <a:ext uri="{FF2B5EF4-FFF2-40B4-BE49-F238E27FC236}">
                <a16:creationId xmlns:a16="http://schemas.microsoft.com/office/drawing/2014/main" id="{C268D53A-C11D-49B9-AB30-51E62D69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571" y="6566898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80" name="mf60ebfa46c 180">
            <a:extLst xmlns:a="http://schemas.openxmlformats.org/drawingml/2006/main">
              <a:ext uri="{FF2B5EF4-FFF2-40B4-BE49-F238E27FC236}">
                <a16:creationId xmlns:a16="http://schemas.microsoft.com/office/drawing/2014/main" id="{3DC49053-F0CF-45F8-8D2F-39C92528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719" y="6739198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81" name="mf60ebfa46c 181">
            <a:extLst xmlns:a="http://schemas.openxmlformats.org/drawingml/2006/main">
              <a:ext uri="{FF2B5EF4-FFF2-40B4-BE49-F238E27FC236}">
                <a16:creationId xmlns:a16="http://schemas.microsoft.com/office/drawing/2014/main" id="{C8BB083E-1D0C-434E-A480-51FB7EC3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6115" y="6911498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82" name="mf60ebfa46c 182">
            <a:extLst xmlns:a="http://schemas.openxmlformats.org/drawingml/2006/main">
              <a:ext uri="{FF2B5EF4-FFF2-40B4-BE49-F238E27FC236}">
                <a16:creationId xmlns:a16="http://schemas.microsoft.com/office/drawing/2014/main" id="{C1D060BD-6AE1-4F7E-A5FB-2BA887C3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823" y="7083799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183" name="m89ec365afe 183">
            <a:extLst xmlns:a="http://schemas.openxmlformats.org/drawingml/2006/main">
              <a:ext uri="{FF2B5EF4-FFF2-40B4-BE49-F238E27FC236}">
                <a16:creationId xmlns:a16="http://schemas.microsoft.com/office/drawing/2014/main" id="{84BDE485-A941-40D1-99E9-98C79941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416" y="7256099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solidFill>
              <a:srgbClr val="BABEC3"/>
            </a:solidFill>
            <a:prstDash val="solid"/>
          </a:ln>
        </p:spPr>
      </p:sp>
      <p:sp>
        <p:nvSpPr>
          <p:cNvPr id="184" name="m89ec365afe 184">
            <a:extLst xmlns:a="http://schemas.openxmlformats.org/drawingml/2006/main">
              <a:ext uri="{FF2B5EF4-FFF2-40B4-BE49-F238E27FC236}">
                <a16:creationId xmlns:a16="http://schemas.microsoft.com/office/drawing/2014/main" id="{89AB9D57-1718-48A0-92F5-51B79EEB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957" y="7428399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solidFill>
              <a:srgbClr val="BABEC3"/>
            </a:solidFill>
            <a:prstDash val="solid"/>
          </a:ln>
        </p:spPr>
      </p:sp>
      <p:sp>
        <p:nvSpPr>
          <p:cNvPr id="185" name="m89ec365afe 185">
            <a:extLst xmlns:a="http://schemas.openxmlformats.org/drawingml/2006/main">
              <a:ext uri="{FF2B5EF4-FFF2-40B4-BE49-F238E27FC236}">
                <a16:creationId xmlns:a16="http://schemas.microsoft.com/office/drawing/2014/main" id="{ADEFE93A-96F9-4C0B-A1C9-0F24E2D9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3452" y="7600699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solidFill>
              <a:srgbClr val="BABEC3"/>
            </a:solidFill>
            <a:prstDash val="solid"/>
          </a:ln>
        </p:spPr>
      </p:sp>
      <p:sp>
        <p:nvSpPr>
          <p:cNvPr id="186" name="m89ec365afe 186">
            <a:extLst xmlns:a="http://schemas.openxmlformats.org/drawingml/2006/main">
              <a:ext uri="{FF2B5EF4-FFF2-40B4-BE49-F238E27FC236}">
                <a16:creationId xmlns:a16="http://schemas.microsoft.com/office/drawing/2014/main" id="{82D85096-3ADA-4AB4-AAC8-59768AD9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211" y="7772999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solidFill>
              <a:srgbClr val="BABEC3"/>
            </a:solidFill>
            <a:prstDash val="solid"/>
          </a:ln>
        </p:spPr>
      </p:sp>
      <p:sp>
        <p:nvSpPr>
          <p:cNvPr id="187" name="m89ec365afe 187">
            <a:extLst xmlns:a="http://schemas.openxmlformats.org/drawingml/2006/main">
              <a:ext uri="{FF2B5EF4-FFF2-40B4-BE49-F238E27FC236}">
                <a16:creationId xmlns:a16="http://schemas.microsoft.com/office/drawing/2014/main" id="{B64C0A54-83A1-4126-9819-E6DEC0E5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179" y="7945299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solidFill>
              <a:srgbClr val="BABEC3"/>
            </a:solidFill>
            <a:prstDash val="solid"/>
          </a:ln>
        </p:spPr>
      </p:sp>
      <p:sp>
        <p:nvSpPr>
          <p:cNvPr id="188" name="m89ec365afe 188">
            <a:extLst xmlns:a="http://schemas.openxmlformats.org/drawingml/2006/main">
              <a:ext uri="{FF2B5EF4-FFF2-40B4-BE49-F238E27FC236}">
                <a16:creationId xmlns:a16="http://schemas.microsoft.com/office/drawing/2014/main" id="{545719ED-704D-4685-8281-19F7EE95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419" y="8117600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solidFill>
              <a:srgbClr val="BABEC3"/>
            </a:solidFill>
            <a:prstDash val="solid"/>
          </a:ln>
        </p:spPr>
      </p:sp>
      <p:sp>
        <p:nvSpPr>
          <p:cNvPr id="189" name="m89ec365afe 189">
            <a:extLst xmlns:a="http://schemas.openxmlformats.org/drawingml/2006/main">
              <a:ext uri="{FF2B5EF4-FFF2-40B4-BE49-F238E27FC236}">
                <a16:creationId xmlns:a16="http://schemas.microsoft.com/office/drawing/2014/main" id="{C30AA5E9-10AE-4676-9C9D-E52A27B9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548" y="8289900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solidFill>
              <a:srgbClr val="BABEC3"/>
            </a:solidFill>
            <a:prstDash val="solid"/>
          </a:ln>
        </p:spPr>
      </p:sp>
      <p:sp>
        <p:nvSpPr>
          <p:cNvPr id="190" name="m89ec365afe 190">
            <a:extLst xmlns:a="http://schemas.openxmlformats.org/drawingml/2006/main">
              <a:ext uri="{FF2B5EF4-FFF2-40B4-BE49-F238E27FC236}">
                <a16:creationId xmlns:a16="http://schemas.microsoft.com/office/drawing/2014/main" id="{40F69FAF-9B23-45E4-A05B-218377ED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712" y="8462200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solidFill>
              <a:srgbClr val="BABEC3"/>
            </a:solidFill>
            <a:prstDash val="solid"/>
          </a:ln>
        </p:spPr>
      </p:sp>
      <p:sp>
        <p:nvSpPr>
          <p:cNvPr id="191" name="m89ec365afe 191">
            <a:extLst xmlns:a="http://schemas.openxmlformats.org/drawingml/2006/main">
              <a:ext uri="{FF2B5EF4-FFF2-40B4-BE49-F238E27FC236}">
                <a16:creationId xmlns:a16="http://schemas.microsoft.com/office/drawing/2014/main" id="{24A46FCD-FC35-497B-B5E2-2BD9DFB9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887" y="8634500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solidFill>
              <a:srgbClr val="BABEC3"/>
            </a:solidFill>
            <a:prstDash val="solid"/>
          </a:ln>
        </p:spPr>
      </p:sp>
      <p:sp>
        <p:nvSpPr>
          <p:cNvPr id="192" name="m89ec365afe 192">
            <a:extLst xmlns:a="http://schemas.openxmlformats.org/drawingml/2006/main">
              <a:ext uri="{FF2B5EF4-FFF2-40B4-BE49-F238E27FC236}">
                <a16:creationId xmlns:a16="http://schemas.microsoft.com/office/drawing/2014/main" id="{B0D4CEB9-FBB4-44CE-A61A-11355569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839" y="8806800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solidFill>
              <a:srgbClr val="BABEC3"/>
            </a:solidFill>
            <a:prstDash val="solid"/>
          </a:ln>
        </p:spPr>
      </p:sp>
      <p:sp>
        <p:nvSpPr>
          <p:cNvPr id="193" name="m89ec365afe 193">
            <a:extLst xmlns:a="http://schemas.openxmlformats.org/drawingml/2006/main">
              <a:ext uri="{FF2B5EF4-FFF2-40B4-BE49-F238E27FC236}">
                <a16:creationId xmlns:a16="http://schemas.microsoft.com/office/drawing/2014/main" id="{27E2164C-AE83-4DA6-972D-D9E669CD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839" y="8979100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solidFill>
              <a:srgbClr val="BABEC3"/>
            </a:solidFill>
            <a:prstDash val="solid"/>
          </a:ln>
        </p:spPr>
      </p:sp>
      <p:sp>
        <p:nvSpPr>
          <p:cNvPr id="194" name="m89ec365afe 194">
            <a:extLst xmlns:a="http://schemas.openxmlformats.org/drawingml/2006/main">
              <a:ext uri="{FF2B5EF4-FFF2-40B4-BE49-F238E27FC236}">
                <a16:creationId xmlns:a16="http://schemas.microsoft.com/office/drawing/2014/main" id="{99B9A1BE-E72D-43D1-8CE7-08CCC596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6293" y="9151401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solidFill>
              <a:srgbClr val="BABEC3"/>
            </a:solidFill>
            <a:prstDash val="solid"/>
          </a:ln>
        </p:spPr>
      </p:sp>
      <p:sp>
        <p:nvSpPr>
          <p:cNvPr id="195" name="Vector 195">
            <a:extLst xmlns:a="http://schemas.openxmlformats.org/drawingml/2006/main">
              <a:ext uri="{FF2B5EF4-FFF2-40B4-BE49-F238E27FC236}">
                <a16:creationId xmlns:a16="http://schemas.microsoft.com/office/drawing/2014/main" id="{4C757676-9531-4F47-B538-BDD59D50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207008"/>
            <a:ext cx="10" cy="8339328"/>
          </a:xfrm>
          <a:custGeom xmlns:a="http://schemas.openxmlformats.org/drawingml/2006/main">
            <a:pathLst>
              <a:path w="10" h="8339328">
                <a:moveTo>
                  <a:pt x="0" y="83393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96" name="Vector 196">
            <a:extLst xmlns:a="http://schemas.openxmlformats.org/drawingml/2006/main">
              <a:ext uri="{FF2B5EF4-FFF2-40B4-BE49-F238E27FC236}">
                <a16:creationId xmlns:a16="http://schemas.microsoft.com/office/drawing/2014/main" id="{78506BCD-BDAC-4B94-A894-1A1D3647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9546336"/>
            <a:ext cx="2633472" cy="10"/>
          </a:xfrm>
          <a:custGeom xmlns:a="http://schemas.openxmlformats.org/drawingml/2006/main">
            <a:pathLst>
              <a:path w="2633472" h="10">
                <a:moveTo>
                  <a:pt x="0" y="0"/>
                </a:moveTo>
                <a:lnTo>
                  <a:pt x="2633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97" name="Vector 197">
            <a:extLst xmlns:a="http://schemas.openxmlformats.org/drawingml/2006/main">
              <a:ext uri="{FF2B5EF4-FFF2-40B4-BE49-F238E27FC236}">
                <a16:creationId xmlns:a16="http://schemas.microsoft.com/office/drawing/2014/main" id="{F38DEE32-AC19-40E5-B9DF-43E14BEC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816" y="1207008"/>
            <a:ext cx="2633472" cy="8339328"/>
          </a:xfrm>
          <a:custGeom xmlns:a="http://schemas.openxmlformats.org/drawingml/2006/main">
            <a:pathLst>
              <a:path w="2633472" h="8339328">
                <a:moveTo>
                  <a:pt x="0" y="8339328"/>
                </a:moveTo>
                <a:lnTo>
                  <a:pt x="2633472" y="8339328"/>
                </a:lnTo>
                <a:lnTo>
                  <a:pt x="26334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98" name="m5fe99735db 198">
            <a:extLst xmlns:a="http://schemas.openxmlformats.org/drawingml/2006/main">
              <a:ext uri="{FF2B5EF4-FFF2-40B4-BE49-F238E27FC236}">
                <a16:creationId xmlns:a16="http://schemas.microsoft.com/office/drawing/2014/main" id="{2DB4C0CC-773F-40E8-B444-362E4E9C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670" y="954633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99" name="Text 199: −0.50">
            <a:extLst xmlns:a="http://schemas.openxmlformats.org/drawingml/2006/main">
              <a:ext uri="{FF2B5EF4-FFF2-40B4-BE49-F238E27FC236}">
                <a16:creationId xmlns:a16="http://schemas.microsoft.com/office/drawing/2014/main" id="{50D0584A-5721-4353-8AC6-D69327D4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2315" y="9613626"/>
            <a:ext cx="34671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−0.50</a:t>
            </a:r>
          </a:p>
        </p:txBody>
      </p:sp>
      <p:sp>
        <p:nvSpPr>
          <p:cNvPr id="200" name="m5fe99735db 200">
            <a:extLst xmlns:a="http://schemas.openxmlformats.org/drawingml/2006/main">
              <a:ext uri="{FF2B5EF4-FFF2-40B4-BE49-F238E27FC236}">
                <a16:creationId xmlns:a16="http://schemas.microsoft.com/office/drawing/2014/main" id="{CFC18463-4D72-4308-B043-8F9EB71E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188" y="954633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01" name="Text 201: −0.25">
            <a:extLst xmlns:a="http://schemas.openxmlformats.org/drawingml/2006/main">
              <a:ext uri="{FF2B5EF4-FFF2-40B4-BE49-F238E27FC236}">
                <a16:creationId xmlns:a16="http://schemas.microsoft.com/office/drawing/2014/main" id="{491E67AD-9DE3-499D-A67C-EAFCA5D4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3833" y="9613626"/>
            <a:ext cx="34671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−0.25</a:t>
            </a:r>
          </a:p>
        </p:txBody>
      </p:sp>
      <p:sp>
        <p:nvSpPr>
          <p:cNvPr id="202" name="m5fe99735db 202">
            <a:extLst xmlns:a="http://schemas.openxmlformats.org/drawingml/2006/main">
              <a:ext uri="{FF2B5EF4-FFF2-40B4-BE49-F238E27FC236}">
                <a16:creationId xmlns:a16="http://schemas.microsoft.com/office/drawing/2014/main" id="{2A4A7F9B-C867-43BB-87E7-EF83DEFF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706" y="954633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03" name="Text 203: 0.00">
            <a:extLst xmlns:a="http://schemas.openxmlformats.org/drawingml/2006/main">
              <a:ext uri="{FF2B5EF4-FFF2-40B4-BE49-F238E27FC236}">
                <a16:creationId xmlns:a16="http://schemas.microsoft.com/office/drawing/2014/main" id="{E1A138E5-77AA-419D-82C7-17892CD0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435" y="9613626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204" name="m5fe99735db 204">
            <a:extLst xmlns:a="http://schemas.openxmlformats.org/drawingml/2006/main">
              <a:ext uri="{FF2B5EF4-FFF2-40B4-BE49-F238E27FC236}">
                <a16:creationId xmlns:a16="http://schemas.microsoft.com/office/drawing/2014/main" id="{041CD5D0-7CCC-4CE2-976E-4380433E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0224" y="954633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05" name="Text 205: 0.25">
            <a:extLst xmlns:a="http://schemas.openxmlformats.org/drawingml/2006/main">
              <a:ext uri="{FF2B5EF4-FFF2-40B4-BE49-F238E27FC236}">
                <a16:creationId xmlns:a16="http://schemas.microsoft.com/office/drawing/2014/main" id="{E712B395-B7A1-42C9-BE11-B3166F7E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3953" y="9613626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206" name="m5fe99735db 206">
            <a:extLst xmlns:a="http://schemas.openxmlformats.org/drawingml/2006/main">
              <a:ext uri="{FF2B5EF4-FFF2-40B4-BE49-F238E27FC236}">
                <a16:creationId xmlns:a16="http://schemas.microsoft.com/office/drawing/2014/main" id="{20406AFC-9B14-4DC8-BAB7-4FEE2C39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742" y="954633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07" name="Text 207: 0.50">
            <a:extLst xmlns:a="http://schemas.openxmlformats.org/drawingml/2006/main">
              <a:ext uri="{FF2B5EF4-FFF2-40B4-BE49-F238E27FC236}">
                <a16:creationId xmlns:a16="http://schemas.microsoft.com/office/drawing/2014/main" id="{E0308BC9-B32A-447E-811C-D3CE5811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5471" y="9613626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0.50</a:t>
            </a:r>
          </a:p>
        </p:txBody>
      </p:sp>
      <p:sp>
        <p:nvSpPr>
          <p:cNvPr id="208" name="Text 208: Illustrative γ (interval)">
            <a:extLst xmlns:a="http://schemas.openxmlformats.org/drawingml/2006/main">
              <a:ext uri="{FF2B5EF4-FFF2-40B4-BE49-F238E27FC236}">
                <a16:creationId xmlns:a16="http://schemas.microsoft.com/office/drawing/2014/main" id="{DD934E03-9BAC-4BE1-B62A-2FF9A182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7031" y="9787338"/>
            <a:ext cx="12250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Illustrative γ (interval)</a:t>
            </a:r>
          </a:p>
        </p:txBody>
      </p:sp>
      <p:sp>
        <p:nvSpPr>
          <p:cNvPr id="209" name="m2b56e8638f 209">
            <a:extLst xmlns:a="http://schemas.openxmlformats.org/drawingml/2006/main">
              <a:ext uri="{FF2B5EF4-FFF2-40B4-BE49-F238E27FC236}">
                <a16:creationId xmlns:a16="http://schemas.microsoft.com/office/drawing/2014/main" id="{072FD4BF-7CD3-4DF7-A89A-8638DB00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1586068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10" name="Text 210: C80">
            <a:extLst xmlns:a="http://schemas.openxmlformats.org/drawingml/2006/main">
              <a:ext uri="{FF2B5EF4-FFF2-40B4-BE49-F238E27FC236}">
                <a16:creationId xmlns:a16="http://schemas.microsoft.com/office/drawing/2014/main" id="{1EAF5AB9-B739-427B-9939-24B3AC65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1537166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BABEC3"/>
                </a:solidFill>
                <a:latin typeface="Arial"/>
                <a:ea typeface="Arial"/>
                <a:cs typeface="Arial"/>
              </a:rPr>
              <a:t>C80</a:t>
            </a:r>
          </a:p>
        </p:txBody>
      </p:sp>
      <p:sp>
        <p:nvSpPr>
          <p:cNvPr id="211" name="m2b56e8638f 211">
            <a:extLst xmlns:a="http://schemas.openxmlformats.org/drawingml/2006/main">
              <a:ext uri="{FF2B5EF4-FFF2-40B4-BE49-F238E27FC236}">
                <a16:creationId xmlns:a16="http://schemas.microsoft.com/office/drawing/2014/main" id="{D027C70E-964D-4EA9-BD60-EB3511DD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1758369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12" name="Text 212: C74">
            <a:extLst xmlns:a="http://schemas.openxmlformats.org/drawingml/2006/main">
              <a:ext uri="{FF2B5EF4-FFF2-40B4-BE49-F238E27FC236}">
                <a16:creationId xmlns:a16="http://schemas.microsoft.com/office/drawing/2014/main" id="{9E9FEB0F-F6EC-43FD-B729-372346BD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1709467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BABEC3"/>
                </a:solidFill>
                <a:latin typeface="Arial"/>
                <a:ea typeface="Arial"/>
                <a:cs typeface="Arial"/>
              </a:rPr>
              <a:t>C74</a:t>
            </a:r>
          </a:p>
        </p:txBody>
      </p:sp>
      <p:sp>
        <p:nvSpPr>
          <p:cNvPr id="213" name="m2b56e8638f 213">
            <a:extLst xmlns:a="http://schemas.openxmlformats.org/drawingml/2006/main">
              <a:ext uri="{FF2B5EF4-FFF2-40B4-BE49-F238E27FC236}">
                <a16:creationId xmlns:a16="http://schemas.microsoft.com/office/drawing/2014/main" id="{33C8F218-8B34-489C-94A6-D8C14D09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1930669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14" name="Text 214: C43">
            <a:extLst xmlns:a="http://schemas.openxmlformats.org/drawingml/2006/main">
              <a:ext uri="{FF2B5EF4-FFF2-40B4-BE49-F238E27FC236}">
                <a16:creationId xmlns:a16="http://schemas.microsoft.com/office/drawing/2014/main" id="{77EEA8CB-3896-40F4-8897-6B44A682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1881767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BABEC3"/>
                </a:solidFill>
                <a:latin typeface="Arial"/>
                <a:ea typeface="Arial"/>
                <a:cs typeface="Arial"/>
              </a:rPr>
              <a:t>C43</a:t>
            </a:r>
          </a:p>
        </p:txBody>
      </p:sp>
      <p:sp>
        <p:nvSpPr>
          <p:cNvPr id="215" name="m2b56e8638f 215">
            <a:extLst xmlns:a="http://schemas.openxmlformats.org/drawingml/2006/main">
              <a:ext uri="{FF2B5EF4-FFF2-40B4-BE49-F238E27FC236}">
                <a16:creationId xmlns:a16="http://schemas.microsoft.com/office/drawing/2014/main" id="{9BEA5163-AF89-4C3E-B763-26DE2A84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2102969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16" name="Text 216: C06">
            <a:extLst xmlns:a="http://schemas.openxmlformats.org/drawingml/2006/main">
              <a:ext uri="{FF2B5EF4-FFF2-40B4-BE49-F238E27FC236}">
                <a16:creationId xmlns:a16="http://schemas.microsoft.com/office/drawing/2014/main" id="{1681451A-C7EB-4B20-A52F-F7C1B330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2054067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BABEC3"/>
                </a:solidFill>
                <a:latin typeface="Arial"/>
                <a:ea typeface="Arial"/>
                <a:cs typeface="Arial"/>
              </a:rPr>
              <a:t>C06</a:t>
            </a:r>
          </a:p>
        </p:txBody>
      </p:sp>
      <p:sp>
        <p:nvSpPr>
          <p:cNvPr id="217" name="m2b56e8638f 217">
            <a:extLst xmlns:a="http://schemas.openxmlformats.org/drawingml/2006/main">
              <a:ext uri="{FF2B5EF4-FFF2-40B4-BE49-F238E27FC236}">
                <a16:creationId xmlns:a16="http://schemas.microsoft.com/office/drawing/2014/main" id="{F39D82F6-6E03-4706-89B8-C7D7D15C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2275269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18" name="Text 218: C25">
            <a:extLst xmlns:a="http://schemas.openxmlformats.org/drawingml/2006/main">
              <a:ext uri="{FF2B5EF4-FFF2-40B4-BE49-F238E27FC236}">
                <a16:creationId xmlns:a16="http://schemas.microsoft.com/office/drawing/2014/main" id="{4A2D57AA-E7F2-41B8-9DDE-7ED7DCF0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2226367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BABEC3"/>
                </a:solidFill>
                <a:latin typeface="Arial"/>
                <a:ea typeface="Arial"/>
                <a:cs typeface="Arial"/>
              </a:rPr>
              <a:t>C25</a:t>
            </a:r>
          </a:p>
        </p:txBody>
      </p:sp>
      <p:sp>
        <p:nvSpPr>
          <p:cNvPr id="219" name="m2b56e8638f 219">
            <a:extLst xmlns:a="http://schemas.openxmlformats.org/drawingml/2006/main">
              <a:ext uri="{FF2B5EF4-FFF2-40B4-BE49-F238E27FC236}">
                <a16:creationId xmlns:a16="http://schemas.microsoft.com/office/drawing/2014/main" id="{CE5C5173-0EAC-49F6-AD77-68038551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2447569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20" name="Text 220: C62">
            <a:extLst xmlns:a="http://schemas.openxmlformats.org/drawingml/2006/main">
              <a:ext uri="{FF2B5EF4-FFF2-40B4-BE49-F238E27FC236}">
                <a16:creationId xmlns:a16="http://schemas.microsoft.com/office/drawing/2014/main" id="{1398B8A6-C4C6-4A90-ABEB-8A4009CB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2398667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BABEC3"/>
                </a:solidFill>
                <a:latin typeface="Arial"/>
                <a:ea typeface="Arial"/>
                <a:cs typeface="Arial"/>
              </a:rPr>
              <a:t>C62</a:t>
            </a:r>
          </a:p>
        </p:txBody>
      </p:sp>
      <p:sp>
        <p:nvSpPr>
          <p:cNvPr id="221" name="m2b56e8638f 221">
            <a:extLst xmlns:a="http://schemas.openxmlformats.org/drawingml/2006/main">
              <a:ext uri="{FF2B5EF4-FFF2-40B4-BE49-F238E27FC236}">
                <a16:creationId xmlns:a16="http://schemas.microsoft.com/office/drawing/2014/main" id="{ECC0A791-4F80-4F9A-908F-0FF603DB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2619869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22" name="Text 222: C55">
            <a:extLst xmlns:a="http://schemas.openxmlformats.org/drawingml/2006/main">
              <a:ext uri="{FF2B5EF4-FFF2-40B4-BE49-F238E27FC236}">
                <a16:creationId xmlns:a16="http://schemas.microsoft.com/office/drawing/2014/main" id="{B13C2E2B-88E9-4C5B-9EB5-DB093DC9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2570967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BABEC3"/>
                </a:solidFill>
                <a:latin typeface="Arial"/>
                <a:ea typeface="Arial"/>
                <a:cs typeface="Arial"/>
              </a:rPr>
              <a:t>C55</a:t>
            </a:r>
          </a:p>
        </p:txBody>
      </p:sp>
      <p:sp>
        <p:nvSpPr>
          <p:cNvPr id="223" name="m2b56e8638f 223">
            <a:extLst xmlns:a="http://schemas.openxmlformats.org/drawingml/2006/main">
              <a:ext uri="{FF2B5EF4-FFF2-40B4-BE49-F238E27FC236}">
                <a16:creationId xmlns:a16="http://schemas.microsoft.com/office/drawing/2014/main" id="{ED13A1CD-70C4-407D-A795-2B3050D9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2792170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24" name="Text 224: C18">
            <a:extLst xmlns:a="http://schemas.openxmlformats.org/drawingml/2006/main">
              <a:ext uri="{FF2B5EF4-FFF2-40B4-BE49-F238E27FC236}">
                <a16:creationId xmlns:a16="http://schemas.microsoft.com/office/drawing/2014/main" id="{A698742E-B539-4F90-8037-F26C994C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2743268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BABEC3"/>
                </a:solidFill>
                <a:latin typeface="Arial"/>
                <a:ea typeface="Arial"/>
                <a:cs typeface="Arial"/>
              </a:rPr>
              <a:t>C18</a:t>
            </a:r>
          </a:p>
        </p:txBody>
      </p:sp>
      <p:sp>
        <p:nvSpPr>
          <p:cNvPr id="225" name="m2b56e8638f 225">
            <a:extLst xmlns:a="http://schemas.openxmlformats.org/drawingml/2006/main">
              <a:ext uri="{FF2B5EF4-FFF2-40B4-BE49-F238E27FC236}">
                <a16:creationId xmlns:a16="http://schemas.microsoft.com/office/drawing/2014/main" id="{FDB0D731-98DA-4743-8A3D-39DBBD97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2964470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26" name="Text 226: C13">
            <a:extLst xmlns:a="http://schemas.openxmlformats.org/drawingml/2006/main">
              <a:ext uri="{FF2B5EF4-FFF2-40B4-BE49-F238E27FC236}">
                <a16:creationId xmlns:a16="http://schemas.microsoft.com/office/drawing/2014/main" id="{EFB34CA6-97DB-4C04-81A3-11057715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2915568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BABEC3"/>
                </a:solidFill>
                <a:latin typeface="Arial"/>
                <a:ea typeface="Arial"/>
                <a:cs typeface="Arial"/>
              </a:rPr>
              <a:t>C13</a:t>
            </a:r>
          </a:p>
        </p:txBody>
      </p:sp>
      <p:sp>
        <p:nvSpPr>
          <p:cNvPr id="227" name="m2b56e8638f 227">
            <a:extLst xmlns:a="http://schemas.openxmlformats.org/drawingml/2006/main">
              <a:ext uri="{FF2B5EF4-FFF2-40B4-BE49-F238E27FC236}">
                <a16:creationId xmlns:a16="http://schemas.microsoft.com/office/drawing/2014/main" id="{E6748726-E6ED-4AA4-8ABA-60159615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3136770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28" name="Text 228: C50">
            <a:extLst xmlns:a="http://schemas.openxmlformats.org/drawingml/2006/main">
              <a:ext uri="{FF2B5EF4-FFF2-40B4-BE49-F238E27FC236}">
                <a16:creationId xmlns:a16="http://schemas.microsoft.com/office/drawing/2014/main" id="{8B39DE32-D3E0-45B4-B76A-2ED55188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3087868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C50</a:t>
            </a:r>
          </a:p>
        </p:txBody>
      </p:sp>
      <p:sp>
        <p:nvSpPr>
          <p:cNvPr id="229" name="m2b56e8638f 229">
            <a:extLst xmlns:a="http://schemas.openxmlformats.org/drawingml/2006/main">
              <a:ext uri="{FF2B5EF4-FFF2-40B4-BE49-F238E27FC236}">
                <a16:creationId xmlns:a16="http://schemas.microsoft.com/office/drawing/2014/main" id="{2678E407-2587-4DAC-8F18-2BFA71F9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3309070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30" name="Text 230: C67">
            <a:extLst xmlns:a="http://schemas.openxmlformats.org/drawingml/2006/main">
              <a:ext uri="{FF2B5EF4-FFF2-40B4-BE49-F238E27FC236}">
                <a16:creationId xmlns:a16="http://schemas.microsoft.com/office/drawing/2014/main" id="{C38BC87F-F253-4A6A-B04F-F33F541F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3260168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C67</a:t>
            </a:r>
          </a:p>
        </p:txBody>
      </p:sp>
      <p:sp>
        <p:nvSpPr>
          <p:cNvPr id="231" name="m2b56e8638f 231">
            <a:extLst xmlns:a="http://schemas.openxmlformats.org/drawingml/2006/main">
              <a:ext uri="{FF2B5EF4-FFF2-40B4-BE49-F238E27FC236}">
                <a16:creationId xmlns:a16="http://schemas.microsoft.com/office/drawing/2014/main" id="{A2500414-9285-418A-AEE6-CF65B373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3481370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32" name="Text 232: C87">
            <a:extLst xmlns:a="http://schemas.openxmlformats.org/drawingml/2006/main">
              <a:ext uri="{FF2B5EF4-FFF2-40B4-BE49-F238E27FC236}">
                <a16:creationId xmlns:a16="http://schemas.microsoft.com/office/drawing/2014/main" id="{F7F0CD48-91CD-4F2F-9EDD-EBE4A76B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3432468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C87</a:t>
            </a:r>
          </a:p>
        </p:txBody>
      </p:sp>
      <p:sp>
        <p:nvSpPr>
          <p:cNvPr id="233" name="m2b56e8638f 233">
            <a:extLst xmlns:a="http://schemas.openxmlformats.org/drawingml/2006/main">
              <a:ext uri="{FF2B5EF4-FFF2-40B4-BE49-F238E27FC236}">
                <a16:creationId xmlns:a16="http://schemas.microsoft.com/office/drawing/2014/main" id="{1A9672F7-999C-4E60-9D19-248F4C57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3653670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34" name="Text 234: C30">
            <a:extLst xmlns:a="http://schemas.openxmlformats.org/drawingml/2006/main">
              <a:ext uri="{FF2B5EF4-FFF2-40B4-BE49-F238E27FC236}">
                <a16:creationId xmlns:a16="http://schemas.microsoft.com/office/drawing/2014/main" id="{8C644AF8-3E25-4EA6-838F-28F230A8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3604768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C30</a:t>
            </a:r>
          </a:p>
        </p:txBody>
      </p:sp>
      <p:sp>
        <p:nvSpPr>
          <p:cNvPr id="235" name="m2b56e8638f 235">
            <a:extLst xmlns:a="http://schemas.openxmlformats.org/drawingml/2006/main">
              <a:ext uri="{FF2B5EF4-FFF2-40B4-BE49-F238E27FC236}">
                <a16:creationId xmlns:a16="http://schemas.microsoft.com/office/drawing/2014/main" id="{7CCBD14D-FD11-4E45-A4AB-FBC251C0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3825971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36" name="Text 236: C01">
            <a:extLst xmlns:a="http://schemas.openxmlformats.org/drawingml/2006/main">
              <a:ext uri="{FF2B5EF4-FFF2-40B4-BE49-F238E27FC236}">
                <a16:creationId xmlns:a16="http://schemas.microsoft.com/office/drawing/2014/main" id="{8BF6B2A2-DEA0-4483-A1F2-492FB804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3777069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C01</a:t>
            </a:r>
          </a:p>
        </p:txBody>
      </p:sp>
      <p:sp>
        <p:nvSpPr>
          <p:cNvPr id="237" name="m2b56e8638f 237">
            <a:extLst xmlns:a="http://schemas.openxmlformats.org/drawingml/2006/main">
              <a:ext uri="{FF2B5EF4-FFF2-40B4-BE49-F238E27FC236}">
                <a16:creationId xmlns:a16="http://schemas.microsoft.com/office/drawing/2014/main" id="{D0D6944D-247B-40DA-8F47-FD6AFF23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3998271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38" name="Text 238: C38">
            <a:extLst xmlns:a="http://schemas.openxmlformats.org/drawingml/2006/main">
              <a:ext uri="{FF2B5EF4-FFF2-40B4-BE49-F238E27FC236}">
                <a16:creationId xmlns:a16="http://schemas.microsoft.com/office/drawing/2014/main" id="{C9683296-D235-4DE9-8371-CD48150F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3949369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C38</a:t>
            </a:r>
          </a:p>
        </p:txBody>
      </p:sp>
      <p:sp>
        <p:nvSpPr>
          <p:cNvPr id="239" name="m2b56e8638f 239">
            <a:extLst xmlns:a="http://schemas.openxmlformats.org/drawingml/2006/main">
              <a:ext uri="{FF2B5EF4-FFF2-40B4-BE49-F238E27FC236}">
                <a16:creationId xmlns:a16="http://schemas.microsoft.com/office/drawing/2014/main" id="{2762D673-AD26-4719-8417-69253817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4170571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40" name="Text 240: C79">
            <a:extLst xmlns:a="http://schemas.openxmlformats.org/drawingml/2006/main">
              <a:ext uri="{FF2B5EF4-FFF2-40B4-BE49-F238E27FC236}">
                <a16:creationId xmlns:a16="http://schemas.microsoft.com/office/drawing/2014/main" id="{958B82BA-8663-42E3-B52C-DEA08BCD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4121669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C79</a:t>
            </a:r>
          </a:p>
        </p:txBody>
      </p:sp>
      <p:sp>
        <p:nvSpPr>
          <p:cNvPr id="241" name="m2b56e8638f 241">
            <a:extLst xmlns:a="http://schemas.openxmlformats.org/drawingml/2006/main">
              <a:ext uri="{FF2B5EF4-FFF2-40B4-BE49-F238E27FC236}">
                <a16:creationId xmlns:a16="http://schemas.microsoft.com/office/drawing/2014/main" id="{B9019A69-5B34-4CA8-8743-6AC0D7B6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4342871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42" name="Text 242: C75">
            <a:extLst xmlns:a="http://schemas.openxmlformats.org/drawingml/2006/main">
              <a:ext uri="{FF2B5EF4-FFF2-40B4-BE49-F238E27FC236}">
                <a16:creationId xmlns:a16="http://schemas.microsoft.com/office/drawing/2014/main" id="{2F0CA970-3550-447D-9307-057CCCF7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4293969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C75</a:t>
            </a:r>
          </a:p>
        </p:txBody>
      </p:sp>
      <p:sp>
        <p:nvSpPr>
          <p:cNvPr id="243" name="m2b56e8638f 243">
            <a:extLst xmlns:a="http://schemas.openxmlformats.org/drawingml/2006/main">
              <a:ext uri="{FF2B5EF4-FFF2-40B4-BE49-F238E27FC236}">
                <a16:creationId xmlns:a16="http://schemas.microsoft.com/office/drawing/2014/main" id="{106E4967-EAA3-4993-A9B1-32BD363D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4515171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44" name="Text 244: C42">
            <a:extLst xmlns:a="http://schemas.openxmlformats.org/drawingml/2006/main">
              <a:ext uri="{FF2B5EF4-FFF2-40B4-BE49-F238E27FC236}">
                <a16:creationId xmlns:a16="http://schemas.microsoft.com/office/drawing/2014/main" id="{D1ABB9D7-BC89-4895-B996-B4843B12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4466269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C42</a:t>
            </a:r>
          </a:p>
        </p:txBody>
      </p:sp>
      <p:sp>
        <p:nvSpPr>
          <p:cNvPr id="245" name="m2b56e8638f 245">
            <a:extLst xmlns:a="http://schemas.openxmlformats.org/drawingml/2006/main">
              <a:ext uri="{FF2B5EF4-FFF2-40B4-BE49-F238E27FC236}">
                <a16:creationId xmlns:a16="http://schemas.microsoft.com/office/drawing/2014/main" id="{7F00B9F2-8561-4658-A97D-B50E2AE1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4687471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46" name="Text 246: C05">
            <a:extLst xmlns:a="http://schemas.openxmlformats.org/drawingml/2006/main">
              <a:ext uri="{FF2B5EF4-FFF2-40B4-BE49-F238E27FC236}">
                <a16:creationId xmlns:a16="http://schemas.microsoft.com/office/drawing/2014/main" id="{DDBC054C-62D7-43FB-A4E2-31D8CEAF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4638569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C05</a:t>
            </a:r>
          </a:p>
        </p:txBody>
      </p:sp>
      <p:sp>
        <p:nvSpPr>
          <p:cNvPr id="247" name="m2b56e8638f 247">
            <a:extLst xmlns:a="http://schemas.openxmlformats.org/drawingml/2006/main">
              <a:ext uri="{FF2B5EF4-FFF2-40B4-BE49-F238E27FC236}">
                <a16:creationId xmlns:a16="http://schemas.microsoft.com/office/drawing/2014/main" id="{A7B1E2BB-A8B8-46E0-ACD9-D965B567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4859772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48" name="Text 248: C26">
            <a:extLst xmlns:a="http://schemas.openxmlformats.org/drawingml/2006/main">
              <a:ext uri="{FF2B5EF4-FFF2-40B4-BE49-F238E27FC236}">
                <a16:creationId xmlns:a16="http://schemas.microsoft.com/office/drawing/2014/main" id="{5C7C3F7C-1ACF-4B8E-97B8-EE45A58F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4810870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C26</a:t>
            </a:r>
          </a:p>
        </p:txBody>
      </p:sp>
      <p:sp>
        <p:nvSpPr>
          <p:cNvPr id="249" name="m2b56e8638f 249">
            <a:extLst xmlns:a="http://schemas.openxmlformats.org/drawingml/2006/main">
              <a:ext uri="{FF2B5EF4-FFF2-40B4-BE49-F238E27FC236}">
                <a16:creationId xmlns:a16="http://schemas.microsoft.com/office/drawing/2014/main" id="{9C80A931-FFFF-47E7-B326-36509DEC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5032072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50" name="Text 250: C63">
            <a:extLst xmlns:a="http://schemas.openxmlformats.org/drawingml/2006/main">
              <a:ext uri="{FF2B5EF4-FFF2-40B4-BE49-F238E27FC236}">
                <a16:creationId xmlns:a16="http://schemas.microsoft.com/office/drawing/2014/main" id="{57632201-218F-4A3F-B495-952C5BA6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4983170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C63</a:t>
            </a:r>
          </a:p>
        </p:txBody>
      </p:sp>
      <p:sp>
        <p:nvSpPr>
          <p:cNvPr id="251" name="m2b56e8638f 251">
            <a:extLst xmlns:a="http://schemas.openxmlformats.org/drawingml/2006/main">
              <a:ext uri="{FF2B5EF4-FFF2-40B4-BE49-F238E27FC236}">
                <a16:creationId xmlns:a16="http://schemas.microsoft.com/office/drawing/2014/main" id="{85A6A020-CACF-44B5-9890-E11222B6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5204372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52" name="Text 252: C54">
            <a:extLst xmlns:a="http://schemas.openxmlformats.org/drawingml/2006/main">
              <a:ext uri="{FF2B5EF4-FFF2-40B4-BE49-F238E27FC236}">
                <a16:creationId xmlns:a16="http://schemas.microsoft.com/office/drawing/2014/main" id="{DB4680A9-E57F-4613-828D-116A75AD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5155470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C54</a:t>
            </a:r>
          </a:p>
        </p:txBody>
      </p:sp>
      <p:sp>
        <p:nvSpPr>
          <p:cNvPr id="253" name="m2b56e8638f 253">
            <a:extLst xmlns:a="http://schemas.openxmlformats.org/drawingml/2006/main">
              <a:ext uri="{FF2B5EF4-FFF2-40B4-BE49-F238E27FC236}">
                <a16:creationId xmlns:a16="http://schemas.microsoft.com/office/drawing/2014/main" id="{9DBF6F09-5A3F-42E4-81BB-0E80F410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5376672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54" name="Text 254: C17">
            <a:extLst xmlns:a="http://schemas.openxmlformats.org/drawingml/2006/main">
              <a:ext uri="{FF2B5EF4-FFF2-40B4-BE49-F238E27FC236}">
                <a16:creationId xmlns:a16="http://schemas.microsoft.com/office/drawing/2014/main" id="{F59FB0BF-916A-4A7B-BC53-9A6BBF49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5327770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C17</a:t>
            </a:r>
          </a:p>
        </p:txBody>
      </p:sp>
      <p:sp>
        <p:nvSpPr>
          <p:cNvPr id="255" name="m2b56e8638f 255">
            <a:extLst xmlns:a="http://schemas.openxmlformats.org/drawingml/2006/main">
              <a:ext uri="{FF2B5EF4-FFF2-40B4-BE49-F238E27FC236}">
                <a16:creationId xmlns:a16="http://schemas.microsoft.com/office/drawing/2014/main" id="{CA0A5FC9-1913-4E56-B16D-2D6A61C3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5548972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56" name="Text 256: C14">
            <a:extLst xmlns:a="http://schemas.openxmlformats.org/drawingml/2006/main">
              <a:ext uri="{FF2B5EF4-FFF2-40B4-BE49-F238E27FC236}">
                <a16:creationId xmlns:a16="http://schemas.microsoft.com/office/drawing/2014/main" id="{743DFC1F-EDED-47A9-813E-21C270B9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5500070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C14</a:t>
            </a:r>
          </a:p>
        </p:txBody>
      </p:sp>
      <p:sp>
        <p:nvSpPr>
          <p:cNvPr id="257" name="m2b56e8638f 257">
            <a:extLst xmlns:a="http://schemas.openxmlformats.org/drawingml/2006/main">
              <a:ext uri="{FF2B5EF4-FFF2-40B4-BE49-F238E27FC236}">
                <a16:creationId xmlns:a16="http://schemas.microsoft.com/office/drawing/2014/main" id="{87A24874-B254-4946-878A-C9636D1A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5721272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58" name="Text 258: C51">
            <a:extLst xmlns:a="http://schemas.openxmlformats.org/drawingml/2006/main">
              <a:ext uri="{FF2B5EF4-FFF2-40B4-BE49-F238E27FC236}">
                <a16:creationId xmlns:a16="http://schemas.microsoft.com/office/drawing/2014/main" id="{1598351A-7E9A-456B-8142-C61F93C1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5672370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C51</a:t>
            </a:r>
          </a:p>
        </p:txBody>
      </p:sp>
      <p:sp>
        <p:nvSpPr>
          <p:cNvPr id="259" name="m2b56e8638f 259">
            <a:extLst xmlns:a="http://schemas.openxmlformats.org/drawingml/2006/main">
              <a:ext uri="{FF2B5EF4-FFF2-40B4-BE49-F238E27FC236}">
                <a16:creationId xmlns:a16="http://schemas.microsoft.com/office/drawing/2014/main" id="{1E09CA69-D88F-4BD9-880F-0AEDA39B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5893572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60" name="Text 260: C66">
            <a:extLst xmlns:a="http://schemas.openxmlformats.org/drawingml/2006/main">
              <a:ext uri="{FF2B5EF4-FFF2-40B4-BE49-F238E27FC236}">
                <a16:creationId xmlns:a16="http://schemas.microsoft.com/office/drawing/2014/main" id="{14566A62-5BC9-4BF7-9E4E-A5687098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5844671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C66</a:t>
            </a:r>
          </a:p>
        </p:txBody>
      </p:sp>
      <p:sp>
        <p:nvSpPr>
          <p:cNvPr id="261" name="m2b56e8638f 261">
            <a:extLst xmlns:a="http://schemas.openxmlformats.org/drawingml/2006/main">
              <a:ext uri="{FF2B5EF4-FFF2-40B4-BE49-F238E27FC236}">
                <a16:creationId xmlns:a16="http://schemas.microsoft.com/office/drawing/2014/main" id="{710C1C11-0CAE-4E7A-B504-8267B432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6065873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62" name="Text 262: C88">
            <a:extLst xmlns:a="http://schemas.openxmlformats.org/drawingml/2006/main">
              <a:ext uri="{FF2B5EF4-FFF2-40B4-BE49-F238E27FC236}">
                <a16:creationId xmlns:a16="http://schemas.microsoft.com/office/drawing/2014/main" id="{235197D4-63D7-4B67-95D2-49F2BB99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6016971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C88</a:t>
            </a:r>
          </a:p>
        </p:txBody>
      </p:sp>
      <p:sp>
        <p:nvSpPr>
          <p:cNvPr id="263" name="m2b56e8638f 263">
            <a:extLst xmlns:a="http://schemas.openxmlformats.org/drawingml/2006/main">
              <a:ext uri="{FF2B5EF4-FFF2-40B4-BE49-F238E27FC236}">
                <a16:creationId xmlns:a16="http://schemas.microsoft.com/office/drawing/2014/main" id="{9501181D-4FF4-4A98-BA52-849ACC0A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6238173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64" name="Text 264: C29">
            <a:extLst xmlns:a="http://schemas.openxmlformats.org/drawingml/2006/main">
              <a:ext uri="{FF2B5EF4-FFF2-40B4-BE49-F238E27FC236}">
                <a16:creationId xmlns:a16="http://schemas.microsoft.com/office/drawing/2014/main" id="{BA8DCABC-1D10-4FEE-B23F-8B1D4DAF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6189271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C29</a:t>
            </a:r>
          </a:p>
        </p:txBody>
      </p:sp>
      <p:sp>
        <p:nvSpPr>
          <p:cNvPr id="265" name="m2b56e8638f 265">
            <a:extLst xmlns:a="http://schemas.openxmlformats.org/drawingml/2006/main">
              <a:ext uri="{FF2B5EF4-FFF2-40B4-BE49-F238E27FC236}">
                <a16:creationId xmlns:a16="http://schemas.microsoft.com/office/drawing/2014/main" id="{A7853A3D-20D4-4A92-A4F0-7971D610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6410473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66" name="Text 266: C02">
            <a:extLst xmlns:a="http://schemas.openxmlformats.org/drawingml/2006/main">
              <a:ext uri="{FF2B5EF4-FFF2-40B4-BE49-F238E27FC236}">
                <a16:creationId xmlns:a16="http://schemas.microsoft.com/office/drawing/2014/main" id="{C109BBE0-D964-4000-AE7D-2AD852F2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6361571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C02</a:t>
            </a:r>
          </a:p>
        </p:txBody>
      </p:sp>
      <p:sp>
        <p:nvSpPr>
          <p:cNvPr id="267" name="m2b56e8638f 267">
            <a:extLst xmlns:a="http://schemas.openxmlformats.org/drawingml/2006/main">
              <a:ext uri="{FF2B5EF4-FFF2-40B4-BE49-F238E27FC236}">
                <a16:creationId xmlns:a16="http://schemas.microsoft.com/office/drawing/2014/main" id="{C691449C-BEE0-4639-A515-3C359B3F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6582773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68" name="Text 268: C39">
            <a:extLst xmlns:a="http://schemas.openxmlformats.org/drawingml/2006/main">
              <a:ext uri="{FF2B5EF4-FFF2-40B4-BE49-F238E27FC236}">
                <a16:creationId xmlns:a16="http://schemas.microsoft.com/office/drawing/2014/main" id="{AE29B051-7440-4B88-B869-27275B71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6533871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C39</a:t>
            </a:r>
          </a:p>
        </p:txBody>
      </p:sp>
      <p:sp>
        <p:nvSpPr>
          <p:cNvPr id="269" name="m2b56e8638f 269">
            <a:extLst xmlns:a="http://schemas.openxmlformats.org/drawingml/2006/main">
              <a:ext uri="{FF2B5EF4-FFF2-40B4-BE49-F238E27FC236}">
                <a16:creationId xmlns:a16="http://schemas.microsoft.com/office/drawing/2014/main" id="{2D318BEF-E08D-426B-A3EE-346EE860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6755073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70" name="Text 270: C78">
            <a:extLst xmlns:a="http://schemas.openxmlformats.org/drawingml/2006/main">
              <a:ext uri="{FF2B5EF4-FFF2-40B4-BE49-F238E27FC236}">
                <a16:creationId xmlns:a16="http://schemas.microsoft.com/office/drawing/2014/main" id="{768BE68F-338D-49B4-A34B-A12AD110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6706171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C78</a:t>
            </a:r>
          </a:p>
        </p:txBody>
      </p:sp>
      <p:sp>
        <p:nvSpPr>
          <p:cNvPr id="271" name="m2b56e8638f 271">
            <a:extLst xmlns:a="http://schemas.openxmlformats.org/drawingml/2006/main">
              <a:ext uri="{FF2B5EF4-FFF2-40B4-BE49-F238E27FC236}">
                <a16:creationId xmlns:a16="http://schemas.microsoft.com/office/drawing/2014/main" id="{996B8F43-AC91-416E-9C05-CB5F85DD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6927373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72" name="Text 272: C76">
            <a:extLst xmlns:a="http://schemas.openxmlformats.org/drawingml/2006/main">
              <a:ext uri="{FF2B5EF4-FFF2-40B4-BE49-F238E27FC236}">
                <a16:creationId xmlns:a16="http://schemas.microsoft.com/office/drawing/2014/main" id="{D5459634-03EE-4FF2-A907-D2A25630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6878472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C76</a:t>
            </a:r>
          </a:p>
        </p:txBody>
      </p:sp>
      <p:sp>
        <p:nvSpPr>
          <p:cNvPr id="273" name="m2b56e8638f 273">
            <a:extLst xmlns:a="http://schemas.openxmlformats.org/drawingml/2006/main">
              <a:ext uri="{FF2B5EF4-FFF2-40B4-BE49-F238E27FC236}">
                <a16:creationId xmlns:a16="http://schemas.microsoft.com/office/drawing/2014/main" id="{60CEA067-CDC1-4888-BA62-D20F5949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7099674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74" name="Text 274: C41">
            <a:extLst xmlns:a="http://schemas.openxmlformats.org/drawingml/2006/main">
              <a:ext uri="{FF2B5EF4-FFF2-40B4-BE49-F238E27FC236}">
                <a16:creationId xmlns:a16="http://schemas.microsoft.com/office/drawing/2014/main" id="{6A04B59F-F7BE-4CC3-A83F-AF852693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7050772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C41</a:t>
            </a:r>
          </a:p>
        </p:txBody>
      </p:sp>
      <p:sp>
        <p:nvSpPr>
          <p:cNvPr id="275" name="m2b56e8638f 275">
            <a:extLst xmlns:a="http://schemas.openxmlformats.org/drawingml/2006/main">
              <a:ext uri="{FF2B5EF4-FFF2-40B4-BE49-F238E27FC236}">
                <a16:creationId xmlns:a16="http://schemas.microsoft.com/office/drawing/2014/main" id="{7A26C1FD-7B6A-438E-9082-0A84201B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7271974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76" name="Text 276: C04">
            <a:extLst xmlns:a="http://schemas.openxmlformats.org/drawingml/2006/main">
              <a:ext uri="{FF2B5EF4-FFF2-40B4-BE49-F238E27FC236}">
                <a16:creationId xmlns:a16="http://schemas.microsoft.com/office/drawing/2014/main" id="{2E5619F2-1B51-47AE-9D6A-4BE8E143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7223072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C04</a:t>
            </a:r>
          </a:p>
        </p:txBody>
      </p:sp>
      <p:sp>
        <p:nvSpPr>
          <p:cNvPr id="277" name="m2b56e8638f 277">
            <a:extLst xmlns:a="http://schemas.openxmlformats.org/drawingml/2006/main">
              <a:ext uri="{FF2B5EF4-FFF2-40B4-BE49-F238E27FC236}">
                <a16:creationId xmlns:a16="http://schemas.microsoft.com/office/drawing/2014/main" id="{C9AA5A32-373A-4F8E-8591-6E6FDEBF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7444274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78" name="Text 278: C27">
            <a:extLst xmlns:a="http://schemas.openxmlformats.org/drawingml/2006/main">
              <a:ext uri="{FF2B5EF4-FFF2-40B4-BE49-F238E27FC236}">
                <a16:creationId xmlns:a16="http://schemas.microsoft.com/office/drawing/2014/main" id="{33E37CFB-4CBC-4A0F-854E-49603CE5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7395372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C27</a:t>
            </a:r>
          </a:p>
        </p:txBody>
      </p:sp>
      <p:sp>
        <p:nvSpPr>
          <p:cNvPr id="279" name="m2b56e8638f 279">
            <a:extLst xmlns:a="http://schemas.openxmlformats.org/drawingml/2006/main">
              <a:ext uri="{FF2B5EF4-FFF2-40B4-BE49-F238E27FC236}">
                <a16:creationId xmlns:a16="http://schemas.microsoft.com/office/drawing/2014/main" id="{E3EB3A0E-7AD3-41C4-8F95-80286CF3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7616574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80" name="Text 280: C64">
            <a:extLst xmlns:a="http://schemas.openxmlformats.org/drawingml/2006/main">
              <a:ext uri="{FF2B5EF4-FFF2-40B4-BE49-F238E27FC236}">
                <a16:creationId xmlns:a16="http://schemas.microsoft.com/office/drawing/2014/main" id="{F86D7D3A-8D68-4EAB-81F3-202813B8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7567672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C64</a:t>
            </a:r>
          </a:p>
        </p:txBody>
      </p:sp>
      <p:sp>
        <p:nvSpPr>
          <p:cNvPr id="281" name="m2b56e8638f 281">
            <a:extLst xmlns:a="http://schemas.openxmlformats.org/drawingml/2006/main">
              <a:ext uri="{FF2B5EF4-FFF2-40B4-BE49-F238E27FC236}">
                <a16:creationId xmlns:a16="http://schemas.microsoft.com/office/drawing/2014/main" id="{E943CEF3-785F-478C-B2C8-169C680C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7788874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82" name="Text 282: C53">
            <a:extLst xmlns:a="http://schemas.openxmlformats.org/drawingml/2006/main">
              <a:ext uri="{FF2B5EF4-FFF2-40B4-BE49-F238E27FC236}">
                <a16:creationId xmlns:a16="http://schemas.microsoft.com/office/drawing/2014/main" id="{DA2BB562-F3F8-44DD-B1D1-EC41A2D5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7739972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C53</a:t>
            </a:r>
          </a:p>
        </p:txBody>
      </p:sp>
      <p:sp>
        <p:nvSpPr>
          <p:cNvPr id="283" name="m2b56e8638f 283">
            <a:extLst xmlns:a="http://schemas.openxmlformats.org/drawingml/2006/main">
              <a:ext uri="{FF2B5EF4-FFF2-40B4-BE49-F238E27FC236}">
                <a16:creationId xmlns:a16="http://schemas.microsoft.com/office/drawing/2014/main" id="{3D80E1D1-6928-4EC6-83B3-4D0D0A6B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7961174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84" name="Text 284: C16">
            <a:extLst xmlns:a="http://schemas.openxmlformats.org/drawingml/2006/main">
              <a:ext uri="{FF2B5EF4-FFF2-40B4-BE49-F238E27FC236}">
                <a16:creationId xmlns:a16="http://schemas.microsoft.com/office/drawing/2014/main" id="{944CF3AE-B864-418D-9EE7-A331543A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7912273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C16</a:t>
            </a:r>
          </a:p>
        </p:txBody>
      </p:sp>
      <p:sp>
        <p:nvSpPr>
          <p:cNvPr id="285" name="m2b56e8638f 285">
            <a:extLst xmlns:a="http://schemas.openxmlformats.org/drawingml/2006/main">
              <a:ext uri="{FF2B5EF4-FFF2-40B4-BE49-F238E27FC236}">
                <a16:creationId xmlns:a16="http://schemas.microsoft.com/office/drawing/2014/main" id="{E59AC836-C833-4ECD-A7E4-6A986F07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8133475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86" name="Text 286: C52">
            <a:extLst xmlns:a="http://schemas.openxmlformats.org/drawingml/2006/main">
              <a:ext uri="{FF2B5EF4-FFF2-40B4-BE49-F238E27FC236}">
                <a16:creationId xmlns:a16="http://schemas.microsoft.com/office/drawing/2014/main" id="{B2E31DD2-F11B-4F3A-A77F-8D5F8753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8084573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C52</a:t>
            </a:r>
          </a:p>
        </p:txBody>
      </p:sp>
      <p:sp>
        <p:nvSpPr>
          <p:cNvPr id="287" name="m2b56e8638f 287">
            <a:extLst xmlns:a="http://schemas.openxmlformats.org/drawingml/2006/main">
              <a:ext uri="{FF2B5EF4-FFF2-40B4-BE49-F238E27FC236}">
                <a16:creationId xmlns:a16="http://schemas.microsoft.com/office/drawing/2014/main" id="{C6CAA4D5-1E21-49D7-81D5-A166B8DD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8305775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88" name="Text 288: C65">
            <a:extLst xmlns:a="http://schemas.openxmlformats.org/drawingml/2006/main">
              <a:ext uri="{FF2B5EF4-FFF2-40B4-BE49-F238E27FC236}">
                <a16:creationId xmlns:a16="http://schemas.microsoft.com/office/drawing/2014/main" id="{1579A75C-3C45-4F4E-B16E-73660D8F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8256873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C65</a:t>
            </a:r>
          </a:p>
        </p:txBody>
      </p:sp>
      <p:sp>
        <p:nvSpPr>
          <p:cNvPr id="289" name="m2b56e8638f 289">
            <a:extLst xmlns:a="http://schemas.openxmlformats.org/drawingml/2006/main">
              <a:ext uri="{FF2B5EF4-FFF2-40B4-BE49-F238E27FC236}">
                <a16:creationId xmlns:a16="http://schemas.microsoft.com/office/drawing/2014/main" id="{88C590F6-BE07-4A2B-B19B-CBEDDD56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8478075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90" name="Text 290: C89">
            <a:extLst xmlns:a="http://schemas.openxmlformats.org/drawingml/2006/main">
              <a:ext uri="{FF2B5EF4-FFF2-40B4-BE49-F238E27FC236}">
                <a16:creationId xmlns:a16="http://schemas.microsoft.com/office/drawing/2014/main" id="{938AF748-31BE-482D-A0E5-8C6624E7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8429173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C89</a:t>
            </a:r>
          </a:p>
        </p:txBody>
      </p:sp>
      <p:sp>
        <p:nvSpPr>
          <p:cNvPr id="291" name="m2b56e8638f 291">
            <a:extLst xmlns:a="http://schemas.openxmlformats.org/drawingml/2006/main">
              <a:ext uri="{FF2B5EF4-FFF2-40B4-BE49-F238E27FC236}">
                <a16:creationId xmlns:a16="http://schemas.microsoft.com/office/drawing/2014/main" id="{E0DA08E1-2229-41DA-A183-4AC321F6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8650375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92" name="Text 292: C28">
            <a:extLst xmlns:a="http://schemas.openxmlformats.org/drawingml/2006/main">
              <a:ext uri="{FF2B5EF4-FFF2-40B4-BE49-F238E27FC236}">
                <a16:creationId xmlns:a16="http://schemas.microsoft.com/office/drawing/2014/main" id="{7E6ACFEA-C4DF-4CD3-AC58-87D3F664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8601473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C28</a:t>
            </a:r>
          </a:p>
        </p:txBody>
      </p:sp>
      <p:sp>
        <p:nvSpPr>
          <p:cNvPr id="293" name="m2b56e8638f 293">
            <a:extLst xmlns:a="http://schemas.openxmlformats.org/drawingml/2006/main">
              <a:ext uri="{FF2B5EF4-FFF2-40B4-BE49-F238E27FC236}">
                <a16:creationId xmlns:a16="http://schemas.microsoft.com/office/drawing/2014/main" id="{F7716B3A-ACDD-4F44-98BF-A83101AC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8822675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94" name="Text 294: C03">
            <a:extLst xmlns:a="http://schemas.openxmlformats.org/drawingml/2006/main">
              <a:ext uri="{FF2B5EF4-FFF2-40B4-BE49-F238E27FC236}">
                <a16:creationId xmlns:a16="http://schemas.microsoft.com/office/drawing/2014/main" id="{A763D5D2-3B8A-438A-B334-D2641C73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8773773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C03</a:t>
            </a:r>
          </a:p>
        </p:txBody>
      </p:sp>
      <p:sp>
        <p:nvSpPr>
          <p:cNvPr id="295" name="m2b56e8638f 295">
            <a:extLst xmlns:a="http://schemas.openxmlformats.org/drawingml/2006/main">
              <a:ext uri="{FF2B5EF4-FFF2-40B4-BE49-F238E27FC236}">
                <a16:creationId xmlns:a16="http://schemas.microsoft.com/office/drawing/2014/main" id="{6B3C3DA0-E0AB-4AF3-BD92-D17E34B5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8994975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96" name="Text 296: C40">
            <a:extLst xmlns:a="http://schemas.openxmlformats.org/drawingml/2006/main">
              <a:ext uri="{FF2B5EF4-FFF2-40B4-BE49-F238E27FC236}">
                <a16:creationId xmlns:a16="http://schemas.microsoft.com/office/drawing/2014/main" id="{53AC6F99-4767-4062-AA29-6A3CAF2F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8946074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C40</a:t>
            </a:r>
          </a:p>
        </p:txBody>
      </p:sp>
      <p:sp>
        <p:nvSpPr>
          <p:cNvPr id="297" name="m2b56e8638f 297">
            <a:extLst xmlns:a="http://schemas.openxmlformats.org/drawingml/2006/main">
              <a:ext uri="{FF2B5EF4-FFF2-40B4-BE49-F238E27FC236}">
                <a16:creationId xmlns:a16="http://schemas.microsoft.com/office/drawing/2014/main" id="{5C11A627-4409-45B5-ADE2-11F5389C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6" y="9167276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98" name="Text 298: C77">
            <a:extLst xmlns:a="http://schemas.openxmlformats.org/drawingml/2006/main">
              <a:ext uri="{FF2B5EF4-FFF2-40B4-BE49-F238E27FC236}">
                <a16:creationId xmlns:a16="http://schemas.microsoft.com/office/drawing/2014/main" id="{C105102C-060C-4646-81F0-FD63FF76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473" y="9118374"/>
            <a:ext cx="188443" cy="11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C77</a:t>
            </a:r>
          </a:p>
        </p:txBody>
      </p:sp>
      <p:sp>
        <p:nvSpPr>
          <p:cNvPr id="299" name="Vector 299">
            <a:extLst xmlns:a="http://schemas.openxmlformats.org/drawingml/2006/main">
              <a:ext uri="{FF2B5EF4-FFF2-40B4-BE49-F238E27FC236}">
                <a16:creationId xmlns:a16="http://schemas.microsoft.com/office/drawing/2014/main" id="{DF78BF36-A0C1-4B2A-A398-F9350C86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895" y="1586068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BABEC3"/>
            </a:solidFill>
            <a:prstDash val="solid"/>
          </a:ln>
        </p:spPr>
      </p:sp>
      <p:sp>
        <p:nvSpPr>
          <p:cNvPr id="300" name="Vector 300">
            <a:extLst xmlns:a="http://schemas.openxmlformats.org/drawingml/2006/main">
              <a:ext uri="{FF2B5EF4-FFF2-40B4-BE49-F238E27FC236}">
                <a16:creationId xmlns:a16="http://schemas.microsoft.com/office/drawing/2014/main" id="{0F199243-2DA2-4304-BF64-2D318D19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1060" y="1758369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BABEC3"/>
            </a:solidFill>
            <a:prstDash val="solid"/>
          </a:ln>
        </p:spPr>
      </p:sp>
      <p:sp>
        <p:nvSpPr>
          <p:cNvPr id="301" name="Vector 301">
            <a:extLst xmlns:a="http://schemas.openxmlformats.org/drawingml/2006/main">
              <a:ext uri="{FF2B5EF4-FFF2-40B4-BE49-F238E27FC236}">
                <a16:creationId xmlns:a16="http://schemas.microsoft.com/office/drawing/2014/main" id="{692005EB-3388-45A5-967E-C6A37B32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9326" y="1930669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BABEC3"/>
            </a:solidFill>
            <a:prstDash val="solid"/>
          </a:ln>
        </p:spPr>
      </p:sp>
      <p:sp>
        <p:nvSpPr>
          <p:cNvPr id="302" name="Vector 302">
            <a:extLst xmlns:a="http://schemas.openxmlformats.org/drawingml/2006/main">
              <a:ext uri="{FF2B5EF4-FFF2-40B4-BE49-F238E27FC236}">
                <a16:creationId xmlns:a16="http://schemas.microsoft.com/office/drawing/2014/main" id="{AFA1BE26-25C9-49D8-97D5-53F361AF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734" y="2102969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BABEC3"/>
            </a:solidFill>
            <a:prstDash val="solid"/>
          </a:ln>
        </p:spPr>
      </p:sp>
      <p:sp>
        <p:nvSpPr>
          <p:cNvPr id="303" name="Vector 303">
            <a:extLst xmlns:a="http://schemas.openxmlformats.org/drawingml/2006/main">
              <a:ext uri="{FF2B5EF4-FFF2-40B4-BE49-F238E27FC236}">
                <a16:creationId xmlns:a16="http://schemas.microsoft.com/office/drawing/2014/main" id="{734D5002-E0CE-4532-91BB-8BBDE60B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8998" y="2275269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BABEC3"/>
            </a:solidFill>
            <a:prstDash val="solid"/>
          </a:ln>
        </p:spPr>
      </p:sp>
      <p:sp>
        <p:nvSpPr>
          <p:cNvPr id="304" name="Vector 304">
            <a:extLst xmlns:a="http://schemas.openxmlformats.org/drawingml/2006/main">
              <a:ext uri="{FF2B5EF4-FFF2-40B4-BE49-F238E27FC236}">
                <a16:creationId xmlns:a16="http://schemas.microsoft.com/office/drawing/2014/main" id="{42E64277-926D-4B1C-BBD3-9D0DFC24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7107" y="2447569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BABEC3"/>
            </a:solidFill>
            <a:prstDash val="solid"/>
          </a:ln>
        </p:spPr>
      </p:sp>
      <p:sp>
        <p:nvSpPr>
          <p:cNvPr id="305" name="Vector 305">
            <a:extLst xmlns:a="http://schemas.openxmlformats.org/drawingml/2006/main">
              <a:ext uri="{FF2B5EF4-FFF2-40B4-BE49-F238E27FC236}">
                <a16:creationId xmlns:a16="http://schemas.microsoft.com/office/drawing/2014/main" id="{1496DB27-7FEC-4474-9DB0-49FDD9F8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979" y="2619869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BABEC3"/>
            </a:solidFill>
            <a:prstDash val="solid"/>
          </a:ln>
        </p:spPr>
      </p:sp>
      <p:sp>
        <p:nvSpPr>
          <p:cNvPr id="306" name="Vector 306">
            <a:extLst xmlns:a="http://schemas.openxmlformats.org/drawingml/2006/main">
              <a:ext uri="{FF2B5EF4-FFF2-40B4-BE49-F238E27FC236}">
                <a16:creationId xmlns:a16="http://schemas.microsoft.com/office/drawing/2014/main" id="{8B0F8FA2-68F8-48C8-915E-9DD682C7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929" y="2792170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BABEC3"/>
            </a:solidFill>
            <a:prstDash val="solid"/>
          </a:ln>
        </p:spPr>
      </p:sp>
      <p:sp>
        <p:nvSpPr>
          <p:cNvPr id="307" name="Vector 307">
            <a:extLst xmlns:a="http://schemas.openxmlformats.org/drawingml/2006/main">
              <a:ext uri="{FF2B5EF4-FFF2-40B4-BE49-F238E27FC236}">
                <a16:creationId xmlns:a16="http://schemas.microsoft.com/office/drawing/2014/main" id="{DB8700FC-CE9E-4A0F-B266-91BD0469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002" y="2964470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BABEC3"/>
            </a:solidFill>
            <a:prstDash val="solid"/>
          </a:ln>
        </p:spPr>
      </p:sp>
      <p:sp>
        <p:nvSpPr>
          <p:cNvPr id="308" name="Vector 308">
            <a:extLst xmlns:a="http://schemas.openxmlformats.org/drawingml/2006/main">
              <a:ext uri="{FF2B5EF4-FFF2-40B4-BE49-F238E27FC236}">
                <a16:creationId xmlns:a16="http://schemas.microsoft.com/office/drawing/2014/main" id="{B700C7D4-5F3D-4043-93AD-1D2C9552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293" y="3136770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09" name="Vector 309">
            <a:extLst xmlns:a="http://schemas.openxmlformats.org/drawingml/2006/main">
              <a:ext uri="{FF2B5EF4-FFF2-40B4-BE49-F238E27FC236}">
                <a16:creationId xmlns:a16="http://schemas.microsoft.com/office/drawing/2014/main" id="{C2B1C37D-1822-4B3C-8760-EF292DEA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296" y="3309070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10" name="Vector 310">
            <a:extLst xmlns:a="http://schemas.openxmlformats.org/drawingml/2006/main">
              <a:ext uri="{FF2B5EF4-FFF2-40B4-BE49-F238E27FC236}">
                <a16:creationId xmlns:a16="http://schemas.microsoft.com/office/drawing/2014/main" id="{A3C2FC2C-7949-4EEA-8A7E-10FEAF1A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449" y="3481370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11" name="Vector 311">
            <a:extLst xmlns:a="http://schemas.openxmlformats.org/drawingml/2006/main">
              <a:ext uri="{FF2B5EF4-FFF2-40B4-BE49-F238E27FC236}">
                <a16:creationId xmlns:a16="http://schemas.microsoft.com/office/drawing/2014/main" id="{D8EAF1B4-AE55-4B1A-8EAB-0A18E2EC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310" y="3653670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12" name="Vector 312">
            <a:extLst xmlns:a="http://schemas.openxmlformats.org/drawingml/2006/main">
              <a:ext uri="{FF2B5EF4-FFF2-40B4-BE49-F238E27FC236}">
                <a16:creationId xmlns:a16="http://schemas.microsoft.com/office/drawing/2014/main" id="{1E26DBCA-B331-4C7F-9156-4F08DD84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4853" y="3825971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13" name="Vector 313">
            <a:extLst xmlns:a="http://schemas.openxmlformats.org/drawingml/2006/main">
              <a:ext uri="{FF2B5EF4-FFF2-40B4-BE49-F238E27FC236}">
                <a16:creationId xmlns:a16="http://schemas.microsoft.com/office/drawing/2014/main" id="{674C3BCC-00E8-4736-8BF1-0922633C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867" y="3998271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14" name="Vector 314">
            <a:extLst xmlns:a="http://schemas.openxmlformats.org/drawingml/2006/main">
              <a:ext uri="{FF2B5EF4-FFF2-40B4-BE49-F238E27FC236}">
                <a16:creationId xmlns:a16="http://schemas.microsoft.com/office/drawing/2014/main" id="{7BACE3A4-35BB-44A1-AAC1-9FD027BD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6548" y="4170571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15" name="Vector 315">
            <a:extLst xmlns:a="http://schemas.openxmlformats.org/drawingml/2006/main">
              <a:ext uri="{FF2B5EF4-FFF2-40B4-BE49-F238E27FC236}">
                <a16:creationId xmlns:a16="http://schemas.microsoft.com/office/drawing/2014/main" id="{1D4F8E62-E52A-461C-BD84-D010ABB1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6690" y="4342871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16" name="Vector 316">
            <a:extLst xmlns:a="http://schemas.openxmlformats.org/drawingml/2006/main">
              <a:ext uri="{FF2B5EF4-FFF2-40B4-BE49-F238E27FC236}">
                <a16:creationId xmlns:a16="http://schemas.microsoft.com/office/drawing/2014/main" id="{A5A3B65F-9838-4EA4-BB78-C6D3B04C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2175" y="4515171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17" name="Vector 317">
            <a:extLst xmlns:a="http://schemas.openxmlformats.org/drawingml/2006/main">
              <a:ext uri="{FF2B5EF4-FFF2-40B4-BE49-F238E27FC236}">
                <a16:creationId xmlns:a16="http://schemas.microsoft.com/office/drawing/2014/main" id="{3A4DB2CE-56F2-47D6-A513-38626AC2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599" y="4687471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18" name="Vector 318">
            <a:extLst xmlns:a="http://schemas.openxmlformats.org/drawingml/2006/main">
              <a:ext uri="{FF2B5EF4-FFF2-40B4-BE49-F238E27FC236}">
                <a16:creationId xmlns:a16="http://schemas.microsoft.com/office/drawing/2014/main" id="{D3BAD462-ECDC-4AE1-AB5E-21BA0D41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305" y="4859772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19" name="Vector 319">
            <a:extLst xmlns:a="http://schemas.openxmlformats.org/drawingml/2006/main">
              <a:ext uri="{FF2B5EF4-FFF2-40B4-BE49-F238E27FC236}">
                <a16:creationId xmlns:a16="http://schemas.microsoft.com/office/drawing/2014/main" id="{49C2AD02-D3C6-407A-82BA-DCD906EE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375" y="5032072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20" name="Vector 320">
            <a:extLst xmlns:a="http://schemas.openxmlformats.org/drawingml/2006/main">
              <a:ext uri="{FF2B5EF4-FFF2-40B4-BE49-F238E27FC236}">
                <a16:creationId xmlns:a16="http://schemas.microsoft.com/office/drawing/2014/main" id="{0DC940C0-004F-42E0-840E-1922A9F4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9074" y="5204372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21" name="Vector 321">
            <a:extLst xmlns:a="http://schemas.openxmlformats.org/drawingml/2006/main">
              <a:ext uri="{FF2B5EF4-FFF2-40B4-BE49-F238E27FC236}">
                <a16:creationId xmlns:a16="http://schemas.microsoft.com/office/drawing/2014/main" id="{B2BEA586-CB82-4D55-AEE5-9C881375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646" y="5376672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22" name="Vector 322">
            <a:extLst xmlns:a="http://schemas.openxmlformats.org/drawingml/2006/main">
              <a:ext uri="{FF2B5EF4-FFF2-40B4-BE49-F238E27FC236}">
                <a16:creationId xmlns:a16="http://schemas.microsoft.com/office/drawing/2014/main" id="{EAFB30FB-B171-4B32-8549-65420307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6409" y="5548972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23" name="Vector 323">
            <a:extLst xmlns:a="http://schemas.openxmlformats.org/drawingml/2006/main">
              <a:ext uri="{FF2B5EF4-FFF2-40B4-BE49-F238E27FC236}">
                <a16:creationId xmlns:a16="http://schemas.microsoft.com/office/drawing/2014/main" id="{4835A273-28AF-4D06-BCD9-6D6040BD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351" y="5721272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24" name="Vector 324">
            <a:extLst xmlns:a="http://schemas.openxmlformats.org/drawingml/2006/main">
              <a:ext uri="{FF2B5EF4-FFF2-40B4-BE49-F238E27FC236}">
                <a16:creationId xmlns:a16="http://schemas.microsoft.com/office/drawing/2014/main" id="{250103B8-8C09-49B4-B95E-1B37050A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900" y="5893572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25" name="Vector 325">
            <a:extLst xmlns:a="http://schemas.openxmlformats.org/drawingml/2006/main">
              <a:ext uri="{FF2B5EF4-FFF2-40B4-BE49-F238E27FC236}">
                <a16:creationId xmlns:a16="http://schemas.microsoft.com/office/drawing/2014/main" id="{E31B19CE-C035-44DE-813A-83943228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003" y="6065873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26" name="Vector 326">
            <a:extLst xmlns:a="http://schemas.openxmlformats.org/drawingml/2006/main">
              <a:ext uri="{FF2B5EF4-FFF2-40B4-BE49-F238E27FC236}">
                <a16:creationId xmlns:a16="http://schemas.microsoft.com/office/drawing/2014/main" id="{B46F2150-9A0D-4657-AB5D-B540EC86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260" y="6238173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27" name="Vector 327">
            <a:extLst xmlns:a="http://schemas.openxmlformats.org/drawingml/2006/main">
              <a:ext uri="{FF2B5EF4-FFF2-40B4-BE49-F238E27FC236}">
                <a16:creationId xmlns:a16="http://schemas.microsoft.com/office/drawing/2014/main" id="{2310C4B2-6AE3-4DDF-9094-A874B85B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385" y="6410473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28" name="Vector 328">
            <a:extLst xmlns:a="http://schemas.openxmlformats.org/drawingml/2006/main">
              <a:ext uri="{FF2B5EF4-FFF2-40B4-BE49-F238E27FC236}">
                <a16:creationId xmlns:a16="http://schemas.microsoft.com/office/drawing/2014/main" id="{66452BB4-7E3A-42BE-B247-D067F1B1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2883" y="6582773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29" name="Vector 329">
            <a:extLst xmlns:a="http://schemas.openxmlformats.org/drawingml/2006/main">
              <a:ext uri="{FF2B5EF4-FFF2-40B4-BE49-F238E27FC236}">
                <a16:creationId xmlns:a16="http://schemas.microsoft.com/office/drawing/2014/main" id="{3FF0FB43-D7B2-410C-B77A-7839E464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1974" y="6755073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30" name="Vector 330">
            <a:extLst xmlns:a="http://schemas.openxmlformats.org/drawingml/2006/main">
              <a:ext uri="{FF2B5EF4-FFF2-40B4-BE49-F238E27FC236}">
                <a16:creationId xmlns:a16="http://schemas.microsoft.com/office/drawing/2014/main" id="{BC27B330-D592-48B4-9B42-7A414C8C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055" y="6927373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31" name="Vector 331">
            <a:extLst xmlns:a="http://schemas.openxmlformats.org/drawingml/2006/main">
              <a:ext uri="{FF2B5EF4-FFF2-40B4-BE49-F238E27FC236}">
                <a16:creationId xmlns:a16="http://schemas.microsoft.com/office/drawing/2014/main" id="{8088E3DD-2653-4956-BEF2-C0F421B0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820" y="7099674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32" name="Vector 332">
            <a:extLst xmlns:a="http://schemas.openxmlformats.org/drawingml/2006/main">
              <a:ext uri="{FF2B5EF4-FFF2-40B4-BE49-F238E27FC236}">
                <a16:creationId xmlns:a16="http://schemas.microsoft.com/office/drawing/2014/main" id="{FC6C82BA-01CD-4240-9603-F3AA6077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9332" y="7271974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33" name="Vector 333">
            <a:extLst xmlns:a="http://schemas.openxmlformats.org/drawingml/2006/main">
              <a:ext uri="{FF2B5EF4-FFF2-40B4-BE49-F238E27FC236}">
                <a16:creationId xmlns:a16="http://schemas.microsoft.com/office/drawing/2014/main" id="{AABD9BE2-DC1E-40B9-9C90-2154E3EA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723" y="7444274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34" name="Vector 334">
            <a:extLst xmlns:a="http://schemas.openxmlformats.org/drawingml/2006/main">
              <a:ext uri="{FF2B5EF4-FFF2-40B4-BE49-F238E27FC236}">
                <a16:creationId xmlns:a16="http://schemas.microsoft.com/office/drawing/2014/main" id="{42CE4609-2724-44EC-8E07-309ECE14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172" y="7616574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35" name="Vector 335">
            <a:extLst xmlns:a="http://schemas.openxmlformats.org/drawingml/2006/main">
              <a:ext uri="{FF2B5EF4-FFF2-40B4-BE49-F238E27FC236}">
                <a16:creationId xmlns:a16="http://schemas.microsoft.com/office/drawing/2014/main" id="{5244ED82-3498-4041-A54D-01DD6816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212" y="7788874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36" name="Vector 336">
            <a:extLst xmlns:a="http://schemas.openxmlformats.org/drawingml/2006/main">
              <a:ext uri="{FF2B5EF4-FFF2-40B4-BE49-F238E27FC236}">
                <a16:creationId xmlns:a16="http://schemas.microsoft.com/office/drawing/2014/main" id="{0D878299-B7DB-4723-814F-DC111040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952" y="7961174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37" name="Vector 337">
            <a:extLst xmlns:a="http://schemas.openxmlformats.org/drawingml/2006/main">
              <a:ext uri="{FF2B5EF4-FFF2-40B4-BE49-F238E27FC236}">
                <a16:creationId xmlns:a16="http://schemas.microsoft.com/office/drawing/2014/main" id="{743B3CB4-3780-4820-98B4-1BBAA3DA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1730" y="8133475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38" name="Vector 338">
            <a:extLst xmlns:a="http://schemas.openxmlformats.org/drawingml/2006/main">
              <a:ext uri="{FF2B5EF4-FFF2-40B4-BE49-F238E27FC236}">
                <a16:creationId xmlns:a16="http://schemas.microsoft.com/office/drawing/2014/main" id="{E26C8702-4589-488F-996B-DA94AC56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885" y="8305775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39" name="Vector 339">
            <a:extLst xmlns:a="http://schemas.openxmlformats.org/drawingml/2006/main">
              <a:ext uri="{FF2B5EF4-FFF2-40B4-BE49-F238E27FC236}">
                <a16:creationId xmlns:a16="http://schemas.microsoft.com/office/drawing/2014/main" id="{CE830DE9-C66B-4BAE-9A13-6F864E63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912" y="8478075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40" name="Vector 340">
            <a:extLst xmlns:a="http://schemas.openxmlformats.org/drawingml/2006/main">
              <a:ext uri="{FF2B5EF4-FFF2-40B4-BE49-F238E27FC236}">
                <a16:creationId xmlns:a16="http://schemas.microsoft.com/office/drawing/2014/main" id="{C0FBF6B0-2466-4B39-933E-677BC800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699" y="8650375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41" name="Vector 341">
            <a:extLst xmlns:a="http://schemas.openxmlformats.org/drawingml/2006/main">
              <a:ext uri="{FF2B5EF4-FFF2-40B4-BE49-F238E27FC236}">
                <a16:creationId xmlns:a16="http://schemas.microsoft.com/office/drawing/2014/main" id="{ED9C655D-6831-4CA8-89EA-25C9B41B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141" y="8822675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42" name="Vector 342">
            <a:extLst xmlns:a="http://schemas.openxmlformats.org/drawingml/2006/main">
              <a:ext uri="{FF2B5EF4-FFF2-40B4-BE49-F238E27FC236}">
                <a16:creationId xmlns:a16="http://schemas.microsoft.com/office/drawing/2014/main" id="{427ED6E1-5EAB-4756-8F24-BE93FB97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705" y="8994975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43" name="Vector 343">
            <a:extLst xmlns:a="http://schemas.openxmlformats.org/drawingml/2006/main">
              <a:ext uri="{FF2B5EF4-FFF2-40B4-BE49-F238E27FC236}">
                <a16:creationId xmlns:a16="http://schemas.microsoft.com/office/drawing/2014/main" id="{684C8DDA-EC30-403F-9520-B70C4A1F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92" y="9167276"/>
            <a:ext cx="629093" cy="10"/>
          </a:xfrm>
          <a:custGeom xmlns:a="http://schemas.openxmlformats.org/drawingml/2006/main">
            <a:pathLst>
              <a:path w="629093" h="10">
                <a:moveTo>
                  <a:pt x="0" y="0"/>
                </a:moveTo>
                <a:lnTo>
                  <a:pt x="629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CC5946"/>
            </a:solidFill>
            <a:prstDash val="solid"/>
          </a:ln>
        </p:spPr>
      </p:sp>
      <p:sp>
        <p:nvSpPr>
          <p:cNvPr id="344" name="Vector 344">
            <a:extLst xmlns:a="http://schemas.openxmlformats.org/drawingml/2006/main">
              <a:ext uri="{FF2B5EF4-FFF2-40B4-BE49-F238E27FC236}">
                <a16:creationId xmlns:a16="http://schemas.microsoft.com/office/drawing/2014/main" id="{FE8E869F-8240-489A-A613-2B7DF803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706" y="1207008"/>
            <a:ext cx="10" cy="8339328"/>
          </a:xfrm>
          <a:custGeom xmlns:a="http://schemas.openxmlformats.org/drawingml/2006/main">
            <a:pathLst>
              <a:path w="10" h="8339328">
                <a:moveTo>
                  <a:pt x="0" y="83393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333333"/>
            </a:solidFill>
            <a:prstDash val="dash"/>
          </a:ln>
        </p:spPr>
      </p:sp>
      <p:sp>
        <p:nvSpPr>
          <p:cNvPr id="345" name="m89ec365afe 345">
            <a:extLst xmlns:a="http://schemas.openxmlformats.org/drawingml/2006/main">
              <a:ext uri="{FF2B5EF4-FFF2-40B4-BE49-F238E27FC236}">
                <a16:creationId xmlns:a16="http://schemas.microsoft.com/office/drawing/2014/main" id="{5B058D43-4564-4F84-A1DA-B1808EBA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9566" y="1570193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solidFill>
              <a:srgbClr val="BABEC3"/>
            </a:solidFill>
            <a:prstDash val="solid"/>
          </a:ln>
        </p:spPr>
      </p:sp>
      <p:sp>
        <p:nvSpPr>
          <p:cNvPr id="346" name="m89ec365afe 346">
            <a:extLst xmlns:a="http://schemas.openxmlformats.org/drawingml/2006/main">
              <a:ext uri="{FF2B5EF4-FFF2-40B4-BE49-F238E27FC236}">
                <a16:creationId xmlns:a16="http://schemas.microsoft.com/office/drawing/2014/main" id="{8F634957-7118-49AF-8212-E6CEE84F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9732" y="1742494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solidFill>
              <a:srgbClr val="BABEC3"/>
            </a:solidFill>
            <a:prstDash val="solid"/>
          </a:ln>
        </p:spPr>
      </p:sp>
      <p:sp>
        <p:nvSpPr>
          <p:cNvPr id="347" name="m89ec365afe 347">
            <a:extLst xmlns:a="http://schemas.openxmlformats.org/drawingml/2006/main">
              <a:ext uri="{FF2B5EF4-FFF2-40B4-BE49-F238E27FC236}">
                <a16:creationId xmlns:a16="http://schemas.microsoft.com/office/drawing/2014/main" id="{585A0BE9-F438-4DC1-AFBF-05FB1431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997" y="1914794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solidFill>
              <a:srgbClr val="BABEC3"/>
            </a:solidFill>
            <a:prstDash val="solid"/>
          </a:ln>
        </p:spPr>
      </p:sp>
      <p:sp>
        <p:nvSpPr>
          <p:cNvPr id="348" name="m89ec365afe 348">
            <a:extLst xmlns:a="http://schemas.openxmlformats.org/drawingml/2006/main">
              <a:ext uri="{FF2B5EF4-FFF2-40B4-BE49-F238E27FC236}">
                <a16:creationId xmlns:a16="http://schemas.microsoft.com/office/drawing/2014/main" id="{24C555B5-38E2-4B80-ACB0-B3366C5B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405" y="2087094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solidFill>
              <a:srgbClr val="BABEC3"/>
            </a:solidFill>
            <a:prstDash val="solid"/>
          </a:ln>
        </p:spPr>
      </p:sp>
      <p:sp>
        <p:nvSpPr>
          <p:cNvPr id="349" name="m89ec365afe 349">
            <a:extLst xmlns:a="http://schemas.openxmlformats.org/drawingml/2006/main">
              <a:ext uri="{FF2B5EF4-FFF2-40B4-BE49-F238E27FC236}">
                <a16:creationId xmlns:a16="http://schemas.microsoft.com/office/drawing/2014/main" id="{3CED7639-5A05-4E38-8FE1-78EE2779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7669" y="2259394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solidFill>
              <a:srgbClr val="BABEC3"/>
            </a:solidFill>
            <a:prstDash val="solid"/>
          </a:ln>
        </p:spPr>
      </p:sp>
      <p:sp>
        <p:nvSpPr>
          <p:cNvPr id="350" name="m89ec365afe 350">
            <a:extLst xmlns:a="http://schemas.openxmlformats.org/drawingml/2006/main">
              <a:ext uri="{FF2B5EF4-FFF2-40B4-BE49-F238E27FC236}">
                <a16:creationId xmlns:a16="http://schemas.microsoft.com/office/drawing/2014/main" id="{231004B4-8833-4A4B-A350-6B9CD2AB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5779" y="2431694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solidFill>
              <a:srgbClr val="BABEC3"/>
            </a:solidFill>
            <a:prstDash val="solid"/>
          </a:ln>
        </p:spPr>
      </p:sp>
      <p:sp>
        <p:nvSpPr>
          <p:cNvPr id="351" name="m89ec365afe 351">
            <a:extLst xmlns:a="http://schemas.openxmlformats.org/drawingml/2006/main">
              <a:ext uri="{FF2B5EF4-FFF2-40B4-BE49-F238E27FC236}">
                <a16:creationId xmlns:a16="http://schemas.microsoft.com/office/drawing/2014/main" id="{D7CD50AE-0991-4E64-940B-5C13B7CB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650" y="2603994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solidFill>
              <a:srgbClr val="BABEC3"/>
            </a:solidFill>
            <a:prstDash val="solid"/>
          </a:ln>
        </p:spPr>
      </p:sp>
      <p:sp>
        <p:nvSpPr>
          <p:cNvPr id="352" name="m89ec365afe 352">
            <a:extLst xmlns:a="http://schemas.openxmlformats.org/drawingml/2006/main">
              <a:ext uri="{FF2B5EF4-FFF2-40B4-BE49-F238E27FC236}">
                <a16:creationId xmlns:a16="http://schemas.microsoft.com/office/drawing/2014/main" id="{8158A564-1281-46B7-AEBE-E212FC1E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1600" y="2776295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solidFill>
              <a:srgbClr val="BABEC3"/>
            </a:solidFill>
            <a:prstDash val="solid"/>
          </a:ln>
        </p:spPr>
      </p:sp>
      <p:sp>
        <p:nvSpPr>
          <p:cNvPr id="353" name="m89ec365afe 353">
            <a:extLst xmlns:a="http://schemas.openxmlformats.org/drawingml/2006/main">
              <a:ext uri="{FF2B5EF4-FFF2-40B4-BE49-F238E27FC236}">
                <a16:creationId xmlns:a16="http://schemas.microsoft.com/office/drawing/2014/main" id="{4B93966C-F16A-411C-B953-F286E551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9673" y="2948595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solidFill>
              <a:srgbClr val="BABEC3"/>
            </a:solidFill>
            <a:prstDash val="solid"/>
          </a:ln>
        </p:spPr>
      </p:sp>
      <p:sp>
        <p:nvSpPr>
          <p:cNvPr id="354" name="m50539f6a21 354">
            <a:extLst xmlns:a="http://schemas.openxmlformats.org/drawingml/2006/main">
              <a:ext uri="{FF2B5EF4-FFF2-40B4-BE49-F238E27FC236}">
                <a16:creationId xmlns:a16="http://schemas.microsoft.com/office/drawing/2014/main" id="{B4370A9A-32DF-42B5-8F6F-EFBB0828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964" y="3120895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55" name="m50539f6a21 355">
            <a:extLst xmlns:a="http://schemas.openxmlformats.org/drawingml/2006/main">
              <a:ext uri="{FF2B5EF4-FFF2-40B4-BE49-F238E27FC236}">
                <a16:creationId xmlns:a16="http://schemas.microsoft.com/office/drawing/2014/main" id="{1BE21260-7788-414A-91C5-AE6A6F0C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3967" y="3293195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56" name="m50539f6a21 356">
            <a:extLst xmlns:a="http://schemas.openxmlformats.org/drawingml/2006/main">
              <a:ext uri="{FF2B5EF4-FFF2-40B4-BE49-F238E27FC236}">
                <a16:creationId xmlns:a16="http://schemas.microsoft.com/office/drawing/2014/main" id="{9A4E2692-AFB8-44A3-BC12-BF762274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120" y="3465495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57" name="m50539f6a21 357">
            <a:extLst xmlns:a="http://schemas.openxmlformats.org/drawingml/2006/main">
              <a:ext uri="{FF2B5EF4-FFF2-40B4-BE49-F238E27FC236}">
                <a16:creationId xmlns:a16="http://schemas.microsoft.com/office/drawing/2014/main" id="{8C9594FC-1EB7-49AF-A27B-190587F7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981" y="3637795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58" name="m50539f6a21 358">
            <a:extLst xmlns:a="http://schemas.openxmlformats.org/drawingml/2006/main">
              <a:ext uri="{FF2B5EF4-FFF2-40B4-BE49-F238E27FC236}">
                <a16:creationId xmlns:a16="http://schemas.microsoft.com/office/drawing/2014/main" id="{AB8400C6-4F06-4C75-87DD-6D6BD31C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524" y="3810096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59" name="m50539f6a21 359">
            <a:extLst xmlns:a="http://schemas.openxmlformats.org/drawingml/2006/main">
              <a:ext uri="{FF2B5EF4-FFF2-40B4-BE49-F238E27FC236}">
                <a16:creationId xmlns:a16="http://schemas.microsoft.com/office/drawing/2014/main" id="{A6D3CB7F-D29A-4FC0-972C-EDD93360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9538" y="3982396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60" name="m50539f6a21 360">
            <a:extLst xmlns:a="http://schemas.openxmlformats.org/drawingml/2006/main">
              <a:ext uri="{FF2B5EF4-FFF2-40B4-BE49-F238E27FC236}">
                <a16:creationId xmlns:a16="http://schemas.microsoft.com/office/drawing/2014/main" id="{04199817-BA1B-43E4-BB7F-9CC151EE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220" y="4154696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61" name="m50539f6a21 361">
            <a:extLst xmlns:a="http://schemas.openxmlformats.org/drawingml/2006/main">
              <a:ext uri="{FF2B5EF4-FFF2-40B4-BE49-F238E27FC236}">
                <a16:creationId xmlns:a16="http://schemas.microsoft.com/office/drawing/2014/main" id="{AED75062-B38A-4481-9481-F378BAD2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361" y="4326996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62" name="m50539f6a21 362">
            <a:extLst xmlns:a="http://schemas.openxmlformats.org/drawingml/2006/main">
              <a:ext uri="{FF2B5EF4-FFF2-40B4-BE49-F238E27FC236}">
                <a16:creationId xmlns:a16="http://schemas.microsoft.com/office/drawing/2014/main" id="{AF2AA2B8-C0AE-4150-83BE-ACEC7755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847" y="4499296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63" name="m50539f6a21 363">
            <a:extLst xmlns:a="http://schemas.openxmlformats.org/drawingml/2006/main">
              <a:ext uri="{FF2B5EF4-FFF2-40B4-BE49-F238E27FC236}">
                <a16:creationId xmlns:a16="http://schemas.microsoft.com/office/drawing/2014/main" id="{5A9DB7F5-3DF9-4CCF-85B2-EAF066A3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6270" y="4671596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64" name="m50539f6a21 364">
            <a:extLst xmlns:a="http://schemas.openxmlformats.org/drawingml/2006/main">
              <a:ext uri="{FF2B5EF4-FFF2-40B4-BE49-F238E27FC236}">
                <a16:creationId xmlns:a16="http://schemas.microsoft.com/office/drawing/2014/main" id="{0C9535FF-7C0D-4A00-888B-2DAC8673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977" y="4843897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65" name="m50539f6a21 365">
            <a:extLst xmlns:a="http://schemas.openxmlformats.org/drawingml/2006/main">
              <a:ext uri="{FF2B5EF4-FFF2-40B4-BE49-F238E27FC236}">
                <a16:creationId xmlns:a16="http://schemas.microsoft.com/office/drawing/2014/main" id="{96681491-B639-403D-8814-03F3E7B9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046" y="5016197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66" name="m50539f6a21 366">
            <a:extLst xmlns:a="http://schemas.openxmlformats.org/drawingml/2006/main">
              <a:ext uri="{FF2B5EF4-FFF2-40B4-BE49-F238E27FC236}">
                <a16:creationId xmlns:a16="http://schemas.microsoft.com/office/drawing/2014/main" id="{46E6358D-4ACC-4171-8259-9FAB7B8E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745" y="5188497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67" name="m50539f6a21 367">
            <a:extLst xmlns:a="http://schemas.openxmlformats.org/drawingml/2006/main">
              <a:ext uri="{FF2B5EF4-FFF2-40B4-BE49-F238E27FC236}">
                <a16:creationId xmlns:a16="http://schemas.microsoft.com/office/drawing/2014/main" id="{419B65D3-F762-4324-99F1-EAD2D03A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317" y="5360797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68" name="m50539f6a21 368">
            <a:extLst xmlns:a="http://schemas.openxmlformats.org/drawingml/2006/main">
              <a:ext uri="{FF2B5EF4-FFF2-40B4-BE49-F238E27FC236}">
                <a16:creationId xmlns:a16="http://schemas.microsoft.com/office/drawing/2014/main" id="{C16E7F10-7391-4B9C-8A3C-05234D75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080" y="5533097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69" name="m50539f6a21 369">
            <a:extLst xmlns:a="http://schemas.openxmlformats.org/drawingml/2006/main">
              <a:ext uri="{FF2B5EF4-FFF2-40B4-BE49-F238E27FC236}">
                <a16:creationId xmlns:a16="http://schemas.microsoft.com/office/drawing/2014/main" id="{94948945-51BE-4C7B-BE64-27B62AF2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022" y="5705397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70" name="m50539f6a21 370">
            <a:extLst xmlns:a="http://schemas.openxmlformats.org/drawingml/2006/main">
              <a:ext uri="{FF2B5EF4-FFF2-40B4-BE49-F238E27FC236}">
                <a16:creationId xmlns:a16="http://schemas.microsoft.com/office/drawing/2014/main" id="{959CE4CF-0677-4156-99BC-60241D2C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571" y="5877697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71" name="m50539f6a21 371">
            <a:extLst xmlns:a="http://schemas.openxmlformats.org/drawingml/2006/main">
              <a:ext uri="{FF2B5EF4-FFF2-40B4-BE49-F238E27FC236}">
                <a16:creationId xmlns:a16="http://schemas.microsoft.com/office/drawing/2014/main" id="{67AB0EF1-43E7-4FEF-8A5C-61CB32E5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674" y="6049998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72" name="m50539f6a21 372">
            <a:extLst xmlns:a="http://schemas.openxmlformats.org/drawingml/2006/main">
              <a:ext uri="{FF2B5EF4-FFF2-40B4-BE49-F238E27FC236}">
                <a16:creationId xmlns:a16="http://schemas.microsoft.com/office/drawing/2014/main" id="{4EDE61E3-1103-4A94-AD55-8A5B628E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931" y="6222298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73" name="m50539f6a21 373">
            <a:extLst xmlns:a="http://schemas.openxmlformats.org/drawingml/2006/main">
              <a:ext uri="{FF2B5EF4-FFF2-40B4-BE49-F238E27FC236}">
                <a16:creationId xmlns:a16="http://schemas.microsoft.com/office/drawing/2014/main" id="{60813151-EE43-4423-B0DA-451C459C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2056" y="6394598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74" name="m50539f6a21 374">
            <a:extLst xmlns:a="http://schemas.openxmlformats.org/drawingml/2006/main">
              <a:ext uri="{FF2B5EF4-FFF2-40B4-BE49-F238E27FC236}">
                <a16:creationId xmlns:a16="http://schemas.microsoft.com/office/drawing/2014/main" id="{954C9232-962D-4919-A849-08239BA3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554" y="6566898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75" name="m50539f6a21 375">
            <a:extLst xmlns:a="http://schemas.openxmlformats.org/drawingml/2006/main">
              <a:ext uri="{FF2B5EF4-FFF2-40B4-BE49-F238E27FC236}">
                <a16:creationId xmlns:a16="http://schemas.microsoft.com/office/drawing/2014/main" id="{3596C1FC-4B76-4340-A92C-DC2BA3B9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645" y="6739198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76" name="m50539f6a21 376">
            <a:extLst xmlns:a="http://schemas.openxmlformats.org/drawingml/2006/main">
              <a:ext uri="{FF2B5EF4-FFF2-40B4-BE49-F238E27FC236}">
                <a16:creationId xmlns:a16="http://schemas.microsoft.com/office/drawing/2014/main" id="{C8D6B24F-5D19-4798-A7B3-C789281B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726" y="6911498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77" name="m50539f6a21 377">
            <a:extLst xmlns:a="http://schemas.openxmlformats.org/drawingml/2006/main">
              <a:ext uri="{FF2B5EF4-FFF2-40B4-BE49-F238E27FC236}">
                <a16:creationId xmlns:a16="http://schemas.microsoft.com/office/drawing/2014/main" id="{28962CFC-B4E1-475A-9B06-17B9D1BF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491" y="7083799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78" name="m50539f6a21 378">
            <a:extLst xmlns:a="http://schemas.openxmlformats.org/drawingml/2006/main">
              <a:ext uri="{FF2B5EF4-FFF2-40B4-BE49-F238E27FC236}">
                <a16:creationId xmlns:a16="http://schemas.microsoft.com/office/drawing/2014/main" id="{1C4C48E2-E93E-4BD2-BC05-C0E9072C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8004" y="7256099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79" name="m50539f6a21 379">
            <a:extLst xmlns:a="http://schemas.openxmlformats.org/drawingml/2006/main">
              <a:ext uri="{FF2B5EF4-FFF2-40B4-BE49-F238E27FC236}">
                <a16:creationId xmlns:a16="http://schemas.microsoft.com/office/drawing/2014/main" id="{DAFBEFD8-4461-48AB-AA1F-5D8FFC35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394" y="7428399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80" name="m50539f6a21 380">
            <a:extLst xmlns:a="http://schemas.openxmlformats.org/drawingml/2006/main">
              <a:ext uri="{FF2B5EF4-FFF2-40B4-BE49-F238E27FC236}">
                <a16:creationId xmlns:a16="http://schemas.microsoft.com/office/drawing/2014/main" id="{4C7219C4-0307-43D5-A3ED-DE20EA68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843" y="7600699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81" name="m50539f6a21 381">
            <a:extLst xmlns:a="http://schemas.openxmlformats.org/drawingml/2006/main">
              <a:ext uri="{FF2B5EF4-FFF2-40B4-BE49-F238E27FC236}">
                <a16:creationId xmlns:a16="http://schemas.microsoft.com/office/drawing/2014/main" id="{3F71538F-8CE5-4819-A94A-C15AEA10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7883" y="7772999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82" name="m50539f6a21 382">
            <a:extLst xmlns:a="http://schemas.openxmlformats.org/drawingml/2006/main">
              <a:ext uri="{FF2B5EF4-FFF2-40B4-BE49-F238E27FC236}">
                <a16:creationId xmlns:a16="http://schemas.microsoft.com/office/drawing/2014/main" id="{084F9E4C-1E7C-4160-9FDB-4998F895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623" y="7945299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83" name="m50539f6a21 383">
            <a:extLst xmlns:a="http://schemas.openxmlformats.org/drawingml/2006/main">
              <a:ext uri="{FF2B5EF4-FFF2-40B4-BE49-F238E27FC236}">
                <a16:creationId xmlns:a16="http://schemas.microsoft.com/office/drawing/2014/main" id="{898F42FC-0F95-4E05-8E36-7511E9AF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401" y="8117600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84" name="m50539f6a21 384">
            <a:extLst xmlns:a="http://schemas.openxmlformats.org/drawingml/2006/main">
              <a:ext uri="{FF2B5EF4-FFF2-40B4-BE49-F238E27FC236}">
                <a16:creationId xmlns:a16="http://schemas.microsoft.com/office/drawing/2014/main" id="{02B17707-1076-453E-83D0-2C264C02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3557" y="8289900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85" name="m50539f6a21 385">
            <a:extLst xmlns:a="http://schemas.openxmlformats.org/drawingml/2006/main">
              <a:ext uri="{FF2B5EF4-FFF2-40B4-BE49-F238E27FC236}">
                <a16:creationId xmlns:a16="http://schemas.microsoft.com/office/drawing/2014/main" id="{6F409EB8-0CF4-40B3-A296-5022A41F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3584" y="8462200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86" name="m50539f6a21 386">
            <a:extLst xmlns:a="http://schemas.openxmlformats.org/drawingml/2006/main">
              <a:ext uri="{FF2B5EF4-FFF2-40B4-BE49-F238E27FC236}">
                <a16:creationId xmlns:a16="http://schemas.microsoft.com/office/drawing/2014/main" id="{EE96AA14-7ECE-4D6C-8ADD-510E44DA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370" y="8634500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87" name="m50539f6a21 387">
            <a:extLst xmlns:a="http://schemas.openxmlformats.org/drawingml/2006/main">
              <a:ext uri="{FF2B5EF4-FFF2-40B4-BE49-F238E27FC236}">
                <a16:creationId xmlns:a16="http://schemas.microsoft.com/office/drawing/2014/main" id="{F6426745-03D5-47D2-9F26-C0E28B02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4812" y="8806800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88" name="m50539f6a21 388">
            <a:extLst xmlns:a="http://schemas.openxmlformats.org/drawingml/2006/main">
              <a:ext uri="{FF2B5EF4-FFF2-40B4-BE49-F238E27FC236}">
                <a16:creationId xmlns:a16="http://schemas.microsoft.com/office/drawing/2014/main" id="{950778E9-248F-40FB-BC27-CA407880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376" y="8979100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89" name="m50539f6a21 389">
            <a:extLst xmlns:a="http://schemas.openxmlformats.org/drawingml/2006/main">
              <a:ext uri="{FF2B5EF4-FFF2-40B4-BE49-F238E27FC236}">
                <a16:creationId xmlns:a16="http://schemas.microsoft.com/office/drawing/2014/main" id="{BB1E2C9E-4AD0-4718-9606-3E2BFA53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563" y="9151401"/>
            <a:ext cx="31750" cy="31750"/>
          </a:xfrm>
          <a:custGeom xmlns:a="http://schemas.openxmlformats.org/drawingml/2006/main">
            <a:pathLst>
              <a:path w="31750" h="31750">
                <a:moveTo>
                  <a:pt x="0" y="31750"/>
                </a:moveTo>
                <a:lnTo>
                  <a:pt x="31750" y="31750"/>
                </a:lnTo>
                <a:lnTo>
                  <a:pt x="3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390" name="Vector 390">
            <a:extLst xmlns:a="http://schemas.openxmlformats.org/drawingml/2006/main">
              <a:ext uri="{FF2B5EF4-FFF2-40B4-BE49-F238E27FC236}">
                <a16:creationId xmlns:a16="http://schemas.microsoft.com/office/drawing/2014/main" id="{B4CFBCF6-27D8-4672-BD77-E063889B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816" y="1207008"/>
            <a:ext cx="10" cy="8339328"/>
          </a:xfrm>
          <a:custGeom xmlns:a="http://schemas.openxmlformats.org/drawingml/2006/main">
            <a:pathLst>
              <a:path w="10" h="8339328">
                <a:moveTo>
                  <a:pt x="0" y="83393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91" name="Vector 391">
            <a:extLst xmlns:a="http://schemas.openxmlformats.org/drawingml/2006/main">
              <a:ext uri="{FF2B5EF4-FFF2-40B4-BE49-F238E27FC236}">
                <a16:creationId xmlns:a16="http://schemas.microsoft.com/office/drawing/2014/main" id="{ADC0B890-BA23-400B-9F74-ED5BDC79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816" y="9546336"/>
            <a:ext cx="2633472" cy="10"/>
          </a:xfrm>
          <a:custGeom xmlns:a="http://schemas.openxmlformats.org/drawingml/2006/main">
            <a:pathLst>
              <a:path w="2633472" h="10">
                <a:moveTo>
                  <a:pt x="0" y="0"/>
                </a:moveTo>
                <a:lnTo>
                  <a:pt x="2633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pic>
        <p:nvPic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A5CFA16F-1C66-4AC7-97A5-0AAE1EB3AB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13c087e244a69"/>
          <a:stretch xmlns:a="http://schemas.openxmlformats.org/drawingml/2006/main"/>
        </p:blipFill>
        <p:spPr>
          <a:xfrm xmlns:a="http://schemas.openxmlformats.org/drawingml/2006/main">
            <a:off x="8142915" y="1470152"/>
            <a:ext cx="1711960" cy="1711960"/>
          </a:xfrm>
          <a:prstGeom xmlns:a="http://schemas.openxmlformats.org/drawingml/2006/main" prst="rect">
            <a:avLst/>
          </a:prstGeom>
        </p:spPr>
      </p:pic>
      <p:sp>
        <p:nvSpPr>
          <p:cNvPr id="393" name="Vector 393">
            <a:extLst xmlns:a="http://schemas.openxmlformats.org/drawingml/2006/main">
              <a:ext uri="{FF2B5EF4-FFF2-40B4-BE49-F238E27FC236}">
                <a16:creationId xmlns:a16="http://schemas.microsoft.com/office/drawing/2014/main" id="{9283DE13-EA29-483F-99B7-1845187A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2915" y="1472550"/>
            <a:ext cx="1709562" cy="1709562"/>
          </a:xfrm>
          <a:custGeom xmlns:a="http://schemas.openxmlformats.org/drawingml/2006/main">
            <a:pathLst>
              <a:path w="1709562" h="1709562">
                <a:moveTo>
                  <a:pt x="0" y="1709562"/>
                </a:moveTo>
                <a:lnTo>
                  <a:pt x="1709562" y="1709562"/>
                </a:lnTo>
                <a:lnTo>
                  <a:pt x="1709562" y="0"/>
                </a:lnTo>
                <a:lnTo>
                  <a:pt x="0" y="0"/>
                </a:lnTo>
                <a:lnTo>
                  <a:pt x="0" y="17095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2478AC"/>
            </a:solidFill>
            <a:prstDash val="solid"/>
          </a:ln>
        </p:spPr>
      </p:sp>
      <p:sp>
        <p:nvSpPr>
          <p:cNvPr id="394" name="Text 394: C09">
            <a:extLst xmlns:a="http://schemas.openxmlformats.org/drawingml/2006/main">
              <a:ext uri="{FF2B5EF4-FFF2-40B4-BE49-F238E27FC236}">
                <a16:creationId xmlns:a16="http://schemas.microsoft.com/office/drawing/2014/main" id="{D601C499-9472-491F-9208-DE0426C7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8537" y="1278240"/>
            <a:ext cx="25831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C09</a:t>
            </a:r>
          </a:p>
        </p:txBody>
      </p:sp>
      <p:pic>
        <p:nvPic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3D8DA803-8FCE-479A-B98B-C89563301C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0e5f20d6c46b2"/>
          <a:stretch xmlns:a="http://schemas.openxmlformats.org/drawingml/2006/main"/>
        </p:blipFill>
        <p:spPr>
          <a:xfrm xmlns:a="http://schemas.openxmlformats.org/drawingml/2006/main">
            <a:off x="10264323" y="1470152"/>
            <a:ext cx="1711960" cy="1711960"/>
          </a:xfrm>
          <a:prstGeom xmlns:a="http://schemas.openxmlformats.org/drawingml/2006/main" prst="rect">
            <a:avLst/>
          </a:prstGeom>
        </p:spPr>
      </p:pic>
      <p:sp>
        <p:nvSpPr>
          <p:cNvPr id="396" name="Vector 396">
            <a:extLst xmlns:a="http://schemas.openxmlformats.org/drawingml/2006/main">
              <a:ext uri="{FF2B5EF4-FFF2-40B4-BE49-F238E27FC236}">
                <a16:creationId xmlns:a16="http://schemas.microsoft.com/office/drawing/2014/main" id="{FF45996D-9239-434B-9124-59D58F16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4323" y="1472550"/>
            <a:ext cx="1709562" cy="1709562"/>
          </a:xfrm>
          <a:custGeom xmlns:a="http://schemas.openxmlformats.org/drawingml/2006/main">
            <a:pathLst>
              <a:path w="1709562" h="1709562">
                <a:moveTo>
                  <a:pt x="0" y="1709562"/>
                </a:moveTo>
                <a:lnTo>
                  <a:pt x="1709562" y="1709562"/>
                </a:lnTo>
                <a:lnTo>
                  <a:pt x="1709562" y="0"/>
                </a:lnTo>
                <a:lnTo>
                  <a:pt x="0" y="0"/>
                </a:lnTo>
                <a:lnTo>
                  <a:pt x="0" y="17095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2478AC"/>
            </a:solidFill>
            <a:prstDash val="solid"/>
          </a:ln>
        </p:spPr>
      </p:sp>
      <p:sp>
        <p:nvSpPr>
          <p:cNvPr id="397" name="Text 397: C10">
            <a:extLst xmlns:a="http://schemas.openxmlformats.org/drawingml/2006/main">
              <a:ext uri="{FF2B5EF4-FFF2-40B4-BE49-F238E27FC236}">
                <a16:creationId xmlns:a16="http://schemas.microsoft.com/office/drawing/2014/main" id="{E3361DFA-7766-43F6-9781-05340E02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9945" y="1278240"/>
            <a:ext cx="25831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C10</a:t>
            </a:r>
          </a:p>
        </p:txBody>
      </p:sp>
      <p:pic>
        <p:nvPic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B3E81230-BB77-4CBA-A54E-87C06F88B0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0ced89fa24131"/>
          <a:stretch xmlns:a="http://schemas.openxmlformats.org/drawingml/2006/main"/>
        </p:blipFill>
        <p:spPr>
          <a:xfrm xmlns:a="http://schemas.openxmlformats.org/drawingml/2006/main">
            <a:off x="12385731" y="1470152"/>
            <a:ext cx="1711960" cy="1711960"/>
          </a:xfrm>
          <a:prstGeom xmlns:a="http://schemas.openxmlformats.org/drawingml/2006/main" prst="rect">
            <a:avLst/>
          </a:prstGeom>
        </p:spPr>
      </p:pic>
      <p:sp>
        <p:nvSpPr>
          <p:cNvPr id="399" name="Vector 399">
            <a:extLst xmlns:a="http://schemas.openxmlformats.org/drawingml/2006/main">
              <a:ext uri="{FF2B5EF4-FFF2-40B4-BE49-F238E27FC236}">
                <a16:creationId xmlns:a16="http://schemas.microsoft.com/office/drawing/2014/main" id="{A1D39ED7-713E-47AE-B3E4-CE1C965E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5731" y="1472550"/>
            <a:ext cx="1709562" cy="1709562"/>
          </a:xfrm>
          <a:custGeom xmlns:a="http://schemas.openxmlformats.org/drawingml/2006/main">
            <a:pathLst>
              <a:path w="1709562" h="1709562">
                <a:moveTo>
                  <a:pt x="0" y="1709562"/>
                </a:moveTo>
                <a:lnTo>
                  <a:pt x="1709562" y="1709562"/>
                </a:lnTo>
                <a:lnTo>
                  <a:pt x="1709562" y="0"/>
                </a:lnTo>
                <a:lnTo>
                  <a:pt x="0" y="0"/>
                </a:lnTo>
                <a:lnTo>
                  <a:pt x="0" y="17095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2478AC"/>
            </a:solidFill>
            <a:prstDash val="solid"/>
          </a:ln>
        </p:spPr>
      </p:sp>
      <p:sp>
        <p:nvSpPr>
          <p:cNvPr id="400" name="Text 400: C08">
            <a:extLst xmlns:a="http://schemas.openxmlformats.org/drawingml/2006/main">
              <a:ext uri="{FF2B5EF4-FFF2-40B4-BE49-F238E27FC236}">
                <a16:creationId xmlns:a16="http://schemas.microsoft.com/office/drawing/2014/main" id="{414659E5-1DC6-488E-AE82-FB98D34E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1353" y="1278240"/>
            <a:ext cx="25831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C08</a:t>
            </a:r>
          </a:p>
        </p:txBody>
      </p:sp>
      <p:pic>
        <p:nvPic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7B9361BB-39A8-4A2C-A576-71B0730F5F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dfb63adab4ffb"/>
          <a:stretch xmlns:a="http://schemas.openxmlformats.org/drawingml/2006/main"/>
        </p:blipFill>
        <p:spPr>
          <a:xfrm xmlns:a="http://schemas.openxmlformats.org/drawingml/2006/main">
            <a:off x="8142915" y="3554984"/>
            <a:ext cx="1711960" cy="1711960"/>
          </a:xfrm>
          <a:prstGeom xmlns:a="http://schemas.openxmlformats.org/drawingml/2006/main" prst="rect">
            <a:avLst/>
          </a:prstGeom>
        </p:spPr>
      </p:pic>
      <p:sp>
        <p:nvSpPr>
          <p:cNvPr id="402" name="Vector 402">
            <a:extLst xmlns:a="http://schemas.openxmlformats.org/drawingml/2006/main">
              <a:ext uri="{FF2B5EF4-FFF2-40B4-BE49-F238E27FC236}">
                <a16:creationId xmlns:a16="http://schemas.microsoft.com/office/drawing/2014/main" id="{8AAEF486-4387-4B5A-8A0C-6081E0A4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2915" y="3557382"/>
            <a:ext cx="1709562" cy="1709562"/>
          </a:xfrm>
          <a:custGeom xmlns:a="http://schemas.openxmlformats.org/drawingml/2006/main">
            <a:pathLst>
              <a:path w="1709562" h="1709562">
                <a:moveTo>
                  <a:pt x="0" y="1709562"/>
                </a:moveTo>
                <a:lnTo>
                  <a:pt x="1709562" y="1709562"/>
                </a:lnTo>
                <a:lnTo>
                  <a:pt x="1709562" y="0"/>
                </a:lnTo>
                <a:lnTo>
                  <a:pt x="0" y="0"/>
                </a:lnTo>
                <a:lnTo>
                  <a:pt x="0" y="17095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2478AC"/>
            </a:solidFill>
            <a:prstDash val="solid"/>
          </a:ln>
        </p:spPr>
      </p:sp>
      <p:sp>
        <p:nvSpPr>
          <p:cNvPr id="403" name="Text 403: C11">
            <a:extLst xmlns:a="http://schemas.openxmlformats.org/drawingml/2006/main">
              <a:ext uri="{FF2B5EF4-FFF2-40B4-BE49-F238E27FC236}">
                <a16:creationId xmlns:a16="http://schemas.microsoft.com/office/drawing/2014/main" id="{2A431066-DE4C-4266-957A-C05DF073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8610" y="3363072"/>
            <a:ext cx="258171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C11</a:t>
            </a:r>
          </a:p>
        </p:txBody>
      </p:sp>
      <p:pic>
        <p:nvPic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9B6EB2A5-1483-4853-BC5F-F9E447AB41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f90e994c74d98"/>
          <a:stretch xmlns:a="http://schemas.openxmlformats.org/drawingml/2006/main"/>
        </p:blipFill>
        <p:spPr>
          <a:xfrm xmlns:a="http://schemas.openxmlformats.org/drawingml/2006/main">
            <a:off x="10264323" y="3554984"/>
            <a:ext cx="1711960" cy="1711960"/>
          </a:xfrm>
          <a:prstGeom xmlns:a="http://schemas.openxmlformats.org/drawingml/2006/main" prst="rect">
            <a:avLst/>
          </a:prstGeom>
        </p:spPr>
      </p:pic>
      <p:sp>
        <p:nvSpPr>
          <p:cNvPr id="405" name="Vector 405">
            <a:extLst xmlns:a="http://schemas.openxmlformats.org/drawingml/2006/main">
              <a:ext uri="{FF2B5EF4-FFF2-40B4-BE49-F238E27FC236}">
                <a16:creationId xmlns:a16="http://schemas.microsoft.com/office/drawing/2014/main" id="{3CC358F2-87C1-452E-ACE7-AB498868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4323" y="3557382"/>
            <a:ext cx="1709562" cy="1709562"/>
          </a:xfrm>
          <a:custGeom xmlns:a="http://schemas.openxmlformats.org/drawingml/2006/main">
            <a:pathLst>
              <a:path w="1709562" h="1709562">
                <a:moveTo>
                  <a:pt x="0" y="1709562"/>
                </a:moveTo>
                <a:lnTo>
                  <a:pt x="1709562" y="1709562"/>
                </a:lnTo>
                <a:lnTo>
                  <a:pt x="1709562" y="0"/>
                </a:lnTo>
                <a:lnTo>
                  <a:pt x="0" y="0"/>
                </a:lnTo>
                <a:lnTo>
                  <a:pt x="0" y="17095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2478AC"/>
            </a:solidFill>
            <a:prstDash val="solid"/>
          </a:ln>
        </p:spPr>
      </p:sp>
      <p:sp>
        <p:nvSpPr>
          <p:cNvPr id="406" name="Text 406: C07">
            <a:extLst xmlns:a="http://schemas.openxmlformats.org/drawingml/2006/main">
              <a:ext uri="{FF2B5EF4-FFF2-40B4-BE49-F238E27FC236}">
                <a16:creationId xmlns:a16="http://schemas.microsoft.com/office/drawing/2014/main" id="{78D59496-EEF7-4991-BC11-D3D8170D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9945" y="3363072"/>
            <a:ext cx="25831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2478AC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2478AC"/>
                </a:solidFill>
                <a:latin typeface="Arial"/>
                <a:ea typeface="Arial"/>
                <a:cs typeface="Arial"/>
              </a:rPr>
              <a:t>C07</a:t>
            </a:r>
          </a:p>
        </p:txBody>
      </p:sp>
      <p:pic>
        <p:nvPic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51194F91-A41E-4885-817A-7AAE61AD1D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96a27dc1347db"/>
          <a:stretch xmlns:a="http://schemas.openxmlformats.org/drawingml/2006/main"/>
        </p:blipFill>
        <p:spPr>
          <a:xfrm xmlns:a="http://schemas.openxmlformats.org/drawingml/2006/main">
            <a:off x="12385731" y="3554984"/>
            <a:ext cx="1711960" cy="1711960"/>
          </a:xfrm>
          <a:prstGeom xmlns:a="http://schemas.openxmlformats.org/drawingml/2006/main" prst="rect">
            <a:avLst/>
          </a:prstGeom>
        </p:spPr>
      </p:pic>
      <p:sp>
        <p:nvSpPr>
          <p:cNvPr id="408" name="Vector 408">
            <a:extLst xmlns:a="http://schemas.openxmlformats.org/drawingml/2006/main">
              <a:ext uri="{FF2B5EF4-FFF2-40B4-BE49-F238E27FC236}">
                <a16:creationId xmlns:a16="http://schemas.microsoft.com/office/drawing/2014/main" id="{4A82A784-FE42-48A5-A49A-92F10882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5731" y="3557382"/>
            <a:ext cx="1709562" cy="1709562"/>
          </a:xfrm>
          <a:custGeom xmlns:a="http://schemas.openxmlformats.org/drawingml/2006/main">
            <a:pathLst>
              <a:path w="1709562" h="1709562">
                <a:moveTo>
                  <a:pt x="0" y="1709562"/>
                </a:moveTo>
                <a:lnTo>
                  <a:pt x="1709562" y="1709562"/>
                </a:lnTo>
                <a:lnTo>
                  <a:pt x="1709562" y="0"/>
                </a:lnTo>
                <a:lnTo>
                  <a:pt x="0" y="0"/>
                </a:lnTo>
                <a:lnTo>
                  <a:pt x="0" y="17095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BABEC3"/>
            </a:solidFill>
            <a:prstDash val="solid"/>
          </a:ln>
        </p:spPr>
      </p:sp>
      <p:sp>
        <p:nvSpPr>
          <p:cNvPr id="409" name="Text 409: C00">
            <a:extLst xmlns:a="http://schemas.openxmlformats.org/drawingml/2006/main">
              <a:ext uri="{FF2B5EF4-FFF2-40B4-BE49-F238E27FC236}">
                <a16:creationId xmlns:a16="http://schemas.microsoft.com/office/drawing/2014/main" id="{6669896F-D876-44C2-9B52-40F740A3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1353" y="3363072"/>
            <a:ext cx="25831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ABEC3"/>
                </a:solidFill>
                <a:latin typeface="Arial"/>
                <a:ea typeface="Arial"/>
                <a:cs typeface="Arial"/>
              </a:rPr>
              <a:t>C00</a:t>
            </a:r>
          </a:p>
        </p:txBody>
      </p:sp>
      <p:pic>
        <p:nvPic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8D318FE5-5AF8-4FC5-BB4A-956F65FDC3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91513f863420d"/>
          <a:stretch xmlns:a="http://schemas.openxmlformats.org/drawingml/2006/main"/>
        </p:blipFill>
        <p:spPr>
          <a:xfrm xmlns:a="http://schemas.openxmlformats.org/drawingml/2006/main">
            <a:off x="8142915" y="5639816"/>
            <a:ext cx="1711960" cy="1711960"/>
          </a:xfrm>
          <a:prstGeom xmlns:a="http://schemas.openxmlformats.org/drawingml/2006/main" prst="rect">
            <a:avLst/>
          </a:prstGeom>
        </p:spPr>
      </p:pic>
      <p:sp>
        <p:nvSpPr>
          <p:cNvPr id="411" name="Vector 411">
            <a:extLst xmlns:a="http://schemas.openxmlformats.org/drawingml/2006/main">
              <a:ext uri="{FF2B5EF4-FFF2-40B4-BE49-F238E27FC236}">
                <a16:creationId xmlns:a16="http://schemas.microsoft.com/office/drawing/2014/main" id="{61BC2AC1-2531-4629-A6AA-A3ADEEC6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2915" y="5642214"/>
            <a:ext cx="1709562" cy="1709562"/>
          </a:xfrm>
          <a:custGeom xmlns:a="http://schemas.openxmlformats.org/drawingml/2006/main">
            <a:pathLst>
              <a:path w="1709562" h="1709562">
                <a:moveTo>
                  <a:pt x="0" y="1709562"/>
                </a:moveTo>
                <a:lnTo>
                  <a:pt x="1709562" y="1709562"/>
                </a:lnTo>
                <a:lnTo>
                  <a:pt x="1709562" y="0"/>
                </a:lnTo>
                <a:lnTo>
                  <a:pt x="0" y="0"/>
                </a:lnTo>
                <a:lnTo>
                  <a:pt x="0" y="17095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BABEC3"/>
            </a:solidFill>
            <a:prstDash val="solid"/>
          </a:ln>
        </p:spPr>
      </p:sp>
      <p:sp>
        <p:nvSpPr>
          <p:cNvPr id="412" name="Text 412: C06">
            <a:extLst xmlns:a="http://schemas.openxmlformats.org/drawingml/2006/main">
              <a:ext uri="{FF2B5EF4-FFF2-40B4-BE49-F238E27FC236}">
                <a16:creationId xmlns:a16="http://schemas.microsoft.com/office/drawing/2014/main" id="{F5CD38AB-B7CB-4958-8047-59B6EFA1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8537" y="5447904"/>
            <a:ext cx="25831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BABEC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ABEC3"/>
                </a:solidFill>
                <a:latin typeface="Arial"/>
                <a:ea typeface="Arial"/>
                <a:cs typeface="Arial"/>
              </a:rPr>
              <a:t>C06</a:t>
            </a:r>
          </a:p>
        </p:txBody>
      </p:sp>
      <p:pic>
        <p:nvPic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5FD9FADB-5E2E-4DBF-A2DB-885813EB9A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ff493caf64703"/>
          <a:stretch xmlns:a="http://schemas.openxmlformats.org/drawingml/2006/main"/>
        </p:blipFill>
        <p:spPr>
          <a:xfrm xmlns:a="http://schemas.openxmlformats.org/drawingml/2006/main">
            <a:off x="10264323" y="5639816"/>
            <a:ext cx="1711960" cy="1711960"/>
          </a:xfrm>
          <a:prstGeom xmlns:a="http://schemas.openxmlformats.org/drawingml/2006/main" prst="rect">
            <a:avLst/>
          </a:prstGeom>
        </p:spPr>
      </p:pic>
      <p:sp>
        <p:nvSpPr>
          <p:cNvPr id="414" name="Vector 414">
            <a:extLst xmlns:a="http://schemas.openxmlformats.org/drawingml/2006/main">
              <a:ext uri="{FF2B5EF4-FFF2-40B4-BE49-F238E27FC236}">
                <a16:creationId xmlns:a16="http://schemas.microsoft.com/office/drawing/2014/main" id="{2766C5B0-C08A-4F04-B3B1-92B47DC1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4323" y="5642214"/>
            <a:ext cx="1709562" cy="1709562"/>
          </a:xfrm>
          <a:custGeom xmlns:a="http://schemas.openxmlformats.org/drawingml/2006/main">
            <a:pathLst>
              <a:path w="1709562" h="1709562">
                <a:moveTo>
                  <a:pt x="0" y="1709562"/>
                </a:moveTo>
                <a:lnTo>
                  <a:pt x="1709562" y="1709562"/>
                </a:lnTo>
                <a:lnTo>
                  <a:pt x="1709562" y="0"/>
                </a:lnTo>
                <a:lnTo>
                  <a:pt x="0" y="0"/>
                </a:lnTo>
                <a:lnTo>
                  <a:pt x="0" y="17095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CC5946"/>
            </a:solidFill>
            <a:prstDash val="solid"/>
          </a:ln>
        </p:spPr>
      </p:sp>
      <p:sp>
        <p:nvSpPr>
          <p:cNvPr id="415" name="Text 415: C01">
            <a:extLst xmlns:a="http://schemas.openxmlformats.org/drawingml/2006/main">
              <a:ext uri="{FF2B5EF4-FFF2-40B4-BE49-F238E27FC236}">
                <a16:creationId xmlns:a16="http://schemas.microsoft.com/office/drawing/2014/main" id="{B6AD3909-2C44-42D9-8DE6-9360D2DF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9945" y="5447904"/>
            <a:ext cx="25831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C01</a:t>
            </a:r>
          </a:p>
        </p:txBody>
      </p:sp>
      <p:pic>
        <p:nvPic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D471329D-B237-4010-A2A1-6F2A48770D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3443793004115"/>
          <a:stretch xmlns:a="http://schemas.openxmlformats.org/drawingml/2006/main"/>
        </p:blipFill>
        <p:spPr>
          <a:xfrm xmlns:a="http://schemas.openxmlformats.org/drawingml/2006/main">
            <a:off x="12385731" y="5639816"/>
            <a:ext cx="1711960" cy="1711960"/>
          </a:xfrm>
          <a:prstGeom xmlns:a="http://schemas.openxmlformats.org/drawingml/2006/main" prst="rect">
            <a:avLst/>
          </a:prstGeom>
        </p:spPr>
      </p:pic>
      <p:sp>
        <p:nvSpPr>
          <p:cNvPr id="417" name="Vector 417">
            <a:extLst xmlns:a="http://schemas.openxmlformats.org/drawingml/2006/main">
              <a:ext uri="{FF2B5EF4-FFF2-40B4-BE49-F238E27FC236}">
                <a16:creationId xmlns:a16="http://schemas.microsoft.com/office/drawing/2014/main" id="{F61561FE-17B8-4D4A-A77D-CD8F6B28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5731" y="5642214"/>
            <a:ext cx="1709562" cy="1709562"/>
          </a:xfrm>
          <a:custGeom xmlns:a="http://schemas.openxmlformats.org/drawingml/2006/main">
            <a:pathLst>
              <a:path w="1709562" h="1709562">
                <a:moveTo>
                  <a:pt x="0" y="1709562"/>
                </a:moveTo>
                <a:lnTo>
                  <a:pt x="1709562" y="1709562"/>
                </a:lnTo>
                <a:lnTo>
                  <a:pt x="1709562" y="0"/>
                </a:lnTo>
                <a:lnTo>
                  <a:pt x="0" y="0"/>
                </a:lnTo>
                <a:lnTo>
                  <a:pt x="0" y="17095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CC5946"/>
            </a:solidFill>
            <a:prstDash val="solid"/>
          </a:ln>
        </p:spPr>
      </p:sp>
      <p:sp>
        <p:nvSpPr>
          <p:cNvPr id="418" name="Text 418: C05">
            <a:extLst xmlns:a="http://schemas.openxmlformats.org/drawingml/2006/main">
              <a:ext uri="{FF2B5EF4-FFF2-40B4-BE49-F238E27FC236}">
                <a16:creationId xmlns:a16="http://schemas.microsoft.com/office/drawing/2014/main" id="{65D84FE5-C246-47E4-AC7F-184B6719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1353" y="5447904"/>
            <a:ext cx="25831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C05</a:t>
            </a:r>
          </a:p>
        </p:txBody>
      </p:sp>
      <p:pic>
        <p:nvPic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44F3BE09-3ABB-4843-AEB3-49AED8892A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b3d766f8f4479"/>
          <a:stretch xmlns:a="http://schemas.openxmlformats.org/drawingml/2006/main"/>
        </p:blipFill>
        <p:spPr>
          <a:xfrm xmlns:a="http://schemas.openxmlformats.org/drawingml/2006/main">
            <a:off x="8142915" y="7724648"/>
            <a:ext cx="1711960" cy="1711960"/>
          </a:xfrm>
          <a:prstGeom xmlns:a="http://schemas.openxmlformats.org/drawingml/2006/main" prst="rect">
            <a:avLst/>
          </a:prstGeom>
        </p:spPr>
      </p:pic>
      <p:sp>
        <p:nvSpPr>
          <p:cNvPr id="420" name="Vector 420">
            <a:extLst xmlns:a="http://schemas.openxmlformats.org/drawingml/2006/main">
              <a:ext uri="{FF2B5EF4-FFF2-40B4-BE49-F238E27FC236}">
                <a16:creationId xmlns:a16="http://schemas.microsoft.com/office/drawing/2014/main" id="{C7385354-A143-440C-BD5F-34E75631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2915" y="7727046"/>
            <a:ext cx="1709562" cy="1709562"/>
          </a:xfrm>
          <a:custGeom xmlns:a="http://schemas.openxmlformats.org/drawingml/2006/main">
            <a:pathLst>
              <a:path w="1709562" h="1709562">
                <a:moveTo>
                  <a:pt x="0" y="1709562"/>
                </a:moveTo>
                <a:lnTo>
                  <a:pt x="1709562" y="1709562"/>
                </a:lnTo>
                <a:lnTo>
                  <a:pt x="1709562" y="0"/>
                </a:lnTo>
                <a:lnTo>
                  <a:pt x="0" y="0"/>
                </a:lnTo>
                <a:lnTo>
                  <a:pt x="0" y="17095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CC5946"/>
            </a:solidFill>
            <a:prstDash val="solid"/>
          </a:ln>
        </p:spPr>
      </p:sp>
      <p:sp>
        <p:nvSpPr>
          <p:cNvPr id="421" name="Text 421: C02">
            <a:extLst xmlns:a="http://schemas.openxmlformats.org/drawingml/2006/main">
              <a:ext uri="{FF2B5EF4-FFF2-40B4-BE49-F238E27FC236}">
                <a16:creationId xmlns:a16="http://schemas.microsoft.com/office/drawing/2014/main" id="{C616D52B-6FD1-4E57-9A02-FEAFA40B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8537" y="7532736"/>
            <a:ext cx="25831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C02</a:t>
            </a:r>
          </a:p>
        </p:txBody>
      </p:sp>
      <p:pic>
        <p:nvPic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A8669988-6063-4802-B8A9-656302322E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e4999d4a242db"/>
          <a:stretch xmlns:a="http://schemas.openxmlformats.org/drawingml/2006/main"/>
        </p:blipFill>
        <p:spPr>
          <a:xfrm xmlns:a="http://schemas.openxmlformats.org/drawingml/2006/main">
            <a:off x="10264323" y="7724648"/>
            <a:ext cx="1711960" cy="1711960"/>
          </a:xfrm>
          <a:prstGeom xmlns:a="http://schemas.openxmlformats.org/drawingml/2006/main" prst="rect">
            <a:avLst/>
          </a:prstGeom>
        </p:spPr>
      </p:pic>
      <p:sp>
        <p:nvSpPr>
          <p:cNvPr id="423" name="Vector 423">
            <a:extLst xmlns:a="http://schemas.openxmlformats.org/drawingml/2006/main">
              <a:ext uri="{FF2B5EF4-FFF2-40B4-BE49-F238E27FC236}">
                <a16:creationId xmlns:a16="http://schemas.microsoft.com/office/drawing/2014/main" id="{9EB1101A-3B0F-4D79-BEF8-9A14516D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4323" y="7727046"/>
            <a:ext cx="1709562" cy="1709562"/>
          </a:xfrm>
          <a:custGeom xmlns:a="http://schemas.openxmlformats.org/drawingml/2006/main">
            <a:pathLst>
              <a:path w="1709562" h="1709562">
                <a:moveTo>
                  <a:pt x="0" y="1709562"/>
                </a:moveTo>
                <a:lnTo>
                  <a:pt x="1709562" y="1709562"/>
                </a:lnTo>
                <a:lnTo>
                  <a:pt x="1709562" y="0"/>
                </a:lnTo>
                <a:lnTo>
                  <a:pt x="0" y="0"/>
                </a:lnTo>
                <a:lnTo>
                  <a:pt x="0" y="17095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CC5946"/>
            </a:solidFill>
            <a:prstDash val="solid"/>
          </a:ln>
        </p:spPr>
      </p:sp>
      <p:sp>
        <p:nvSpPr>
          <p:cNvPr id="424" name="Text 424: C04">
            <a:extLst xmlns:a="http://schemas.openxmlformats.org/drawingml/2006/main">
              <a:ext uri="{FF2B5EF4-FFF2-40B4-BE49-F238E27FC236}">
                <a16:creationId xmlns:a16="http://schemas.microsoft.com/office/drawing/2014/main" id="{48C2EF47-9517-474F-9F7C-743412E1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9945" y="7532736"/>
            <a:ext cx="25831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C04</a:t>
            </a:r>
          </a:p>
        </p:txBody>
      </p:sp>
      <p:pic>
        <p:nvPic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1D7BD3D2-256B-4F6F-B461-3B5A401E33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935456b5844ff"/>
          <a:stretch xmlns:a="http://schemas.openxmlformats.org/drawingml/2006/main"/>
        </p:blipFill>
        <p:spPr>
          <a:xfrm xmlns:a="http://schemas.openxmlformats.org/drawingml/2006/main">
            <a:off x="12385731" y="7724648"/>
            <a:ext cx="1711960" cy="1711960"/>
          </a:xfrm>
          <a:prstGeom xmlns:a="http://schemas.openxmlformats.org/drawingml/2006/main" prst="rect">
            <a:avLst/>
          </a:prstGeom>
        </p:spPr>
      </p:pic>
      <p:sp>
        <p:nvSpPr>
          <p:cNvPr id="426" name="Vector 426">
            <a:extLst xmlns:a="http://schemas.openxmlformats.org/drawingml/2006/main">
              <a:ext uri="{FF2B5EF4-FFF2-40B4-BE49-F238E27FC236}">
                <a16:creationId xmlns:a16="http://schemas.microsoft.com/office/drawing/2014/main" id="{4F9D021A-319D-4A89-A623-01C44C6E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5731" y="7727046"/>
            <a:ext cx="1709562" cy="1709562"/>
          </a:xfrm>
          <a:custGeom xmlns:a="http://schemas.openxmlformats.org/drawingml/2006/main">
            <a:pathLst>
              <a:path w="1709562" h="1709562">
                <a:moveTo>
                  <a:pt x="0" y="1709562"/>
                </a:moveTo>
                <a:lnTo>
                  <a:pt x="1709562" y="1709562"/>
                </a:lnTo>
                <a:lnTo>
                  <a:pt x="1709562" y="0"/>
                </a:lnTo>
                <a:lnTo>
                  <a:pt x="0" y="0"/>
                </a:lnTo>
                <a:lnTo>
                  <a:pt x="0" y="17095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CC5946"/>
            </a:solidFill>
            <a:prstDash val="solid"/>
          </a:ln>
        </p:spPr>
      </p:sp>
      <p:sp>
        <p:nvSpPr>
          <p:cNvPr id="427" name="Text 427: C03">
            <a:extLst xmlns:a="http://schemas.openxmlformats.org/drawingml/2006/main">
              <a:ext uri="{FF2B5EF4-FFF2-40B4-BE49-F238E27FC236}">
                <a16:creationId xmlns:a16="http://schemas.microsoft.com/office/drawing/2014/main" id="{486DC41F-12A0-4179-B9CD-1074B81C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1353" y="7532736"/>
            <a:ext cx="25831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CC5946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CC5946"/>
                </a:solidFill>
                <a:latin typeface="Arial"/>
                <a:ea typeface="Arial"/>
                <a:cs typeface="Arial"/>
              </a:rPr>
              <a:t>C03</a:t>
            </a:r>
          </a:p>
        </p:txBody>
      </p:sp>
      <p:sp>
        <p:nvSpPr>
          <p:cNvPr id="428" name="Text 428: Figure S4 | Cluster atlas demonstration">
            <a:extLst xmlns:a="http://schemas.openxmlformats.org/drawingml/2006/main">
              <a:ext uri="{FF2B5EF4-FFF2-40B4-BE49-F238E27FC236}">
                <a16:creationId xmlns:a16="http://schemas.microsoft.com/office/drawing/2014/main" id="{017023F4-CE19-4B22-9878-FE8EA5F0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2595" y="181558"/>
            <a:ext cx="3985209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Figure S4 | Cluster atlas demonstration</a:t>
            </a:r>
          </a:p>
        </p:txBody>
      </p:sp>
      <p:sp>
        <p:nvSpPr>
          <p:cNvPr id="429" name="Text 429: Illustrative coefficients and intervals; no TCGA clinical inference. Cluster identities differ from the paper-trained model.">
            <a:extLst xmlns:a="http://schemas.openxmlformats.org/drawingml/2006/main">
              <a:ext uri="{FF2B5EF4-FFF2-40B4-BE49-F238E27FC236}">
                <a16:creationId xmlns:a16="http://schemas.microsoft.com/office/drawing/2014/main" id="{56E5C966-E1C9-4CC9-87D3-CDB6D4D9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824" y="10218702"/>
            <a:ext cx="663159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Illustrative coefficients and intervals; no TCGA clinical inference. Cluster identities differ from the paper-trained model.</a:t>
            </a:r>
          </a:p>
        </p:txBody>
      </p:sp>
      <p:sp>
        <p:nvSpPr>
          <p:cNvPr id="430" name="Text 430: Forest order: increasing gamma down the left column, then the right. Representative patches also follow increasing gamma.">
            <a:extLst xmlns:a="http://schemas.openxmlformats.org/drawingml/2006/main">
              <a:ext uri="{FF2B5EF4-FFF2-40B4-BE49-F238E27FC236}">
                <a16:creationId xmlns:a16="http://schemas.microsoft.com/office/drawing/2014/main" id="{DE9E252E-25A6-4391-B01F-6D9749A6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824" y="10360914"/>
            <a:ext cx="697801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Forest order: increasing gamma down the left column, then the right. Representative patches also follow increasing gamma.</a:t>
            </a:r>
          </a:p>
        </p:txBody>
      </p:sp>
      <p:sp>
        <p:nvSpPr>
          <p:cNvPr id="431" name="Vector 431">
            <a:extLst xmlns:a="http://schemas.openxmlformats.org/drawingml/2006/main">
              <a:ext uri="{FF2B5EF4-FFF2-40B4-BE49-F238E27FC236}">
                <a16:creationId xmlns:a16="http://schemas.microsoft.com/office/drawing/2014/main" id="{669564DF-E04D-40E8-84AF-CE6F6FA9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722" y="643491"/>
            <a:ext cx="228600" cy="10"/>
          </a:xfrm>
          <a:custGeom xmlns:a="http://schemas.openxmlformats.org/drawingml/2006/main">
            <a:pathLst>
              <a:path w="228600" h="10">
                <a:moveTo>
                  <a:pt x="0" y="0"/>
                </a:moveTo>
                <a:lnTo>
                  <a:pt x="114300" y="0"/>
                </a:ln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432" name="m83077ba200 432">
            <a:extLst xmlns:a="http://schemas.openxmlformats.org/drawingml/2006/main">
              <a:ext uri="{FF2B5EF4-FFF2-40B4-BE49-F238E27FC236}">
                <a16:creationId xmlns:a16="http://schemas.microsoft.com/office/drawing/2014/main" id="{553F9ECA-77B7-44A7-BF71-BBC122E3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622" y="618091"/>
            <a:ext cx="50800" cy="50800"/>
          </a:xfrm>
          <a:custGeom xmlns:a="http://schemas.openxmlformats.org/drawingml/2006/main">
            <a:pathLst>
              <a:path w="50800" h="50800">
                <a:moveTo>
                  <a:pt x="0" y="50800"/>
                </a:moveTo>
                <a:lnTo>
                  <a:pt x="50800" y="50800"/>
                </a:lnTo>
                <a:lnTo>
                  <a:pt x="508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solidFill>
              <a:srgbClr val="2478AC"/>
            </a:solidFill>
            <a:prstDash val="solid"/>
          </a:ln>
        </p:spPr>
      </p:sp>
      <p:sp>
        <p:nvSpPr>
          <p:cNvPr id="433" name="Text 433: Negative association: interval below 0">
            <a:extLst xmlns:a="http://schemas.openxmlformats.org/drawingml/2006/main">
              <a:ext uri="{FF2B5EF4-FFF2-40B4-BE49-F238E27FC236}">
                <a16:creationId xmlns:a16="http://schemas.microsoft.com/office/drawing/2014/main" id="{ABD15AA6-E426-4535-9F82-E2F4EDFE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8762" y="577197"/>
            <a:ext cx="1937525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Negative association: interval below 0</a:t>
            </a:r>
          </a:p>
        </p:txBody>
      </p:sp>
      <p:sp>
        <p:nvSpPr>
          <p:cNvPr id="434" name="Vector 434">
            <a:extLst xmlns:a="http://schemas.openxmlformats.org/drawingml/2006/main">
              <a:ext uri="{FF2B5EF4-FFF2-40B4-BE49-F238E27FC236}">
                <a16:creationId xmlns:a16="http://schemas.microsoft.com/office/drawing/2014/main" id="{A65A41FB-6CBC-4893-B9DA-A87F6CC3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368" y="643491"/>
            <a:ext cx="228600" cy="10"/>
          </a:xfrm>
          <a:custGeom xmlns:a="http://schemas.openxmlformats.org/drawingml/2006/main">
            <a:pathLst>
              <a:path w="228600" h="10">
                <a:moveTo>
                  <a:pt x="0" y="0"/>
                </a:moveTo>
                <a:lnTo>
                  <a:pt x="114300" y="0"/>
                </a:ln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435" name="m25e1e84d11 435">
            <a:extLst xmlns:a="http://schemas.openxmlformats.org/drawingml/2006/main">
              <a:ext uri="{FF2B5EF4-FFF2-40B4-BE49-F238E27FC236}">
                <a16:creationId xmlns:a16="http://schemas.microsoft.com/office/drawing/2014/main" id="{E80FB677-1D52-4B09-90D9-AD7C59F4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268" y="618091"/>
            <a:ext cx="50800" cy="50800"/>
          </a:xfrm>
          <a:custGeom xmlns:a="http://schemas.openxmlformats.org/drawingml/2006/main">
            <a:pathLst>
              <a:path w="50800" h="50800">
                <a:moveTo>
                  <a:pt x="0" y="50800"/>
                </a:moveTo>
                <a:lnTo>
                  <a:pt x="50800" y="50800"/>
                </a:lnTo>
                <a:lnTo>
                  <a:pt x="508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solidFill>
              <a:srgbClr val="CC5946"/>
            </a:solidFill>
            <a:prstDash val="solid"/>
          </a:ln>
        </p:spPr>
      </p:sp>
      <p:sp>
        <p:nvSpPr>
          <p:cNvPr id="436" name="Text 436: Positive association: interval above 0">
            <a:extLst xmlns:a="http://schemas.openxmlformats.org/drawingml/2006/main">
              <a:ext uri="{FF2B5EF4-FFF2-40B4-BE49-F238E27FC236}">
                <a16:creationId xmlns:a16="http://schemas.microsoft.com/office/drawing/2014/main" id="{E2DD7546-AE9B-495B-865E-CF0EE882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3408" y="577197"/>
            <a:ext cx="1899463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Positive association: interval above 0</a:t>
            </a:r>
          </a:p>
        </p:txBody>
      </p:sp>
      <p:sp>
        <p:nvSpPr>
          <p:cNvPr id="437" name="Vector 437">
            <a:extLst xmlns:a="http://schemas.openxmlformats.org/drawingml/2006/main">
              <a:ext uri="{FF2B5EF4-FFF2-40B4-BE49-F238E27FC236}">
                <a16:creationId xmlns:a16="http://schemas.microsoft.com/office/drawing/2014/main" id="{7890BC55-78D2-4A65-B55D-6B7710CE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041" y="643491"/>
            <a:ext cx="228600" cy="10"/>
          </a:xfrm>
          <a:custGeom xmlns:a="http://schemas.openxmlformats.org/drawingml/2006/main">
            <a:pathLst>
              <a:path w="228600" h="10">
                <a:moveTo>
                  <a:pt x="0" y="0"/>
                </a:moveTo>
                <a:lnTo>
                  <a:pt x="114300" y="0"/>
                </a:ln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rgbClr val="BABEC3"/>
            </a:solidFill>
            <a:prstDash val="solid"/>
          </a:ln>
        </p:spPr>
      </p:sp>
      <p:sp>
        <p:nvSpPr>
          <p:cNvPr id="438" name="m0c234468e6 438">
            <a:extLst xmlns:a="http://schemas.openxmlformats.org/drawingml/2006/main">
              <a:ext uri="{FF2B5EF4-FFF2-40B4-BE49-F238E27FC236}">
                <a16:creationId xmlns:a16="http://schemas.microsoft.com/office/drawing/2014/main" id="{96384F3A-434A-4368-BD68-CF3A1724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941" y="618091"/>
            <a:ext cx="50800" cy="50800"/>
          </a:xfrm>
          <a:custGeom xmlns:a="http://schemas.openxmlformats.org/drawingml/2006/main">
            <a:pathLst>
              <a:path w="50800" h="50800">
                <a:moveTo>
                  <a:pt x="0" y="50800"/>
                </a:moveTo>
                <a:lnTo>
                  <a:pt x="50800" y="50800"/>
                </a:lnTo>
                <a:lnTo>
                  <a:pt x="508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solidFill>
              <a:srgbClr val="BABEC3"/>
            </a:solidFill>
            <a:prstDash val="solid"/>
          </a:ln>
        </p:spPr>
      </p:sp>
      <p:sp>
        <p:nvSpPr>
          <p:cNvPr id="439" name="Text 439: Not significant / reference">
            <a:extLst xmlns:a="http://schemas.openxmlformats.org/drawingml/2006/main">
              <a:ext uri="{FF2B5EF4-FFF2-40B4-BE49-F238E27FC236}">
                <a16:creationId xmlns:a16="http://schemas.microsoft.com/office/drawing/2014/main" id="{F3C3EB6E-1F3B-4004-880C-D013DA26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8081" y="577197"/>
            <a:ext cx="1321333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 significant / reference</a:t>
            </a:r>
          </a:p>
        </p:txBody>
      </p:sp>
    </p:spTree>
    <p:extLst>
      <p:ext uri="{BB962C8B-B14F-4D97-AF65-F5344CB8AC3E}">
        <p14:creationId xmlns:p14="http://schemas.microsoft.com/office/powerpoint/2010/main" val="14184248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2026-10-09T04:52:11.5380000Z</dcterms:created>
  <dcterms:modified xsi:type="dcterms:W3CDTF">2026-10-09T04:52:11.5380000Z</dcterms:modified>
</coreProperties>
</file>