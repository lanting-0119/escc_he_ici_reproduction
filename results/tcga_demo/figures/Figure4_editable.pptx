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37e9e59f124547" /><Relationship Type="http://schemas.openxmlformats.org/officeDocument/2006/relationships/extended-properties" Target="/docProps/app.xml" Id="R15c3fc7dcafb4ef7" /><Relationship Type="http://schemas.openxmlformats.org/officeDocument/2006/relationships/officeDocument" Target="/ppt/presentation.xml" Id="R8c219cce10a447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5101abbb4041c2"/>
  </p:sldMasterIdLst>
  <p:notesMasterIdLst>
    <p:notesMasterId xmlns:r="http://schemas.openxmlformats.org/officeDocument/2006/relationships" r:id="R375a9dcf01204f9f"/>
  </p:notesMasterIdLst>
  <p:sldIdLst>
    <p:sldId xmlns:r="http://schemas.openxmlformats.org/officeDocument/2006/relationships" id="256" r:id="R1ba02294f7e84591"/>
  </p:sldIdLst>
  <p:sldSz cx="128016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499a43ec4344c9" /><Relationship Type="http://schemas.openxmlformats.org/officeDocument/2006/relationships/slideMaster" Target="/ppt/slideMasters/slideMaster1.xml" Id="R1b5101abbb4041c2" /><Relationship Type="http://schemas.openxmlformats.org/officeDocument/2006/relationships/notesMaster" Target="/ppt/notesMasters/notesMaster1.xml" Id="R375a9dcf01204f9f" /><Relationship Type="http://schemas.openxmlformats.org/officeDocument/2006/relationships/presProps" Target="/ppt/presProps.xml" Id="Rb433ce9cc10d4888" /><Relationship Type="http://schemas.openxmlformats.org/officeDocument/2006/relationships/tableStyles" Target="/ppt/tableStyles.xml" Id="R61ff3a39bae74d0f" /><Relationship Type="http://schemas.openxmlformats.org/officeDocument/2006/relationships/slide" Target="/ppt/slides/slide1.xml" Id="R1ba02294f7e845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83bc953968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04d447f6f74c30" /><Relationship Type="http://schemas.openxmlformats.org/officeDocument/2006/relationships/notesMaster" Target="/ppt/notesMasters/notesMaster1.xml" Id="R1ea5b221d55848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TCGA ESCC diagnostic images from NCI GDC. File-specific source links are in data/tcga_wsi/manifest.csv. Interaction coefficients and intervals are illustrative, not estimates of TCGA clinical benefit. Tissue images are raster photographs; labels and overlays are editable native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50b44c5fd43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00b934e6145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75b856eb1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47e550d5a48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1333d7ad04f3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a9ed8870a40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C4A71D-A4CA-42D0-9310-C28C1BD323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3799840"/>
            <a:ext cx="10241280" cy="145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6611FD-59BC-4660-9AC6-2C94B39DB3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5532120"/>
            <a:ext cx="896112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F7AA54-CDA9-4C8E-86C0-F42F509716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4191000"/>
            <a:ext cx="1024128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41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909F22-AE40-4206-8081-6FF340D8D0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782320"/>
            <a:ext cx="11361420" cy="122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657BA8-6C9E-406A-ABFD-B4684FB59C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794000"/>
            <a:ext cx="11361420" cy="6258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1pPr>
            <a:lvl2pPr marL="56007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2pPr>
            <a:lvl3pPr marL="88011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3pPr>
            <a:lvl4pPr marL="120015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4pPr>
            <a:lvl5pPr marL="152019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5pPr>
            <a:lvl6pPr marL="184023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6pPr>
            <a:lvl7pPr marL="216027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7pPr>
            <a:lvl8pPr marL="248031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8pPr>
            <a:lvl9pPr marL="280035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598455C-B9CB-4B79-8631-C3E4FA4482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782320"/>
            <a:ext cx="11361420" cy="122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683D34-CD41-4167-8555-06521C3D36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794000"/>
            <a:ext cx="5280660" cy="6258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1pPr>
            <a:lvl2pPr marL="56007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2pPr>
            <a:lvl3pPr marL="88011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3pPr>
            <a:lvl4pPr marL="120015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4pPr>
            <a:lvl5pPr marL="152019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5pPr>
            <a:lvl6pPr marL="184023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6pPr>
            <a:lvl7pPr marL="216027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7pPr>
            <a:lvl8pPr marL="248031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8pPr>
            <a:lvl9pPr marL="280035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192DB70-195C-4FB9-8FD1-47D1A3E7F5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2794000"/>
            <a:ext cx="5280660" cy="6258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0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1pPr>
            <a:lvl2pPr marL="56007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2pPr>
            <a:lvl3pPr marL="88011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3pPr>
            <a:lvl4pPr marL="120015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4pPr>
            <a:lvl5pPr marL="152019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5pPr>
            <a:lvl6pPr marL="184023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6pPr>
            <a:lvl7pPr marL="216027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7pPr>
            <a:lvl8pPr marL="248031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8pPr>
            <a:lvl9pPr marL="280035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38FF2D-1B9C-4F68-9F8F-334CF49655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782320"/>
            <a:ext cx="11361420" cy="122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FEB4F8-4FBA-468C-8324-1988C3DBA4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2794000"/>
            <a:ext cx="5280660" cy="6258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003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1pPr>
            <a:lvl2pPr marL="56007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2pPr>
            <a:lvl3pPr marL="88011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3pPr>
            <a:lvl4pPr marL="120015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4pPr>
            <a:lvl5pPr marL="152019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5pPr>
            <a:lvl6pPr marL="184023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6pPr>
            <a:lvl7pPr marL="216027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7pPr>
            <a:lvl8pPr marL="248031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8pPr>
            <a:lvl9pPr marL="2800350" indent="-240030">
              <a:lnSpc>
                <a:spcPct val="110000"/>
              </a:lnSpc>
              <a:spcBef>
                <a:spcPts val="0"/>
              </a:spcBef>
              <a:spcAft>
                <a:spcPts val="12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65ccebfc5d4c01" /><Relationship Type="http://schemas.openxmlformats.org/officeDocument/2006/relationships/slideLayout" Target="/ppt/slideLayouts/slideLayout1.xml" Id="R50bba2d70341429a" /><Relationship Type="http://schemas.openxmlformats.org/officeDocument/2006/relationships/slideLayout" Target="/ppt/slideLayouts/slideLayout2.xml" Id="R4f8e5e1933494024" /><Relationship Type="http://schemas.openxmlformats.org/officeDocument/2006/relationships/slideLayout" Target="/ppt/slideLayouts/slideLayout3.xml" Id="Ra641a483869e494e" /><Relationship Type="http://schemas.openxmlformats.org/officeDocument/2006/relationships/slideLayout" Target="/ppt/slideLayouts/slideLayout4.xml" Id="R7118eb61de844b4f" /><Relationship Type="http://schemas.openxmlformats.org/officeDocument/2006/relationships/slideLayout" Target="/ppt/slideLayouts/slideLayout5.xml" Id="Rc1edf55286864a81" /><Relationship Type="http://schemas.openxmlformats.org/officeDocument/2006/relationships/slideLayout" Target="/ppt/slideLayouts/slideLayout6.xml" Id="R25a7531f10044b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ba2d70341429a"/>
    <p:sldLayoutId xmlns:r="http://schemas.openxmlformats.org/officeDocument/2006/relationships" id="2147483650" r:id="R4f8e5e1933494024"/>
    <p:sldLayoutId xmlns:r="http://schemas.openxmlformats.org/officeDocument/2006/relationships" id="2147483651" r:id="Ra641a483869e494e"/>
    <p:sldLayoutId xmlns:r="http://schemas.openxmlformats.org/officeDocument/2006/relationships" id="2147483652" r:id="R7118eb61de844b4f"/>
    <p:sldLayoutId xmlns:r="http://schemas.openxmlformats.org/officeDocument/2006/relationships" id="2147483653" r:id="Rc1edf55286864a81"/>
    <p:sldLayoutId xmlns:r="http://schemas.openxmlformats.org/officeDocument/2006/relationships" id="2147483654" r:id="R25a7531f10044b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3e9ac07b104ad8" /><Relationship Type="http://schemas.openxmlformats.org/officeDocument/2006/relationships/image" Target="/ppt/media/image.png" Id="R0559284b89be484e" /><Relationship Type="http://schemas.openxmlformats.org/officeDocument/2006/relationships/image" Target="/ppt/media/image2.png" Id="Rb76e6fd5bf524931" /><Relationship Type="http://schemas.openxmlformats.org/officeDocument/2006/relationships/image" Target="/ppt/media/image3.png" Id="Rd3a36d9c95f84b12" /><Relationship Type="http://schemas.openxmlformats.org/officeDocument/2006/relationships/notesSlide" Target="/ppt/notesSlides/notesSlide1.xml" Id="R54c78f5f9ee546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Vector 1">
            <a:extLst xmlns:a="http://schemas.openxmlformats.org/drawingml/2006/main">
              <a:ext uri="{FF2B5EF4-FFF2-40B4-BE49-F238E27FC236}">
                <a16:creationId xmlns:a16="http://schemas.microsoft.com/office/drawing/2014/main" id="{8C4A0A72-F35E-42AC-944C-29AD78E3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801600" cy="10058400"/>
          </a:xfrm>
          <a:custGeom xmlns:a="http://schemas.openxmlformats.org/drawingml/2006/main">
            <a:pathLst>
              <a:path w="12801600" h="10058400">
                <a:moveTo>
                  <a:pt x="0" y="10058400"/>
                </a:moveTo>
                <a:lnTo>
                  <a:pt x="12801600" y="10058400"/>
                </a:lnTo>
                <a:lnTo>
                  <a:pt x="12801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20230-55FD-4797-AAEE-7EEB1D981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9284b89be484e"/>
          <a:stretch xmlns:a="http://schemas.openxmlformats.org/drawingml/2006/main"/>
        </p:blipFill>
        <p:spPr>
          <a:xfrm xmlns:a="http://schemas.openxmlformats.org/drawingml/2006/main">
            <a:off x="448056" y="2556811"/>
            <a:ext cx="3276600" cy="574040"/>
          </a:xfrm>
          <a:prstGeom xmlns:a="http://schemas.openxmlformats.org/drawingml/2006/main" prst="rect">
            <a:avLst/>
          </a:prstGeom>
        </p:spPr>
      </p:pic>
      <p:sp>
        <p:nvSpPr>
          <p:cNvPr id="3" name="Vector 3">
            <a:extLst xmlns:a="http://schemas.openxmlformats.org/drawingml/2006/main">
              <a:ext uri="{FF2B5EF4-FFF2-40B4-BE49-F238E27FC236}">
                <a16:creationId xmlns:a16="http://schemas.microsoft.com/office/drawing/2014/main" id="{17726004-B736-4133-A6DC-2C9F9CEE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16" y="3087951"/>
            <a:ext cx="127232" cy="10"/>
          </a:xfrm>
          <a:custGeom xmlns:a="http://schemas.openxmlformats.org/drawingml/2006/main">
            <a:pathLst>
              <a:path w="127232" h="10">
                <a:moveTo>
                  <a:pt x="0" y="0"/>
                </a:moveTo>
                <a:lnTo>
                  <a:pt x="1272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20">
            <a:solidFill>
              <a:srgbClr val="1D2227"/>
            </a:solidFill>
            <a:prstDash val="solid"/>
          </a:ln>
        </p:spPr>
      </p:sp>
      <p:sp>
        <p:nvSpPr>
          <p:cNvPr id="4" name="Text 4: 1 mm">
            <a:extLst xmlns:a="http://schemas.openxmlformats.org/drawingml/2006/main">
              <a:ext uri="{FF2B5EF4-FFF2-40B4-BE49-F238E27FC236}">
                <a16:creationId xmlns:a16="http://schemas.microsoft.com/office/drawing/2014/main" id="{61E18620-1F12-4962-9148-4F72D8FE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016" y="2973443"/>
            <a:ext cx="279400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mm</a:t>
            </a:r>
          </a:p>
        </p:txBody>
      </p:sp>
      <p:sp>
        <p:nvSpPr>
          <p:cNvPr id="5" name="Text 5: H&amp;E">
            <a:extLst xmlns:a="http://schemas.openxmlformats.org/drawingml/2006/main">
              <a:ext uri="{FF2B5EF4-FFF2-40B4-BE49-F238E27FC236}">
                <a16:creationId xmlns:a16="http://schemas.microsoft.com/office/drawing/2014/main" id="{380230BF-C142-40C2-A507-9DD328F9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1805" y="2364541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H&amp;E</a:t>
            </a:r>
          </a:p>
        </p:txBody>
      </p:sp>
      <p:sp>
        <p:nvSpPr>
          <p:cNvPr id="6" name="Vector 6">
            <a:extLst xmlns:a="http://schemas.openxmlformats.org/drawingml/2006/main">
              <a:ext uri="{FF2B5EF4-FFF2-40B4-BE49-F238E27FC236}">
                <a16:creationId xmlns:a16="http://schemas.microsoft.com/office/drawing/2014/main" id="{4596C339-A0C2-46A7-A4C2-51C3D87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15" y="2577561"/>
            <a:ext cx="3075886" cy="534579"/>
          </a:xfrm>
          <a:custGeom xmlns:a="http://schemas.openxmlformats.org/drawingml/2006/main">
            <a:pathLst>
              <a:path w="3075886" h="534579">
                <a:moveTo>
                  <a:pt x="41121" y="148037"/>
                </a:moveTo>
                <a:lnTo>
                  <a:pt x="41121" y="156262"/>
                </a:lnTo>
                <a:lnTo>
                  <a:pt x="41121" y="164486"/>
                </a:lnTo>
                <a:lnTo>
                  <a:pt x="32897" y="164486"/>
                </a:lnTo>
                <a:lnTo>
                  <a:pt x="24673" y="164486"/>
                </a:lnTo>
                <a:lnTo>
                  <a:pt x="24673" y="156262"/>
                </a:lnTo>
                <a:lnTo>
                  <a:pt x="24673" y="148037"/>
                </a:lnTo>
                <a:lnTo>
                  <a:pt x="32897" y="148037"/>
                </a:lnTo>
                <a:close/>
                <a:moveTo>
                  <a:pt x="0" y="172710"/>
                </a:moveTo>
                <a:lnTo>
                  <a:pt x="0" y="164486"/>
                </a:lnTo>
                <a:lnTo>
                  <a:pt x="8224" y="164486"/>
                </a:lnTo>
                <a:lnTo>
                  <a:pt x="16449" y="164486"/>
                </a:lnTo>
                <a:lnTo>
                  <a:pt x="16449" y="172710"/>
                </a:lnTo>
                <a:lnTo>
                  <a:pt x="16449" y="180934"/>
                </a:lnTo>
                <a:lnTo>
                  <a:pt x="8224" y="180934"/>
                </a:lnTo>
                <a:lnTo>
                  <a:pt x="0" y="180934"/>
                </a:lnTo>
                <a:close/>
                <a:moveTo>
                  <a:pt x="90467" y="189159"/>
                </a:moveTo>
                <a:lnTo>
                  <a:pt x="90467" y="180934"/>
                </a:lnTo>
                <a:lnTo>
                  <a:pt x="98692" y="180934"/>
                </a:lnTo>
                <a:lnTo>
                  <a:pt x="106916" y="180934"/>
                </a:lnTo>
                <a:lnTo>
                  <a:pt x="115140" y="180934"/>
                </a:lnTo>
                <a:lnTo>
                  <a:pt x="123364" y="180934"/>
                </a:lnTo>
                <a:lnTo>
                  <a:pt x="131589" y="180934"/>
                </a:lnTo>
                <a:lnTo>
                  <a:pt x="139813" y="180934"/>
                </a:lnTo>
                <a:lnTo>
                  <a:pt x="148037" y="180934"/>
                </a:lnTo>
                <a:lnTo>
                  <a:pt x="148037" y="189159"/>
                </a:lnTo>
                <a:lnTo>
                  <a:pt x="156262" y="189159"/>
                </a:lnTo>
                <a:lnTo>
                  <a:pt x="164486" y="189159"/>
                </a:lnTo>
                <a:lnTo>
                  <a:pt x="164486" y="197383"/>
                </a:lnTo>
                <a:lnTo>
                  <a:pt x="172710" y="197383"/>
                </a:lnTo>
                <a:lnTo>
                  <a:pt x="180934" y="197383"/>
                </a:lnTo>
                <a:lnTo>
                  <a:pt x="180934" y="205607"/>
                </a:lnTo>
                <a:lnTo>
                  <a:pt x="189159" y="205607"/>
                </a:lnTo>
                <a:lnTo>
                  <a:pt x="197383" y="205607"/>
                </a:lnTo>
                <a:lnTo>
                  <a:pt x="205607" y="205607"/>
                </a:lnTo>
                <a:lnTo>
                  <a:pt x="205607" y="213832"/>
                </a:lnTo>
                <a:lnTo>
                  <a:pt x="213832" y="213832"/>
                </a:lnTo>
                <a:lnTo>
                  <a:pt x="222056" y="213832"/>
                </a:lnTo>
                <a:lnTo>
                  <a:pt x="222056" y="222056"/>
                </a:lnTo>
                <a:lnTo>
                  <a:pt x="230280" y="222056"/>
                </a:lnTo>
                <a:lnTo>
                  <a:pt x="230280" y="230280"/>
                </a:lnTo>
                <a:lnTo>
                  <a:pt x="230280" y="238505"/>
                </a:lnTo>
                <a:lnTo>
                  <a:pt x="238505" y="238505"/>
                </a:lnTo>
                <a:lnTo>
                  <a:pt x="246729" y="238505"/>
                </a:lnTo>
                <a:lnTo>
                  <a:pt x="246729" y="246729"/>
                </a:lnTo>
                <a:lnTo>
                  <a:pt x="246729" y="254953"/>
                </a:lnTo>
                <a:lnTo>
                  <a:pt x="246729" y="263177"/>
                </a:lnTo>
                <a:lnTo>
                  <a:pt x="254953" y="263177"/>
                </a:lnTo>
                <a:lnTo>
                  <a:pt x="263177" y="263177"/>
                </a:lnTo>
                <a:lnTo>
                  <a:pt x="271402" y="263177"/>
                </a:lnTo>
                <a:lnTo>
                  <a:pt x="271402" y="271402"/>
                </a:lnTo>
                <a:lnTo>
                  <a:pt x="279626" y="271402"/>
                </a:lnTo>
                <a:lnTo>
                  <a:pt x="279626" y="279626"/>
                </a:lnTo>
                <a:lnTo>
                  <a:pt x="271402" y="279626"/>
                </a:lnTo>
                <a:lnTo>
                  <a:pt x="263177" y="279626"/>
                </a:lnTo>
                <a:lnTo>
                  <a:pt x="254953" y="279626"/>
                </a:lnTo>
                <a:lnTo>
                  <a:pt x="246729" y="279626"/>
                </a:lnTo>
                <a:lnTo>
                  <a:pt x="246729" y="271402"/>
                </a:lnTo>
                <a:lnTo>
                  <a:pt x="238505" y="271402"/>
                </a:lnTo>
                <a:lnTo>
                  <a:pt x="230280" y="271402"/>
                </a:lnTo>
                <a:lnTo>
                  <a:pt x="230280" y="263177"/>
                </a:lnTo>
                <a:lnTo>
                  <a:pt x="222056" y="263177"/>
                </a:lnTo>
                <a:lnTo>
                  <a:pt x="222056" y="254953"/>
                </a:lnTo>
                <a:lnTo>
                  <a:pt x="222056" y="246729"/>
                </a:lnTo>
                <a:lnTo>
                  <a:pt x="213832" y="246729"/>
                </a:lnTo>
                <a:lnTo>
                  <a:pt x="213832" y="238505"/>
                </a:lnTo>
                <a:lnTo>
                  <a:pt x="205607" y="238505"/>
                </a:lnTo>
                <a:lnTo>
                  <a:pt x="205607" y="230280"/>
                </a:lnTo>
                <a:lnTo>
                  <a:pt x="197383" y="230280"/>
                </a:lnTo>
                <a:lnTo>
                  <a:pt x="197383" y="222056"/>
                </a:lnTo>
                <a:lnTo>
                  <a:pt x="189159" y="222056"/>
                </a:lnTo>
                <a:lnTo>
                  <a:pt x="180934" y="222056"/>
                </a:lnTo>
                <a:lnTo>
                  <a:pt x="180934" y="213832"/>
                </a:lnTo>
                <a:lnTo>
                  <a:pt x="172710" y="213832"/>
                </a:lnTo>
                <a:lnTo>
                  <a:pt x="172710" y="205607"/>
                </a:lnTo>
                <a:lnTo>
                  <a:pt x="164486" y="205607"/>
                </a:lnTo>
                <a:lnTo>
                  <a:pt x="156262" y="205607"/>
                </a:lnTo>
                <a:lnTo>
                  <a:pt x="148037" y="205607"/>
                </a:lnTo>
                <a:lnTo>
                  <a:pt x="148037" y="213832"/>
                </a:lnTo>
                <a:lnTo>
                  <a:pt x="148037" y="222056"/>
                </a:lnTo>
                <a:lnTo>
                  <a:pt x="156262" y="222056"/>
                </a:lnTo>
                <a:lnTo>
                  <a:pt x="156262" y="230280"/>
                </a:lnTo>
                <a:lnTo>
                  <a:pt x="164486" y="230280"/>
                </a:lnTo>
                <a:lnTo>
                  <a:pt x="172710" y="230280"/>
                </a:lnTo>
                <a:lnTo>
                  <a:pt x="172710" y="238505"/>
                </a:lnTo>
                <a:lnTo>
                  <a:pt x="180934" y="238505"/>
                </a:lnTo>
                <a:lnTo>
                  <a:pt x="180934" y="246729"/>
                </a:lnTo>
                <a:lnTo>
                  <a:pt x="180934" y="254953"/>
                </a:lnTo>
                <a:lnTo>
                  <a:pt x="180934" y="263177"/>
                </a:lnTo>
                <a:lnTo>
                  <a:pt x="180934" y="271402"/>
                </a:lnTo>
                <a:lnTo>
                  <a:pt x="172710" y="271402"/>
                </a:lnTo>
                <a:lnTo>
                  <a:pt x="172710" y="279626"/>
                </a:lnTo>
                <a:lnTo>
                  <a:pt x="164486" y="279626"/>
                </a:lnTo>
                <a:lnTo>
                  <a:pt x="156262" y="279626"/>
                </a:lnTo>
                <a:lnTo>
                  <a:pt x="148037" y="279626"/>
                </a:lnTo>
                <a:lnTo>
                  <a:pt x="139813" y="279626"/>
                </a:lnTo>
                <a:lnTo>
                  <a:pt x="139813" y="271402"/>
                </a:lnTo>
                <a:lnTo>
                  <a:pt x="131589" y="271402"/>
                </a:lnTo>
                <a:lnTo>
                  <a:pt x="131589" y="263177"/>
                </a:lnTo>
                <a:lnTo>
                  <a:pt x="123364" y="263177"/>
                </a:lnTo>
                <a:lnTo>
                  <a:pt x="123364" y="254953"/>
                </a:lnTo>
                <a:lnTo>
                  <a:pt x="123364" y="246729"/>
                </a:lnTo>
                <a:lnTo>
                  <a:pt x="123364" y="238505"/>
                </a:lnTo>
                <a:lnTo>
                  <a:pt x="123364" y="230280"/>
                </a:lnTo>
                <a:lnTo>
                  <a:pt x="123364" y="222056"/>
                </a:lnTo>
                <a:lnTo>
                  <a:pt x="115140" y="222056"/>
                </a:lnTo>
                <a:lnTo>
                  <a:pt x="115140" y="213832"/>
                </a:lnTo>
                <a:lnTo>
                  <a:pt x="115140" y="205607"/>
                </a:lnTo>
                <a:lnTo>
                  <a:pt x="123364" y="205607"/>
                </a:lnTo>
                <a:lnTo>
                  <a:pt x="131589" y="205607"/>
                </a:lnTo>
                <a:lnTo>
                  <a:pt x="131589" y="197383"/>
                </a:lnTo>
                <a:lnTo>
                  <a:pt x="131589" y="189159"/>
                </a:lnTo>
                <a:lnTo>
                  <a:pt x="123364" y="189159"/>
                </a:lnTo>
                <a:lnTo>
                  <a:pt x="115140" y="189159"/>
                </a:lnTo>
                <a:lnTo>
                  <a:pt x="106916" y="189159"/>
                </a:lnTo>
                <a:lnTo>
                  <a:pt x="98692" y="189159"/>
                </a:lnTo>
                <a:close/>
                <a:moveTo>
                  <a:pt x="74019" y="205607"/>
                </a:moveTo>
                <a:lnTo>
                  <a:pt x="74019" y="213832"/>
                </a:lnTo>
                <a:lnTo>
                  <a:pt x="65794" y="213832"/>
                </a:lnTo>
                <a:lnTo>
                  <a:pt x="57570" y="213832"/>
                </a:lnTo>
                <a:lnTo>
                  <a:pt x="57570" y="205607"/>
                </a:lnTo>
                <a:lnTo>
                  <a:pt x="57570" y="197383"/>
                </a:lnTo>
                <a:lnTo>
                  <a:pt x="57570" y="189159"/>
                </a:lnTo>
                <a:lnTo>
                  <a:pt x="65794" y="189159"/>
                </a:lnTo>
                <a:lnTo>
                  <a:pt x="74019" y="189159"/>
                </a:lnTo>
                <a:lnTo>
                  <a:pt x="74019" y="197383"/>
                </a:lnTo>
                <a:close/>
                <a:moveTo>
                  <a:pt x="32897" y="222056"/>
                </a:moveTo>
                <a:lnTo>
                  <a:pt x="24673" y="222056"/>
                </a:lnTo>
                <a:lnTo>
                  <a:pt x="24673" y="213832"/>
                </a:lnTo>
                <a:lnTo>
                  <a:pt x="24673" y="205607"/>
                </a:lnTo>
                <a:lnTo>
                  <a:pt x="32897" y="205607"/>
                </a:lnTo>
                <a:lnTo>
                  <a:pt x="41121" y="205607"/>
                </a:lnTo>
                <a:lnTo>
                  <a:pt x="41121" y="213832"/>
                </a:lnTo>
                <a:lnTo>
                  <a:pt x="49346" y="213832"/>
                </a:lnTo>
                <a:lnTo>
                  <a:pt x="57570" y="213832"/>
                </a:lnTo>
                <a:lnTo>
                  <a:pt x="57570" y="222056"/>
                </a:lnTo>
                <a:lnTo>
                  <a:pt x="57570" y="230280"/>
                </a:lnTo>
                <a:lnTo>
                  <a:pt x="49346" y="230280"/>
                </a:lnTo>
                <a:lnTo>
                  <a:pt x="41121" y="230280"/>
                </a:lnTo>
                <a:lnTo>
                  <a:pt x="41121" y="222056"/>
                </a:lnTo>
                <a:close/>
                <a:moveTo>
                  <a:pt x="90467" y="205607"/>
                </a:moveTo>
                <a:lnTo>
                  <a:pt x="90467" y="213832"/>
                </a:lnTo>
                <a:lnTo>
                  <a:pt x="90467" y="222056"/>
                </a:lnTo>
                <a:lnTo>
                  <a:pt x="82243" y="222056"/>
                </a:lnTo>
                <a:lnTo>
                  <a:pt x="82243" y="213832"/>
                </a:lnTo>
                <a:lnTo>
                  <a:pt x="82243" y="205607"/>
                </a:lnTo>
                <a:close/>
                <a:moveTo>
                  <a:pt x="82243" y="263177"/>
                </a:moveTo>
                <a:lnTo>
                  <a:pt x="82243" y="254953"/>
                </a:lnTo>
                <a:lnTo>
                  <a:pt x="90467" y="254953"/>
                </a:lnTo>
                <a:lnTo>
                  <a:pt x="90467" y="263177"/>
                </a:lnTo>
                <a:close/>
                <a:moveTo>
                  <a:pt x="90467" y="279626"/>
                </a:moveTo>
                <a:lnTo>
                  <a:pt x="98692" y="279626"/>
                </a:lnTo>
                <a:lnTo>
                  <a:pt x="98692" y="287850"/>
                </a:lnTo>
                <a:lnTo>
                  <a:pt x="90467" y="287850"/>
                </a:lnTo>
                <a:close/>
                <a:moveTo>
                  <a:pt x="106916" y="296075"/>
                </a:moveTo>
                <a:lnTo>
                  <a:pt x="98692" y="296075"/>
                </a:lnTo>
                <a:lnTo>
                  <a:pt x="98692" y="287850"/>
                </a:lnTo>
                <a:lnTo>
                  <a:pt x="106916" y="287850"/>
                </a:lnTo>
                <a:close/>
                <a:moveTo>
                  <a:pt x="123364" y="312523"/>
                </a:moveTo>
                <a:lnTo>
                  <a:pt x="131589" y="312523"/>
                </a:lnTo>
                <a:lnTo>
                  <a:pt x="131589" y="320747"/>
                </a:lnTo>
                <a:lnTo>
                  <a:pt x="123364" y="320747"/>
                </a:lnTo>
                <a:close/>
                <a:moveTo>
                  <a:pt x="139813" y="328972"/>
                </a:moveTo>
                <a:lnTo>
                  <a:pt x="131589" y="328972"/>
                </a:lnTo>
                <a:lnTo>
                  <a:pt x="131589" y="320747"/>
                </a:lnTo>
                <a:lnTo>
                  <a:pt x="139813" y="320747"/>
                </a:lnTo>
                <a:close/>
                <a:moveTo>
                  <a:pt x="156262" y="337196"/>
                </a:moveTo>
                <a:lnTo>
                  <a:pt x="156262" y="328972"/>
                </a:lnTo>
                <a:lnTo>
                  <a:pt x="164486" y="328972"/>
                </a:lnTo>
                <a:lnTo>
                  <a:pt x="164486" y="337196"/>
                </a:lnTo>
                <a:close/>
                <a:moveTo>
                  <a:pt x="222056" y="320747"/>
                </a:moveTo>
                <a:lnTo>
                  <a:pt x="230280" y="320747"/>
                </a:lnTo>
                <a:lnTo>
                  <a:pt x="230280" y="312523"/>
                </a:lnTo>
                <a:lnTo>
                  <a:pt x="230280" y="304299"/>
                </a:lnTo>
                <a:lnTo>
                  <a:pt x="230280" y="296075"/>
                </a:lnTo>
                <a:lnTo>
                  <a:pt x="230280" y="287850"/>
                </a:lnTo>
                <a:lnTo>
                  <a:pt x="238505" y="287850"/>
                </a:lnTo>
                <a:lnTo>
                  <a:pt x="246729" y="287850"/>
                </a:lnTo>
                <a:lnTo>
                  <a:pt x="246729" y="296075"/>
                </a:lnTo>
                <a:lnTo>
                  <a:pt x="246729" y="304299"/>
                </a:lnTo>
                <a:lnTo>
                  <a:pt x="238505" y="304299"/>
                </a:lnTo>
                <a:lnTo>
                  <a:pt x="238505" y="312523"/>
                </a:lnTo>
                <a:lnTo>
                  <a:pt x="238505" y="320747"/>
                </a:lnTo>
                <a:lnTo>
                  <a:pt x="238505" y="328972"/>
                </a:lnTo>
                <a:lnTo>
                  <a:pt x="230280" y="328972"/>
                </a:lnTo>
                <a:lnTo>
                  <a:pt x="230280" y="337196"/>
                </a:lnTo>
                <a:lnTo>
                  <a:pt x="238505" y="337196"/>
                </a:lnTo>
                <a:lnTo>
                  <a:pt x="238505" y="345420"/>
                </a:lnTo>
                <a:lnTo>
                  <a:pt x="238505" y="353645"/>
                </a:lnTo>
                <a:lnTo>
                  <a:pt x="230280" y="353645"/>
                </a:lnTo>
                <a:lnTo>
                  <a:pt x="230280" y="345420"/>
                </a:lnTo>
                <a:lnTo>
                  <a:pt x="222056" y="345420"/>
                </a:lnTo>
                <a:lnTo>
                  <a:pt x="222056" y="337196"/>
                </a:lnTo>
                <a:lnTo>
                  <a:pt x="222056" y="328972"/>
                </a:lnTo>
                <a:close/>
                <a:moveTo>
                  <a:pt x="263177" y="345420"/>
                </a:moveTo>
                <a:lnTo>
                  <a:pt x="263177" y="337196"/>
                </a:lnTo>
                <a:lnTo>
                  <a:pt x="271402" y="337196"/>
                </a:lnTo>
                <a:lnTo>
                  <a:pt x="271402" y="345420"/>
                </a:lnTo>
                <a:close/>
                <a:moveTo>
                  <a:pt x="263177" y="370093"/>
                </a:moveTo>
                <a:lnTo>
                  <a:pt x="263177" y="361869"/>
                </a:lnTo>
                <a:lnTo>
                  <a:pt x="271402" y="361869"/>
                </a:lnTo>
                <a:lnTo>
                  <a:pt x="271402" y="370093"/>
                </a:lnTo>
                <a:close/>
                <a:moveTo>
                  <a:pt x="230280" y="411215"/>
                </a:moveTo>
                <a:lnTo>
                  <a:pt x="230280" y="402990"/>
                </a:lnTo>
                <a:lnTo>
                  <a:pt x="238505" y="402990"/>
                </a:lnTo>
                <a:lnTo>
                  <a:pt x="238505" y="394766"/>
                </a:lnTo>
                <a:lnTo>
                  <a:pt x="230280" y="394766"/>
                </a:lnTo>
                <a:lnTo>
                  <a:pt x="230280" y="386542"/>
                </a:lnTo>
                <a:lnTo>
                  <a:pt x="230280" y="378318"/>
                </a:lnTo>
                <a:lnTo>
                  <a:pt x="238505" y="378318"/>
                </a:lnTo>
                <a:lnTo>
                  <a:pt x="246729" y="378318"/>
                </a:lnTo>
                <a:lnTo>
                  <a:pt x="254953" y="378318"/>
                </a:lnTo>
                <a:lnTo>
                  <a:pt x="263177" y="378318"/>
                </a:lnTo>
                <a:lnTo>
                  <a:pt x="271402" y="378318"/>
                </a:lnTo>
                <a:lnTo>
                  <a:pt x="271402" y="386542"/>
                </a:lnTo>
                <a:lnTo>
                  <a:pt x="279626" y="386542"/>
                </a:lnTo>
                <a:lnTo>
                  <a:pt x="279626" y="394766"/>
                </a:lnTo>
                <a:lnTo>
                  <a:pt x="287850" y="394766"/>
                </a:lnTo>
                <a:lnTo>
                  <a:pt x="287850" y="386542"/>
                </a:lnTo>
                <a:lnTo>
                  <a:pt x="287850" y="378318"/>
                </a:lnTo>
                <a:lnTo>
                  <a:pt x="287850" y="370093"/>
                </a:lnTo>
                <a:lnTo>
                  <a:pt x="287850" y="361869"/>
                </a:lnTo>
                <a:lnTo>
                  <a:pt x="287850" y="353645"/>
                </a:lnTo>
                <a:lnTo>
                  <a:pt x="296075" y="353645"/>
                </a:lnTo>
                <a:lnTo>
                  <a:pt x="304299" y="353645"/>
                </a:lnTo>
                <a:lnTo>
                  <a:pt x="312523" y="353645"/>
                </a:lnTo>
                <a:lnTo>
                  <a:pt x="312523" y="361869"/>
                </a:lnTo>
                <a:lnTo>
                  <a:pt x="304299" y="361869"/>
                </a:lnTo>
                <a:lnTo>
                  <a:pt x="304299" y="370093"/>
                </a:lnTo>
                <a:lnTo>
                  <a:pt x="296075" y="370093"/>
                </a:lnTo>
                <a:lnTo>
                  <a:pt x="296075" y="378318"/>
                </a:lnTo>
                <a:lnTo>
                  <a:pt x="296075" y="386542"/>
                </a:lnTo>
                <a:lnTo>
                  <a:pt x="296075" y="394766"/>
                </a:lnTo>
                <a:lnTo>
                  <a:pt x="296075" y="402990"/>
                </a:lnTo>
                <a:lnTo>
                  <a:pt x="287850" y="402990"/>
                </a:lnTo>
                <a:lnTo>
                  <a:pt x="287850" y="411215"/>
                </a:lnTo>
                <a:lnTo>
                  <a:pt x="287850" y="419439"/>
                </a:lnTo>
                <a:lnTo>
                  <a:pt x="279626" y="419439"/>
                </a:lnTo>
                <a:lnTo>
                  <a:pt x="271402" y="419439"/>
                </a:lnTo>
                <a:lnTo>
                  <a:pt x="263177" y="419439"/>
                </a:lnTo>
                <a:lnTo>
                  <a:pt x="263177" y="411215"/>
                </a:lnTo>
                <a:lnTo>
                  <a:pt x="263177" y="402990"/>
                </a:lnTo>
                <a:lnTo>
                  <a:pt x="271402" y="402990"/>
                </a:lnTo>
                <a:lnTo>
                  <a:pt x="271402" y="394766"/>
                </a:lnTo>
                <a:lnTo>
                  <a:pt x="263177" y="394766"/>
                </a:lnTo>
                <a:lnTo>
                  <a:pt x="254953" y="394766"/>
                </a:lnTo>
                <a:lnTo>
                  <a:pt x="254953" y="402990"/>
                </a:lnTo>
                <a:lnTo>
                  <a:pt x="246729" y="402990"/>
                </a:lnTo>
                <a:lnTo>
                  <a:pt x="246729" y="411215"/>
                </a:lnTo>
                <a:lnTo>
                  <a:pt x="246729" y="419439"/>
                </a:lnTo>
                <a:lnTo>
                  <a:pt x="246729" y="427663"/>
                </a:lnTo>
                <a:lnTo>
                  <a:pt x="254953" y="427663"/>
                </a:lnTo>
                <a:lnTo>
                  <a:pt x="254953" y="435888"/>
                </a:lnTo>
                <a:lnTo>
                  <a:pt x="254953" y="444112"/>
                </a:lnTo>
                <a:lnTo>
                  <a:pt x="246729" y="444112"/>
                </a:lnTo>
                <a:lnTo>
                  <a:pt x="246729" y="452336"/>
                </a:lnTo>
                <a:lnTo>
                  <a:pt x="246729" y="460560"/>
                </a:lnTo>
                <a:lnTo>
                  <a:pt x="246729" y="468785"/>
                </a:lnTo>
                <a:lnTo>
                  <a:pt x="238505" y="468785"/>
                </a:lnTo>
                <a:lnTo>
                  <a:pt x="230280" y="468785"/>
                </a:lnTo>
                <a:lnTo>
                  <a:pt x="230280" y="477009"/>
                </a:lnTo>
                <a:lnTo>
                  <a:pt x="222056" y="477009"/>
                </a:lnTo>
                <a:lnTo>
                  <a:pt x="222056" y="485233"/>
                </a:lnTo>
                <a:lnTo>
                  <a:pt x="213832" y="485233"/>
                </a:lnTo>
                <a:lnTo>
                  <a:pt x="213832" y="493458"/>
                </a:lnTo>
                <a:lnTo>
                  <a:pt x="222056" y="493458"/>
                </a:lnTo>
                <a:lnTo>
                  <a:pt x="222056" y="501682"/>
                </a:lnTo>
                <a:lnTo>
                  <a:pt x="222056" y="509906"/>
                </a:lnTo>
                <a:lnTo>
                  <a:pt x="213832" y="509906"/>
                </a:lnTo>
                <a:lnTo>
                  <a:pt x="205607" y="509906"/>
                </a:lnTo>
                <a:lnTo>
                  <a:pt x="205607" y="501682"/>
                </a:lnTo>
                <a:lnTo>
                  <a:pt x="197383" y="501682"/>
                </a:lnTo>
                <a:lnTo>
                  <a:pt x="197383" y="493458"/>
                </a:lnTo>
                <a:lnTo>
                  <a:pt x="197383" y="485233"/>
                </a:lnTo>
                <a:lnTo>
                  <a:pt x="197383" y="477009"/>
                </a:lnTo>
                <a:lnTo>
                  <a:pt x="205607" y="477009"/>
                </a:lnTo>
                <a:lnTo>
                  <a:pt x="213832" y="477009"/>
                </a:lnTo>
                <a:lnTo>
                  <a:pt x="213832" y="468785"/>
                </a:lnTo>
                <a:lnTo>
                  <a:pt x="213832" y="460560"/>
                </a:lnTo>
                <a:lnTo>
                  <a:pt x="222056" y="460560"/>
                </a:lnTo>
                <a:lnTo>
                  <a:pt x="230280" y="460560"/>
                </a:lnTo>
                <a:lnTo>
                  <a:pt x="230280" y="452336"/>
                </a:lnTo>
                <a:lnTo>
                  <a:pt x="230280" y="444112"/>
                </a:lnTo>
                <a:lnTo>
                  <a:pt x="238505" y="444112"/>
                </a:lnTo>
                <a:lnTo>
                  <a:pt x="238505" y="435888"/>
                </a:lnTo>
                <a:lnTo>
                  <a:pt x="230280" y="435888"/>
                </a:lnTo>
                <a:lnTo>
                  <a:pt x="230280" y="427663"/>
                </a:lnTo>
                <a:lnTo>
                  <a:pt x="230280" y="419439"/>
                </a:lnTo>
                <a:close/>
                <a:moveTo>
                  <a:pt x="279626" y="477009"/>
                </a:moveTo>
                <a:lnTo>
                  <a:pt x="271402" y="477009"/>
                </a:lnTo>
                <a:lnTo>
                  <a:pt x="271402" y="468785"/>
                </a:lnTo>
                <a:lnTo>
                  <a:pt x="263177" y="468785"/>
                </a:lnTo>
                <a:lnTo>
                  <a:pt x="263177" y="460560"/>
                </a:lnTo>
                <a:lnTo>
                  <a:pt x="271402" y="460560"/>
                </a:lnTo>
                <a:lnTo>
                  <a:pt x="279626" y="460560"/>
                </a:lnTo>
                <a:lnTo>
                  <a:pt x="287850" y="460560"/>
                </a:lnTo>
                <a:lnTo>
                  <a:pt x="287850" y="468785"/>
                </a:lnTo>
                <a:lnTo>
                  <a:pt x="296075" y="468785"/>
                </a:lnTo>
                <a:lnTo>
                  <a:pt x="296075" y="460560"/>
                </a:lnTo>
                <a:lnTo>
                  <a:pt x="304299" y="460560"/>
                </a:lnTo>
                <a:lnTo>
                  <a:pt x="304299" y="452336"/>
                </a:lnTo>
                <a:lnTo>
                  <a:pt x="304299" y="444112"/>
                </a:lnTo>
                <a:lnTo>
                  <a:pt x="312523" y="444112"/>
                </a:lnTo>
                <a:lnTo>
                  <a:pt x="312523" y="435888"/>
                </a:lnTo>
                <a:lnTo>
                  <a:pt x="304299" y="435888"/>
                </a:lnTo>
                <a:lnTo>
                  <a:pt x="296075" y="435888"/>
                </a:lnTo>
                <a:lnTo>
                  <a:pt x="296075" y="427663"/>
                </a:lnTo>
                <a:lnTo>
                  <a:pt x="304299" y="427663"/>
                </a:lnTo>
                <a:lnTo>
                  <a:pt x="304299" y="419439"/>
                </a:lnTo>
                <a:lnTo>
                  <a:pt x="312523" y="419439"/>
                </a:lnTo>
                <a:lnTo>
                  <a:pt x="312523" y="411215"/>
                </a:lnTo>
                <a:lnTo>
                  <a:pt x="312523" y="402990"/>
                </a:lnTo>
                <a:lnTo>
                  <a:pt x="312523" y="394766"/>
                </a:lnTo>
                <a:lnTo>
                  <a:pt x="320747" y="394766"/>
                </a:lnTo>
                <a:lnTo>
                  <a:pt x="320747" y="386542"/>
                </a:lnTo>
                <a:lnTo>
                  <a:pt x="328972" y="386542"/>
                </a:lnTo>
                <a:lnTo>
                  <a:pt x="328972" y="378318"/>
                </a:lnTo>
                <a:lnTo>
                  <a:pt x="328972" y="370093"/>
                </a:lnTo>
                <a:lnTo>
                  <a:pt x="328972" y="361869"/>
                </a:lnTo>
                <a:lnTo>
                  <a:pt x="328972" y="353645"/>
                </a:lnTo>
                <a:lnTo>
                  <a:pt x="328972" y="345420"/>
                </a:lnTo>
                <a:lnTo>
                  <a:pt x="337196" y="345420"/>
                </a:lnTo>
                <a:lnTo>
                  <a:pt x="337196" y="353645"/>
                </a:lnTo>
                <a:lnTo>
                  <a:pt x="337196" y="361869"/>
                </a:lnTo>
                <a:lnTo>
                  <a:pt x="337196" y="370093"/>
                </a:lnTo>
                <a:lnTo>
                  <a:pt x="337196" y="378318"/>
                </a:lnTo>
                <a:lnTo>
                  <a:pt x="337196" y="386542"/>
                </a:lnTo>
                <a:lnTo>
                  <a:pt x="337196" y="394766"/>
                </a:lnTo>
                <a:lnTo>
                  <a:pt x="337196" y="402990"/>
                </a:lnTo>
                <a:lnTo>
                  <a:pt x="328972" y="402990"/>
                </a:lnTo>
                <a:lnTo>
                  <a:pt x="328972" y="411215"/>
                </a:lnTo>
                <a:lnTo>
                  <a:pt x="328972" y="419439"/>
                </a:lnTo>
                <a:lnTo>
                  <a:pt x="328972" y="427663"/>
                </a:lnTo>
                <a:lnTo>
                  <a:pt x="328972" y="435888"/>
                </a:lnTo>
                <a:lnTo>
                  <a:pt x="320747" y="435888"/>
                </a:lnTo>
                <a:lnTo>
                  <a:pt x="320747" y="444112"/>
                </a:lnTo>
                <a:lnTo>
                  <a:pt x="320747" y="452336"/>
                </a:lnTo>
                <a:lnTo>
                  <a:pt x="320747" y="460560"/>
                </a:lnTo>
                <a:lnTo>
                  <a:pt x="312523" y="460560"/>
                </a:lnTo>
                <a:lnTo>
                  <a:pt x="312523" y="468785"/>
                </a:lnTo>
                <a:lnTo>
                  <a:pt x="312523" y="477009"/>
                </a:lnTo>
                <a:lnTo>
                  <a:pt x="304299" y="477009"/>
                </a:lnTo>
                <a:lnTo>
                  <a:pt x="304299" y="485233"/>
                </a:lnTo>
                <a:lnTo>
                  <a:pt x="304299" y="493458"/>
                </a:lnTo>
                <a:lnTo>
                  <a:pt x="296075" y="493458"/>
                </a:lnTo>
                <a:lnTo>
                  <a:pt x="296075" y="501682"/>
                </a:lnTo>
                <a:lnTo>
                  <a:pt x="296075" y="509906"/>
                </a:lnTo>
                <a:lnTo>
                  <a:pt x="287850" y="509906"/>
                </a:lnTo>
                <a:lnTo>
                  <a:pt x="287850" y="501682"/>
                </a:lnTo>
                <a:lnTo>
                  <a:pt x="287850" y="493458"/>
                </a:lnTo>
                <a:lnTo>
                  <a:pt x="279626" y="493458"/>
                </a:lnTo>
                <a:lnTo>
                  <a:pt x="279626" y="485233"/>
                </a:lnTo>
                <a:close/>
                <a:moveTo>
                  <a:pt x="263177" y="477009"/>
                </a:moveTo>
                <a:lnTo>
                  <a:pt x="263177" y="485233"/>
                </a:lnTo>
                <a:lnTo>
                  <a:pt x="254953" y="485233"/>
                </a:lnTo>
                <a:lnTo>
                  <a:pt x="246729" y="485233"/>
                </a:lnTo>
                <a:lnTo>
                  <a:pt x="246729" y="477009"/>
                </a:lnTo>
                <a:lnTo>
                  <a:pt x="246729" y="468785"/>
                </a:lnTo>
                <a:lnTo>
                  <a:pt x="254953" y="468785"/>
                </a:lnTo>
                <a:lnTo>
                  <a:pt x="254953" y="477009"/>
                </a:lnTo>
                <a:close/>
                <a:moveTo>
                  <a:pt x="271402" y="534579"/>
                </a:moveTo>
                <a:lnTo>
                  <a:pt x="271402" y="526355"/>
                </a:lnTo>
                <a:lnTo>
                  <a:pt x="271402" y="518131"/>
                </a:lnTo>
                <a:lnTo>
                  <a:pt x="279626" y="518131"/>
                </a:lnTo>
                <a:lnTo>
                  <a:pt x="279626" y="526355"/>
                </a:lnTo>
                <a:lnTo>
                  <a:pt x="279626" y="534579"/>
                </a:lnTo>
                <a:close/>
                <a:moveTo>
                  <a:pt x="222056" y="526355"/>
                </a:moveTo>
                <a:lnTo>
                  <a:pt x="230280" y="526355"/>
                </a:lnTo>
                <a:lnTo>
                  <a:pt x="238505" y="526355"/>
                </a:lnTo>
                <a:lnTo>
                  <a:pt x="238505" y="534579"/>
                </a:lnTo>
                <a:lnTo>
                  <a:pt x="230280" y="534579"/>
                </a:lnTo>
                <a:lnTo>
                  <a:pt x="222056" y="534579"/>
                </a:lnTo>
                <a:close/>
                <a:moveTo>
                  <a:pt x="1028037" y="106916"/>
                </a:moveTo>
                <a:lnTo>
                  <a:pt x="1036261" y="106916"/>
                </a:lnTo>
                <a:lnTo>
                  <a:pt x="1036261" y="98692"/>
                </a:lnTo>
                <a:lnTo>
                  <a:pt x="1044485" y="98692"/>
                </a:lnTo>
                <a:lnTo>
                  <a:pt x="1052710" y="98692"/>
                </a:lnTo>
                <a:lnTo>
                  <a:pt x="1060934" y="98692"/>
                </a:lnTo>
                <a:lnTo>
                  <a:pt x="1069158" y="98692"/>
                </a:lnTo>
                <a:lnTo>
                  <a:pt x="1077383" y="98692"/>
                </a:lnTo>
                <a:lnTo>
                  <a:pt x="1085607" y="98692"/>
                </a:lnTo>
                <a:lnTo>
                  <a:pt x="1093831" y="98692"/>
                </a:lnTo>
                <a:lnTo>
                  <a:pt x="1102055" y="98692"/>
                </a:lnTo>
                <a:lnTo>
                  <a:pt x="1102055" y="106916"/>
                </a:lnTo>
                <a:lnTo>
                  <a:pt x="1110280" y="106916"/>
                </a:lnTo>
                <a:lnTo>
                  <a:pt x="1118504" y="106916"/>
                </a:lnTo>
                <a:lnTo>
                  <a:pt x="1118504" y="115140"/>
                </a:lnTo>
                <a:lnTo>
                  <a:pt x="1126728" y="115140"/>
                </a:lnTo>
                <a:lnTo>
                  <a:pt x="1134953" y="115140"/>
                </a:lnTo>
                <a:lnTo>
                  <a:pt x="1143177" y="115140"/>
                </a:lnTo>
                <a:lnTo>
                  <a:pt x="1143177" y="123364"/>
                </a:lnTo>
                <a:lnTo>
                  <a:pt x="1151401" y="123364"/>
                </a:lnTo>
                <a:lnTo>
                  <a:pt x="1151401" y="131589"/>
                </a:lnTo>
                <a:lnTo>
                  <a:pt x="1159625" y="131589"/>
                </a:lnTo>
                <a:lnTo>
                  <a:pt x="1167850" y="131589"/>
                </a:lnTo>
                <a:lnTo>
                  <a:pt x="1167850" y="139813"/>
                </a:lnTo>
                <a:lnTo>
                  <a:pt x="1167850" y="148037"/>
                </a:lnTo>
                <a:lnTo>
                  <a:pt x="1176074" y="148037"/>
                </a:lnTo>
                <a:lnTo>
                  <a:pt x="1184298" y="148037"/>
                </a:lnTo>
                <a:lnTo>
                  <a:pt x="1184298" y="156262"/>
                </a:lnTo>
                <a:lnTo>
                  <a:pt x="1192523" y="156262"/>
                </a:lnTo>
                <a:lnTo>
                  <a:pt x="1192523" y="164486"/>
                </a:lnTo>
                <a:lnTo>
                  <a:pt x="1192523" y="172710"/>
                </a:lnTo>
                <a:lnTo>
                  <a:pt x="1200747" y="172710"/>
                </a:lnTo>
                <a:lnTo>
                  <a:pt x="1200747" y="180934"/>
                </a:lnTo>
                <a:lnTo>
                  <a:pt x="1200747" y="189159"/>
                </a:lnTo>
                <a:lnTo>
                  <a:pt x="1200747" y="197383"/>
                </a:lnTo>
                <a:lnTo>
                  <a:pt x="1192523" y="197383"/>
                </a:lnTo>
                <a:lnTo>
                  <a:pt x="1192523" y="205607"/>
                </a:lnTo>
                <a:lnTo>
                  <a:pt x="1192523" y="213832"/>
                </a:lnTo>
                <a:lnTo>
                  <a:pt x="1192523" y="222056"/>
                </a:lnTo>
                <a:lnTo>
                  <a:pt x="1192523" y="230280"/>
                </a:lnTo>
                <a:lnTo>
                  <a:pt x="1192523" y="238505"/>
                </a:lnTo>
                <a:lnTo>
                  <a:pt x="1192523" y="246729"/>
                </a:lnTo>
                <a:lnTo>
                  <a:pt x="1184298" y="246729"/>
                </a:lnTo>
                <a:lnTo>
                  <a:pt x="1184298" y="254953"/>
                </a:lnTo>
                <a:lnTo>
                  <a:pt x="1192523" y="254953"/>
                </a:lnTo>
                <a:lnTo>
                  <a:pt x="1192523" y="263177"/>
                </a:lnTo>
                <a:lnTo>
                  <a:pt x="1192523" y="271402"/>
                </a:lnTo>
                <a:lnTo>
                  <a:pt x="1184298" y="271402"/>
                </a:lnTo>
                <a:lnTo>
                  <a:pt x="1184298" y="263177"/>
                </a:lnTo>
                <a:lnTo>
                  <a:pt x="1176074" y="263177"/>
                </a:lnTo>
                <a:lnTo>
                  <a:pt x="1176074" y="254953"/>
                </a:lnTo>
                <a:lnTo>
                  <a:pt x="1176074" y="246729"/>
                </a:lnTo>
                <a:lnTo>
                  <a:pt x="1176074" y="238505"/>
                </a:lnTo>
                <a:lnTo>
                  <a:pt x="1176074" y="230280"/>
                </a:lnTo>
                <a:lnTo>
                  <a:pt x="1176074" y="222056"/>
                </a:lnTo>
                <a:lnTo>
                  <a:pt x="1176074" y="213832"/>
                </a:lnTo>
                <a:lnTo>
                  <a:pt x="1176074" y="205607"/>
                </a:lnTo>
                <a:lnTo>
                  <a:pt x="1184298" y="205607"/>
                </a:lnTo>
                <a:lnTo>
                  <a:pt x="1184298" y="197383"/>
                </a:lnTo>
                <a:lnTo>
                  <a:pt x="1184298" y="189159"/>
                </a:lnTo>
                <a:lnTo>
                  <a:pt x="1192523" y="189159"/>
                </a:lnTo>
                <a:lnTo>
                  <a:pt x="1192523" y="180934"/>
                </a:lnTo>
                <a:lnTo>
                  <a:pt x="1184298" y="180934"/>
                </a:lnTo>
                <a:lnTo>
                  <a:pt x="1176074" y="180934"/>
                </a:lnTo>
                <a:lnTo>
                  <a:pt x="1176074" y="172710"/>
                </a:lnTo>
                <a:lnTo>
                  <a:pt x="1167850" y="172710"/>
                </a:lnTo>
                <a:lnTo>
                  <a:pt x="1167850" y="164486"/>
                </a:lnTo>
                <a:lnTo>
                  <a:pt x="1167850" y="156262"/>
                </a:lnTo>
                <a:lnTo>
                  <a:pt x="1159625" y="156262"/>
                </a:lnTo>
                <a:lnTo>
                  <a:pt x="1159625" y="148037"/>
                </a:lnTo>
                <a:lnTo>
                  <a:pt x="1151401" y="148037"/>
                </a:lnTo>
                <a:lnTo>
                  <a:pt x="1143177" y="148037"/>
                </a:lnTo>
                <a:lnTo>
                  <a:pt x="1143177" y="139813"/>
                </a:lnTo>
                <a:lnTo>
                  <a:pt x="1134953" y="139813"/>
                </a:lnTo>
                <a:lnTo>
                  <a:pt x="1134953" y="131589"/>
                </a:lnTo>
                <a:lnTo>
                  <a:pt x="1126728" y="131589"/>
                </a:lnTo>
                <a:lnTo>
                  <a:pt x="1118504" y="131589"/>
                </a:lnTo>
                <a:lnTo>
                  <a:pt x="1110280" y="131589"/>
                </a:lnTo>
                <a:lnTo>
                  <a:pt x="1110280" y="123364"/>
                </a:lnTo>
                <a:lnTo>
                  <a:pt x="1102055" y="123364"/>
                </a:lnTo>
                <a:lnTo>
                  <a:pt x="1093831" y="123364"/>
                </a:lnTo>
                <a:lnTo>
                  <a:pt x="1093831" y="131589"/>
                </a:lnTo>
                <a:lnTo>
                  <a:pt x="1093831" y="139813"/>
                </a:lnTo>
                <a:lnTo>
                  <a:pt x="1102055" y="139813"/>
                </a:lnTo>
                <a:lnTo>
                  <a:pt x="1102055" y="148037"/>
                </a:lnTo>
                <a:lnTo>
                  <a:pt x="1110280" y="148037"/>
                </a:lnTo>
                <a:lnTo>
                  <a:pt x="1118504" y="148037"/>
                </a:lnTo>
                <a:lnTo>
                  <a:pt x="1118504" y="156262"/>
                </a:lnTo>
                <a:lnTo>
                  <a:pt x="1126728" y="156262"/>
                </a:lnTo>
                <a:lnTo>
                  <a:pt x="1126728" y="164486"/>
                </a:lnTo>
                <a:lnTo>
                  <a:pt x="1126728" y="172710"/>
                </a:lnTo>
                <a:lnTo>
                  <a:pt x="1126728" y="180934"/>
                </a:lnTo>
                <a:lnTo>
                  <a:pt x="1126728" y="189159"/>
                </a:lnTo>
                <a:lnTo>
                  <a:pt x="1118504" y="189159"/>
                </a:lnTo>
                <a:lnTo>
                  <a:pt x="1118504" y="197383"/>
                </a:lnTo>
                <a:lnTo>
                  <a:pt x="1110280" y="197383"/>
                </a:lnTo>
                <a:lnTo>
                  <a:pt x="1102055" y="197383"/>
                </a:lnTo>
                <a:lnTo>
                  <a:pt x="1093831" y="197383"/>
                </a:lnTo>
                <a:lnTo>
                  <a:pt x="1085607" y="197383"/>
                </a:lnTo>
                <a:lnTo>
                  <a:pt x="1085607" y="189159"/>
                </a:lnTo>
                <a:lnTo>
                  <a:pt x="1077383" y="189159"/>
                </a:lnTo>
                <a:lnTo>
                  <a:pt x="1077383" y="180934"/>
                </a:lnTo>
                <a:lnTo>
                  <a:pt x="1069158" y="180934"/>
                </a:lnTo>
                <a:lnTo>
                  <a:pt x="1069158" y="172710"/>
                </a:lnTo>
                <a:lnTo>
                  <a:pt x="1069158" y="164486"/>
                </a:lnTo>
                <a:lnTo>
                  <a:pt x="1069158" y="156262"/>
                </a:lnTo>
                <a:lnTo>
                  <a:pt x="1069158" y="148037"/>
                </a:lnTo>
                <a:lnTo>
                  <a:pt x="1069158" y="139813"/>
                </a:lnTo>
                <a:lnTo>
                  <a:pt x="1069158" y="131589"/>
                </a:lnTo>
                <a:lnTo>
                  <a:pt x="1069158" y="123364"/>
                </a:lnTo>
                <a:lnTo>
                  <a:pt x="1060934" y="123364"/>
                </a:lnTo>
                <a:lnTo>
                  <a:pt x="1060934" y="115140"/>
                </a:lnTo>
                <a:lnTo>
                  <a:pt x="1052710" y="115140"/>
                </a:lnTo>
                <a:lnTo>
                  <a:pt x="1044485" y="115140"/>
                </a:lnTo>
                <a:lnTo>
                  <a:pt x="1044485" y="123364"/>
                </a:lnTo>
                <a:lnTo>
                  <a:pt x="1044485" y="131589"/>
                </a:lnTo>
                <a:lnTo>
                  <a:pt x="1036261" y="131589"/>
                </a:lnTo>
                <a:lnTo>
                  <a:pt x="1036261" y="123364"/>
                </a:lnTo>
                <a:lnTo>
                  <a:pt x="1028037" y="123364"/>
                </a:lnTo>
                <a:lnTo>
                  <a:pt x="1028037" y="115140"/>
                </a:lnTo>
                <a:close/>
                <a:moveTo>
                  <a:pt x="904672" y="106916"/>
                </a:moveTo>
                <a:lnTo>
                  <a:pt x="904672" y="98692"/>
                </a:lnTo>
                <a:lnTo>
                  <a:pt x="912897" y="98692"/>
                </a:lnTo>
                <a:lnTo>
                  <a:pt x="921121" y="98692"/>
                </a:lnTo>
                <a:lnTo>
                  <a:pt x="921121" y="106916"/>
                </a:lnTo>
                <a:lnTo>
                  <a:pt x="921121" y="115140"/>
                </a:lnTo>
                <a:lnTo>
                  <a:pt x="912897" y="115140"/>
                </a:lnTo>
                <a:lnTo>
                  <a:pt x="904672" y="115140"/>
                </a:lnTo>
                <a:close/>
                <a:moveTo>
                  <a:pt x="962242" y="106916"/>
                </a:moveTo>
                <a:lnTo>
                  <a:pt x="962242" y="98692"/>
                </a:lnTo>
                <a:lnTo>
                  <a:pt x="970467" y="98692"/>
                </a:lnTo>
                <a:lnTo>
                  <a:pt x="978691" y="98692"/>
                </a:lnTo>
                <a:lnTo>
                  <a:pt x="978691" y="106916"/>
                </a:lnTo>
                <a:lnTo>
                  <a:pt x="978691" y="115140"/>
                </a:lnTo>
                <a:lnTo>
                  <a:pt x="970467" y="115140"/>
                </a:lnTo>
                <a:lnTo>
                  <a:pt x="962242" y="115140"/>
                </a:lnTo>
                <a:close/>
                <a:moveTo>
                  <a:pt x="929345" y="139813"/>
                </a:moveTo>
                <a:lnTo>
                  <a:pt x="937570" y="139813"/>
                </a:lnTo>
                <a:lnTo>
                  <a:pt x="937570" y="148037"/>
                </a:lnTo>
                <a:lnTo>
                  <a:pt x="929345" y="148037"/>
                </a:lnTo>
                <a:lnTo>
                  <a:pt x="921121" y="148037"/>
                </a:lnTo>
                <a:lnTo>
                  <a:pt x="921121" y="139813"/>
                </a:lnTo>
                <a:lnTo>
                  <a:pt x="912897" y="139813"/>
                </a:lnTo>
                <a:lnTo>
                  <a:pt x="912897" y="131589"/>
                </a:lnTo>
                <a:lnTo>
                  <a:pt x="921121" y="131589"/>
                </a:lnTo>
                <a:lnTo>
                  <a:pt x="921121" y="123364"/>
                </a:lnTo>
                <a:lnTo>
                  <a:pt x="929345" y="123364"/>
                </a:lnTo>
                <a:lnTo>
                  <a:pt x="929345" y="131589"/>
                </a:lnTo>
                <a:close/>
                <a:moveTo>
                  <a:pt x="986915" y="156262"/>
                </a:moveTo>
                <a:lnTo>
                  <a:pt x="978691" y="156262"/>
                </a:lnTo>
                <a:lnTo>
                  <a:pt x="978691" y="148037"/>
                </a:lnTo>
                <a:lnTo>
                  <a:pt x="978691" y="139813"/>
                </a:lnTo>
                <a:lnTo>
                  <a:pt x="986915" y="139813"/>
                </a:lnTo>
                <a:lnTo>
                  <a:pt x="995140" y="139813"/>
                </a:lnTo>
                <a:lnTo>
                  <a:pt x="995140" y="148037"/>
                </a:lnTo>
                <a:lnTo>
                  <a:pt x="995140" y="156262"/>
                </a:lnTo>
                <a:close/>
                <a:moveTo>
                  <a:pt x="1019812" y="148037"/>
                </a:moveTo>
                <a:lnTo>
                  <a:pt x="1019812" y="156262"/>
                </a:lnTo>
                <a:lnTo>
                  <a:pt x="1019812" y="164486"/>
                </a:lnTo>
                <a:lnTo>
                  <a:pt x="1011588" y="164486"/>
                </a:lnTo>
                <a:lnTo>
                  <a:pt x="1011588" y="156262"/>
                </a:lnTo>
                <a:lnTo>
                  <a:pt x="1011588" y="148037"/>
                </a:lnTo>
                <a:lnTo>
                  <a:pt x="1011588" y="139813"/>
                </a:lnTo>
                <a:lnTo>
                  <a:pt x="1019812" y="139813"/>
                </a:lnTo>
                <a:close/>
                <a:moveTo>
                  <a:pt x="304299" y="320747"/>
                </a:moveTo>
                <a:lnTo>
                  <a:pt x="296075" y="320747"/>
                </a:lnTo>
                <a:lnTo>
                  <a:pt x="296075" y="312523"/>
                </a:lnTo>
                <a:lnTo>
                  <a:pt x="287850" y="312523"/>
                </a:lnTo>
                <a:lnTo>
                  <a:pt x="287850" y="304299"/>
                </a:lnTo>
                <a:lnTo>
                  <a:pt x="279626" y="304299"/>
                </a:lnTo>
                <a:lnTo>
                  <a:pt x="279626" y="296075"/>
                </a:lnTo>
                <a:lnTo>
                  <a:pt x="279626" y="287850"/>
                </a:lnTo>
                <a:lnTo>
                  <a:pt x="279626" y="279626"/>
                </a:lnTo>
                <a:lnTo>
                  <a:pt x="287850" y="279626"/>
                </a:lnTo>
                <a:lnTo>
                  <a:pt x="287850" y="287850"/>
                </a:lnTo>
                <a:lnTo>
                  <a:pt x="296075" y="287850"/>
                </a:lnTo>
                <a:lnTo>
                  <a:pt x="296075" y="296075"/>
                </a:lnTo>
                <a:lnTo>
                  <a:pt x="304299" y="296075"/>
                </a:lnTo>
                <a:lnTo>
                  <a:pt x="304299" y="304299"/>
                </a:lnTo>
                <a:lnTo>
                  <a:pt x="312523" y="304299"/>
                </a:lnTo>
                <a:lnTo>
                  <a:pt x="320747" y="304299"/>
                </a:lnTo>
                <a:lnTo>
                  <a:pt x="320747" y="312523"/>
                </a:lnTo>
                <a:lnTo>
                  <a:pt x="320747" y="320747"/>
                </a:lnTo>
                <a:lnTo>
                  <a:pt x="320747" y="328972"/>
                </a:lnTo>
                <a:lnTo>
                  <a:pt x="328972" y="328972"/>
                </a:lnTo>
                <a:lnTo>
                  <a:pt x="328972" y="337196"/>
                </a:lnTo>
                <a:lnTo>
                  <a:pt x="328972" y="345420"/>
                </a:lnTo>
                <a:lnTo>
                  <a:pt x="320747" y="345420"/>
                </a:lnTo>
                <a:lnTo>
                  <a:pt x="312523" y="345420"/>
                </a:lnTo>
                <a:lnTo>
                  <a:pt x="304299" y="345420"/>
                </a:lnTo>
                <a:lnTo>
                  <a:pt x="304299" y="337196"/>
                </a:lnTo>
                <a:lnTo>
                  <a:pt x="304299" y="328972"/>
                </a:lnTo>
                <a:close/>
                <a:moveTo>
                  <a:pt x="279626" y="353645"/>
                </a:moveTo>
                <a:lnTo>
                  <a:pt x="279626" y="345420"/>
                </a:lnTo>
                <a:lnTo>
                  <a:pt x="287850" y="345420"/>
                </a:lnTo>
                <a:lnTo>
                  <a:pt x="287850" y="353645"/>
                </a:lnTo>
                <a:close/>
                <a:moveTo>
                  <a:pt x="279626" y="518131"/>
                </a:moveTo>
                <a:lnTo>
                  <a:pt x="279626" y="509906"/>
                </a:lnTo>
                <a:lnTo>
                  <a:pt x="287850" y="509906"/>
                </a:lnTo>
                <a:lnTo>
                  <a:pt x="287850" y="518131"/>
                </a:lnTo>
                <a:close/>
                <a:moveTo>
                  <a:pt x="1077383" y="246729"/>
                </a:moveTo>
                <a:lnTo>
                  <a:pt x="1077383" y="238505"/>
                </a:lnTo>
                <a:lnTo>
                  <a:pt x="1085607" y="238505"/>
                </a:lnTo>
                <a:lnTo>
                  <a:pt x="1085607" y="246729"/>
                </a:lnTo>
                <a:close/>
                <a:moveTo>
                  <a:pt x="1102055" y="254953"/>
                </a:moveTo>
                <a:lnTo>
                  <a:pt x="1102055" y="246729"/>
                </a:lnTo>
                <a:lnTo>
                  <a:pt x="1110280" y="246729"/>
                </a:lnTo>
                <a:lnTo>
                  <a:pt x="1110280" y="254953"/>
                </a:lnTo>
                <a:close/>
                <a:moveTo>
                  <a:pt x="1184298" y="419439"/>
                </a:moveTo>
                <a:lnTo>
                  <a:pt x="1176074" y="419439"/>
                </a:lnTo>
                <a:lnTo>
                  <a:pt x="1167850" y="419439"/>
                </a:lnTo>
                <a:lnTo>
                  <a:pt x="1167850" y="411215"/>
                </a:lnTo>
                <a:lnTo>
                  <a:pt x="1167850" y="402990"/>
                </a:lnTo>
                <a:lnTo>
                  <a:pt x="1167850" y="394766"/>
                </a:lnTo>
                <a:lnTo>
                  <a:pt x="1176074" y="394766"/>
                </a:lnTo>
                <a:lnTo>
                  <a:pt x="1176074" y="386542"/>
                </a:lnTo>
                <a:lnTo>
                  <a:pt x="1176074" y="378318"/>
                </a:lnTo>
                <a:lnTo>
                  <a:pt x="1184298" y="378318"/>
                </a:lnTo>
                <a:lnTo>
                  <a:pt x="1184298" y="370093"/>
                </a:lnTo>
                <a:lnTo>
                  <a:pt x="1192523" y="370093"/>
                </a:lnTo>
                <a:lnTo>
                  <a:pt x="1192523" y="361869"/>
                </a:lnTo>
                <a:lnTo>
                  <a:pt x="1200747" y="361869"/>
                </a:lnTo>
                <a:lnTo>
                  <a:pt x="1208971" y="361869"/>
                </a:lnTo>
                <a:lnTo>
                  <a:pt x="1208971" y="370093"/>
                </a:lnTo>
                <a:lnTo>
                  <a:pt x="1208971" y="378318"/>
                </a:lnTo>
                <a:lnTo>
                  <a:pt x="1200747" y="378318"/>
                </a:lnTo>
                <a:lnTo>
                  <a:pt x="1200747" y="386542"/>
                </a:lnTo>
                <a:lnTo>
                  <a:pt x="1192523" y="386542"/>
                </a:lnTo>
                <a:lnTo>
                  <a:pt x="1192523" y="394766"/>
                </a:lnTo>
                <a:lnTo>
                  <a:pt x="1184298" y="394766"/>
                </a:lnTo>
                <a:lnTo>
                  <a:pt x="1184298" y="402990"/>
                </a:lnTo>
                <a:lnTo>
                  <a:pt x="1192523" y="402990"/>
                </a:lnTo>
                <a:lnTo>
                  <a:pt x="1192523" y="411215"/>
                </a:lnTo>
                <a:lnTo>
                  <a:pt x="1192523" y="419439"/>
                </a:lnTo>
                <a:lnTo>
                  <a:pt x="1192523" y="427663"/>
                </a:lnTo>
                <a:lnTo>
                  <a:pt x="1192523" y="435888"/>
                </a:lnTo>
                <a:lnTo>
                  <a:pt x="1200747" y="435888"/>
                </a:lnTo>
                <a:lnTo>
                  <a:pt x="1200747" y="444112"/>
                </a:lnTo>
                <a:lnTo>
                  <a:pt x="1192523" y="444112"/>
                </a:lnTo>
                <a:lnTo>
                  <a:pt x="1184298" y="444112"/>
                </a:lnTo>
                <a:lnTo>
                  <a:pt x="1184298" y="435888"/>
                </a:lnTo>
                <a:lnTo>
                  <a:pt x="1184298" y="427663"/>
                </a:lnTo>
                <a:close/>
                <a:moveTo>
                  <a:pt x="1225420" y="189159"/>
                </a:moveTo>
                <a:lnTo>
                  <a:pt x="1217196" y="189159"/>
                </a:lnTo>
                <a:lnTo>
                  <a:pt x="1217196" y="180934"/>
                </a:lnTo>
                <a:lnTo>
                  <a:pt x="1225420" y="180934"/>
                </a:lnTo>
                <a:close/>
                <a:moveTo>
                  <a:pt x="1225420" y="197383"/>
                </a:moveTo>
                <a:lnTo>
                  <a:pt x="1225420" y="189159"/>
                </a:lnTo>
                <a:lnTo>
                  <a:pt x="1233644" y="189159"/>
                </a:lnTo>
                <a:lnTo>
                  <a:pt x="1233644" y="197383"/>
                </a:lnTo>
                <a:close/>
                <a:moveTo>
                  <a:pt x="1233644" y="205607"/>
                </a:moveTo>
                <a:lnTo>
                  <a:pt x="1233644" y="197383"/>
                </a:lnTo>
                <a:lnTo>
                  <a:pt x="1241868" y="197383"/>
                </a:lnTo>
                <a:lnTo>
                  <a:pt x="1241868" y="205607"/>
                </a:lnTo>
                <a:close/>
                <a:moveTo>
                  <a:pt x="1250093" y="230280"/>
                </a:moveTo>
                <a:lnTo>
                  <a:pt x="1250093" y="222056"/>
                </a:lnTo>
                <a:lnTo>
                  <a:pt x="1241868" y="222056"/>
                </a:lnTo>
                <a:lnTo>
                  <a:pt x="1241868" y="213832"/>
                </a:lnTo>
                <a:lnTo>
                  <a:pt x="1241868" y="205607"/>
                </a:lnTo>
                <a:lnTo>
                  <a:pt x="1250093" y="205607"/>
                </a:lnTo>
                <a:lnTo>
                  <a:pt x="1258317" y="205607"/>
                </a:lnTo>
                <a:lnTo>
                  <a:pt x="1266541" y="205607"/>
                </a:lnTo>
                <a:lnTo>
                  <a:pt x="1266541" y="213832"/>
                </a:lnTo>
                <a:lnTo>
                  <a:pt x="1266541" y="222056"/>
                </a:lnTo>
                <a:lnTo>
                  <a:pt x="1274766" y="222056"/>
                </a:lnTo>
                <a:lnTo>
                  <a:pt x="1274766" y="230280"/>
                </a:lnTo>
                <a:lnTo>
                  <a:pt x="1274766" y="238505"/>
                </a:lnTo>
                <a:lnTo>
                  <a:pt x="1274766" y="246729"/>
                </a:lnTo>
                <a:lnTo>
                  <a:pt x="1266541" y="246729"/>
                </a:lnTo>
                <a:lnTo>
                  <a:pt x="1266541" y="254953"/>
                </a:lnTo>
                <a:lnTo>
                  <a:pt x="1266541" y="263177"/>
                </a:lnTo>
                <a:lnTo>
                  <a:pt x="1266541" y="271402"/>
                </a:lnTo>
                <a:lnTo>
                  <a:pt x="1266541" y="279626"/>
                </a:lnTo>
                <a:lnTo>
                  <a:pt x="1266541" y="287850"/>
                </a:lnTo>
                <a:lnTo>
                  <a:pt x="1266541" y="296075"/>
                </a:lnTo>
                <a:lnTo>
                  <a:pt x="1274766" y="296075"/>
                </a:lnTo>
                <a:lnTo>
                  <a:pt x="1282990" y="296075"/>
                </a:lnTo>
                <a:lnTo>
                  <a:pt x="1282990" y="304299"/>
                </a:lnTo>
                <a:lnTo>
                  <a:pt x="1282990" y="312523"/>
                </a:lnTo>
                <a:lnTo>
                  <a:pt x="1291214" y="312523"/>
                </a:lnTo>
                <a:lnTo>
                  <a:pt x="1291214" y="320747"/>
                </a:lnTo>
                <a:lnTo>
                  <a:pt x="1291214" y="328972"/>
                </a:lnTo>
                <a:lnTo>
                  <a:pt x="1282990" y="328972"/>
                </a:lnTo>
                <a:lnTo>
                  <a:pt x="1282990" y="337196"/>
                </a:lnTo>
                <a:lnTo>
                  <a:pt x="1282990" y="345420"/>
                </a:lnTo>
                <a:lnTo>
                  <a:pt x="1282990" y="353645"/>
                </a:lnTo>
                <a:lnTo>
                  <a:pt x="1282990" y="361869"/>
                </a:lnTo>
                <a:lnTo>
                  <a:pt x="1282990" y="370093"/>
                </a:lnTo>
                <a:lnTo>
                  <a:pt x="1274766" y="370093"/>
                </a:lnTo>
                <a:lnTo>
                  <a:pt x="1274766" y="361869"/>
                </a:lnTo>
                <a:lnTo>
                  <a:pt x="1274766" y="353645"/>
                </a:lnTo>
                <a:lnTo>
                  <a:pt x="1274766" y="345420"/>
                </a:lnTo>
                <a:lnTo>
                  <a:pt x="1274766" y="337196"/>
                </a:lnTo>
                <a:lnTo>
                  <a:pt x="1266541" y="337196"/>
                </a:lnTo>
                <a:lnTo>
                  <a:pt x="1258317" y="337196"/>
                </a:lnTo>
                <a:lnTo>
                  <a:pt x="1258317" y="328972"/>
                </a:lnTo>
                <a:lnTo>
                  <a:pt x="1266541" y="328972"/>
                </a:lnTo>
                <a:lnTo>
                  <a:pt x="1266541" y="320747"/>
                </a:lnTo>
                <a:lnTo>
                  <a:pt x="1274766" y="320747"/>
                </a:lnTo>
                <a:lnTo>
                  <a:pt x="1274766" y="312523"/>
                </a:lnTo>
                <a:lnTo>
                  <a:pt x="1266541" y="312523"/>
                </a:lnTo>
                <a:lnTo>
                  <a:pt x="1266541" y="304299"/>
                </a:lnTo>
                <a:lnTo>
                  <a:pt x="1258317" y="304299"/>
                </a:lnTo>
                <a:lnTo>
                  <a:pt x="1258317" y="296075"/>
                </a:lnTo>
                <a:lnTo>
                  <a:pt x="1258317" y="287850"/>
                </a:lnTo>
                <a:lnTo>
                  <a:pt x="1258317" y="279626"/>
                </a:lnTo>
                <a:lnTo>
                  <a:pt x="1250093" y="279626"/>
                </a:lnTo>
                <a:lnTo>
                  <a:pt x="1250093" y="287850"/>
                </a:lnTo>
                <a:lnTo>
                  <a:pt x="1250093" y="296075"/>
                </a:lnTo>
                <a:lnTo>
                  <a:pt x="1250093" y="304299"/>
                </a:lnTo>
                <a:lnTo>
                  <a:pt x="1241868" y="304299"/>
                </a:lnTo>
                <a:lnTo>
                  <a:pt x="1241868" y="312523"/>
                </a:lnTo>
                <a:lnTo>
                  <a:pt x="1241868" y="320747"/>
                </a:lnTo>
                <a:lnTo>
                  <a:pt x="1241868" y="328972"/>
                </a:lnTo>
                <a:lnTo>
                  <a:pt x="1233644" y="328972"/>
                </a:lnTo>
                <a:lnTo>
                  <a:pt x="1233644" y="320747"/>
                </a:lnTo>
                <a:lnTo>
                  <a:pt x="1225420" y="320747"/>
                </a:lnTo>
                <a:lnTo>
                  <a:pt x="1225420" y="312523"/>
                </a:lnTo>
                <a:lnTo>
                  <a:pt x="1225420" y="304299"/>
                </a:lnTo>
                <a:lnTo>
                  <a:pt x="1217196" y="304299"/>
                </a:lnTo>
                <a:lnTo>
                  <a:pt x="1217196" y="312523"/>
                </a:lnTo>
                <a:lnTo>
                  <a:pt x="1208971" y="312523"/>
                </a:lnTo>
                <a:lnTo>
                  <a:pt x="1200747" y="312523"/>
                </a:lnTo>
                <a:lnTo>
                  <a:pt x="1200747" y="304299"/>
                </a:lnTo>
                <a:lnTo>
                  <a:pt x="1192523" y="304299"/>
                </a:lnTo>
                <a:lnTo>
                  <a:pt x="1184298" y="304299"/>
                </a:lnTo>
                <a:lnTo>
                  <a:pt x="1184298" y="296075"/>
                </a:lnTo>
                <a:lnTo>
                  <a:pt x="1184298" y="287850"/>
                </a:lnTo>
                <a:lnTo>
                  <a:pt x="1192523" y="287850"/>
                </a:lnTo>
                <a:lnTo>
                  <a:pt x="1200747" y="287850"/>
                </a:lnTo>
                <a:lnTo>
                  <a:pt x="1200747" y="296075"/>
                </a:lnTo>
                <a:lnTo>
                  <a:pt x="1208971" y="296075"/>
                </a:lnTo>
                <a:lnTo>
                  <a:pt x="1217196" y="296075"/>
                </a:lnTo>
                <a:lnTo>
                  <a:pt x="1217196" y="287850"/>
                </a:lnTo>
                <a:lnTo>
                  <a:pt x="1225420" y="287850"/>
                </a:lnTo>
                <a:lnTo>
                  <a:pt x="1225420" y="296075"/>
                </a:lnTo>
                <a:lnTo>
                  <a:pt x="1233644" y="296075"/>
                </a:lnTo>
                <a:lnTo>
                  <a:pt x="1241868" y="296075"/>
                </a:lnTo>
                <a:lnTo>
                  <a:pt x="1241868" y="287850"/>
                </a:lnTo>
                <a:lnTo>
                  <a:pt x="1241868" y="279626"/>
                </a:lnTo>
                <a:lnTo>
                  <a:pt x="1241868" y="271402"/>
                </a:lnTo>
                <a:lnTo>
                  <a:pt x="1241868" y="263177"/>
                </a:lnTo>
                <a:lnTo>
                  <a:pt x="1250093" y="263177"/>
                </a:lnTo>
                <a:lnTo>
                  <a:pt x="1250093" y="254953"/>
                </a:lnTo>
                <a:lnTo>
                  <a:pt x="1258317" y="254953"/>
                </a:lnTo>
                <a:lnTo>
                  <a:pt x="1258317" y="246729"/>
                </a:lnTo>
                <a:lnTo>
                  <a:pt x="1258317" y="238505"/>
                </a:lnTo>
                <a:lnTo>
                  <a:pt x="1258317" y="230280"/>
                </a:lnTo>
                <a:close/>
                <a:moveTo>
                  <a:pt x="1225420" y="246729"/>
                </a:moveTo>
                <a:lnTo>
                  <a:pt x="1233644" y="246729"/>
                </a:lnTo>
                <a:lnTo>
                  <a:pt x="1233644" y="254953"/>
                </a:lnTo>
                <a:lnTo>
                  <a:pt x="1225420" y="254953"/>
                </a:lnTo>
                <a:lnTo>
                  <a:pt x="1217196" y="254953"/>
                </a:lnTo>
                <a:lnTo>
                  <a:pt x="1208971" y="254953"/>
                </a:lnTo>
                <a:lnTo>
                  <a:pt x="1208971" y="246729"/>
                </a:lnTo>
                <a:lnTo>
                  <a:pt x="1217196" y="246729"/>
                </a:lnTo>
                <a:close/>
                <a:moveTo>
                  <a:pt x="1217196" y="279626"/>
                </a:moveTo>
                <a:lnTo>
                  <a:pt x="1217196" y="271402"/>
                </a:lnTo>
                <a:lnTo>
                  <a:pt x="1225420" y="271402"/>
                </a:lnTo>
                <a:lnTo>
                  <a:pt x="1225420" y="279626"/>
                </a:lnTo>
                <a:close/>
                <a:moveTo>
                  <a:pt x="1208971" y="345420"/>
                </a:moveTo>
                <a:lnTo>
                  <a:pt x="1217196" y="345420"/>
                </a:lnTo>
                <a:lnTo>
                  <a:pt x="1217196" y="353645"/>
                </a:lnTo>
                <a:lnTo>
                  <a:pt x="1208971" y="353645"/>
                </a:lnTo>
                <a:lnTo>
                  <a:pt x="1200747" y="353645"/>
                </a:lnTo>
                <a:lnTo>
                  <a:pt x="1200747" y="345420"/>
                </a:lnTo>
                <a:close/>
                <a:moveTo>
                  <a:pt x="1233644" y="386542"/>
                </a:moveTo>
                <a:lnTo>
                  <a:pt x="1233644" y="378318"/>
                </a:lnTo>
                <a:lnTo>
                  <a:pt x="1233644" y="370093"/>
                </a:lnTo>
                <a:lnTo>
                  <a:pt x="1241868" y="370093"/>
                </a:lnTo>
                <a:lnTo>
                  <a:pt x="1250093" y="370093"/>
                </a:lnTo>
                <a:lnTo>
                  <a:pt x="1258317" y="370093"/>
                </a:lnTo>
                <a:lnTo>
                  <a:pt x="1266541" y="370093"/>
                </a:lnTo>
                <a:lnTo>
                  <a:pt x="1274766" y="370093"/>
                </a:lnTo>
                <a:lnTo>
                  <a:pt x="1274766" y="378318"/>
                </a:lnTo>
                <a:lnTo>
                  <a:pt x="1266541" y="378318"/>
                </a:lnTo>
                <a:lnTo>
                  <a:pt x="1266541" y="386542"/>
                </a:lnTo>
                <a:lnTo>
                  <a:pt x="1266541" y="394766"/>
                </a:lnTo>
                <a:lnTo>
                  <a:pt x="1266541" y="402990"/>
                </a:lnTo>
                <a:lnTo>
                  <a:pt x="1266541" y="411215"/>
                </a:lnTo>
                <a:lnTo>
                  <a:pt x="1258317" y="411215"/>
                </a:lnTo>
                <a:lnTo>
                  <a:pt x="1258317" y="419439"/>
                </a:lnTo>
                <a:lnTo>
                  <a:pt x="1250093" y="419439"/>
                </a:lnTo>
                <a:lnTo>
                  <a:pt x="1250093" y="411215"/>
                </a:lnTo>
                <a:lnTo>
                  <a:pt x="1250093" y="402990"/>
                </a:lnTo>
                <a:lnTo>
                  <a:pt x="1250093" y="394766"/>
                </a:lnTo>
                <a:lnTo>
                  <a:pt x="1241868" y="394766"/>
                </a:lnTo>
                <a:lnTo>
                  <a:pt x="1241868" y="386542"/>
                </a:lnTo>
                <a:close/>
                <a:moveTo>
                  <a:pt x="1217196" y="394766"/>
                </a:moveTo>
                <a:lnTo>
                  <a:pt x="1217196" y="386542"/>
                </a:lnTo>
                <a:lnTo>
                  <a:pt x="1217196" y="378318"/>
                </a:lnTo>
                <a:lnTo>
                  <a:pt x="1225420" y="378318"/>
                </a:lnTo>
                <a:lnTo>
                  <a:pt x="1225420" y="386542"/>
                </a:lnTo>
                <a:lnTo>
                  <a:pt x="1233644" y="386542"/>
                </a:lnTo>
                <a:lnTo>
                  <a:pt x="1233644" y="394766"/>
                </a:lnTo>
                <a:lnTo>
                  <a:pt x="1225420" y="394766"/>
                </a:lnTo>
                <a:lnTo>
                  <a:pt x="1225420" y="402990"/>
                </a:lnTo>
                <a:lnTo>
                  <a:pt x="1217196" y="402990"/>
                </a:lnTo>
                <a:close/>
                <a:moveTo>
                  <a:pt x="1250093" y="435888"/>
                </a:moveTo>
                <a:lnTo>
                  <a:pt x="1250093" y="444112"/>
                </a:lnTo>
                <a:lnTo>
                  <a:pt x="1241868" y="444112"/>
                </a:lnTo>
                <a:lnTo>
                  <a:pt x="1233644" y="444112"/>
                </a:lnTo>
                <a:lnTo>
                  <a:pt x="1233644" y="435888"/>
                </a:lnTo>
                <a:lnTo>
                  <a:pt x="1241868" y="435888"/>
                </a:lnTo>
                <a:lnTo>
                  <a:pt x="1241868" y="427663"/>
                </a:lnTo>
                <a:lnTo>
                  <a:pt x="1250093" y="427663"/>
                </a:lnTo>
                <a:close/>
                <a:moveTo>
                  <a:pt x="1965606" y="16449"/>
                </a:moveTo>
                <a:lnTo>
                  <a:pt x="1957382" y="16449"/>
                </a:lnTo>
                <a:lnTo>
                  <a:pt x="1949158" y="16449"/>
                </a:lnTo>
                <a:lnTo>
                  <a:pt x="1949158" y="8224"/>
                </a:lnTo>
                <a:lnTo>
                  <a:pt x="1949158" y="0"/>
                </a:lnTo>
                <a:lnTo>
                  <a:pt x="1957382" y="0"/>
                </a:lnTo>
                <a:lnTo>
                  <a:pt x="1965606" y="0"/>
                </a:lnTo>
                <a:lnTo>
                  <a:pt x="1965606" y="8224"/>
                </a:lnTo>
                <a:close/>
                <a:moveTo>
                  <a:pt x="2047849" y="8224"/>
                </a:moveTo>
                <a:lnTo>
                  <a:pt x="2056074" y="8224"/>
                </a:lnTo>
                <a:lnTo>
                  <a:pt x="2064298" y="8224"/>
                </a:lnTo>
                <a:lnTo>
                  <a:pt x="2072522" y="8224"/>
                </a:lnTo>
                <a:lnTo>
                  <a:pt x="2080746" y="8224"/>
                </a:lnTo>
                <a:lnTo>
                  <a:pt x="2088971" y="8224"/>
                </a:lnTo>
                <a:lnTo>
                  <a:pt x="2097195" y="8224"/>
                </a:lnTo>
                <a:lnTo>
                  <a:pt x="2105419" y="8224"/>
                </a:lnTo>
                <a:lnTo>
                  <a:pt x="2113644" y="8224"/>
                </a:lnTo>
                <a:lnTo>
                  <a:pt x="2121868" y="8224"/>
                </a:lnTo>
                <a:lnTo>
                  <a:pt x="2121868" y="16449"/>
                </a:lnTo>
                <a:lnTo>
                  <a:pt x="2130092" y="16449"/>
                </a:lnTo>
                <a:lnTo>
                  <a:pt x="2138316" y="16449"/>
                </a:lnTo>
                <a:lnTo>
                  <a:pt x="2138316" y="24673"/>
                </a:lnTo>
                <a:lnTo>
                  <a:pt x="2146541" y="24673"/>
                </a:lnTo>
                <a:lnTo>
                  <a:pt x="2154765" y="24673"/>
                </a:lnTo>
                <a:lnTo>
                  <a:pt x="2162989" y="24673"/>
                </a:lnTo>
                <a:lnTo>
                  <a:pt x="2162989" y="32897"/>
                </a:lnTo>
                <a:lnTo>
                  <a:pt x="2171214" y="32897"/>
                </a:lnTo>
                <a:lnTo>
                  <a:pt x="2179438" y="32897"/>
                </a:lnTo>
                <a:lnTo>
                  <a:pt x="2179438" y="41121"/>
                </a:lnTo>
                <a:lnTo>
                  <a:pt x="2187662" y="41121"/>
                </a:lnTo>
                <a:lnTo>
                  <a:pt x="2187662" y="49346"/>
                </a:lnTo>
                <a:lnTo>
                  <a:pt x="2195887" y="49346"/>
                </a:lnTo>
                <a:lnTo>
                  <a:pt x="2204111" y="49346"/>
                </a:lnTo>
                <a:lnTo>
                  <a:pt x="2204111" y="57570"/>
                </a:lnTo>
                <a:lnTo>
                  <a:pt x="2204111" y="65794"/>
                </a:lnTo>
                <a:lnTo>
                  <a:pt x="2204111" y="74019"/>
                </a:lnTo>
                <a:lnTo>
                  <a:pt x="2212335" y="74019"/>
                </a:lnTo>
                <a:lnTo>
                  <a:pt x="2212335" y="82243"/>
                </a:lnTo>
                <a:lnTo>
                  <a:pt x="2220559" y="82243"/>
                </a:lnTo>
                <a:lnTo>
                  <a:pt x="2228784" y="82243"/>
                </a:lnTo>
                <a:lnTo>
                  <a:pt x="2237008" y="82243"/>
                </a:lnTo>
                <a:lnTo>
                  <a:pt x="2237008" y="90467"/>
                </a:lnTo>
                <a:lnTo>
                  <a:pt x="2228784" y="90467"/>
                </a:lnTo>
                <a:lnTo>
                  <a:pt x="2228784" y="98692"/>
                </a:lnTo>
                <a:lnTo>
                  <a:pt x="2220559" y="98692"/>
                </a:lnTo>
                <a:lnTo>
                  <a:pt x="2220559" y="106916"/>
                </a:lnTo>
                <a:lnTo>
                  <a:pt x="2220559" y="115140"/>
                </a:lnTo>
                <a:lnTo>
                  <a:pt x="2220559" y="123364"/>
                </a:lnTo>
                <a:lnTo>
                  <a:pt x="2212335" y="123364"/>
                </a:lnTo>
                <a:lnTo>
                  <a:pt x="2212335" y="131589"/>
                </a:lnTo>
                <a:lnTo>
                  <a:pt x="2212335" y="139813"/>
                </a:lnTo>
                <a:lnTo>
                  <a:pt x="2212335" y="148037"/>
                </a:lnTo>
                <a:lnTo>
                  <a:pt x="2212335" y="156262"/>
                </a:lnTo>
                <a:lnTo>
                  <a:pt x="2212335" y="164486"/>
                </a:lnTo>
                <a:lnTo>
                  <a:pt x="2212335" y="172710"/>
                </a:lnTo>
                <a:lnTo>
                  <a:pt x="2220559" y="172710"/>
                </a:lnTo>
                <a:lnTo>
                  <a:pt x="2220559" y="180934"/>
                </a:lnTo>
                <a:lnTo>
                  <a:pt x="2212335" y="180934"/>
                </a:lnTo>
                <a:lnTo>
                  <a:pt x="2204111" y="180934"/>
                </a:lnTo>
                <a:lnTo>
                  <a:pt x="2204111" y="172710"/>
                </a:lnTo>
                <a:lnTo>
                  <a:pt x="2204111" y="164486"/>
                </a:lnTo>
                <a:lnTo>
                  <a:pt x="2195887" y="164486"/>
                </a:lnTo>
                <a:lnTo>
                  <a:pt x="2195887" y="156262"/>
                </a:lnTo>
                <a:lnTo>
                  <a:pt x="2195887" y="148037"/>
                </a:lnTo>
                <a:lnTo>
                  <a:pt x="2195887" y="139813"/>
                </a:lnTo>
                <a:lnTo>
                  <a:pt x="2195887" y="131589"/>
                </a:lnTo>
                <a:lnTo>
                  <a:pt x="2195887" y="123364"/>
                </a:lnTo>
                <a:lnTo>
                  <a:pt x="2204111" y="123364"/>
                </a:lnTo>
                <a:lnTo>
                  <a:pt x="2204111" y="115140"/>
                </a:lnTo>
                <a:lnTo>
                  <a:pt x="2204111" y="106916"/>
                </a:lnTo>
                <a:lnTo>
                  <a:pt x="2212335" y="106916"/>
                </a:lnTo>
                <a:lnTo>
                  <a:pt x="2212335" y="98692"/>
                </a:lnTo>
                <a:lnTo>
                  <a:pt x="2204111" y="98692"/>
                </a:lnTo>
                <a:lnTo>
                  <a:pt x="2204111" y="90467"/>
                </a:lnTo>
                <a:lnTo>
                  <a:pt x="2204111" y="82243"/>
                </a:lnTo>
                <a:lnTo>
                  <a:pt x="2195887" y="82243"/>
                </a:lnTo>
                <a:lnTo>
                  <a:pt x="2195887" y="74019"/>
                </a:lnTo>
                <a:lnTo>
                  <a:pt x="2187662" y="74019"/>
                </a:lnTo>
                <a:lnTo>
                  <a:pt x="2187662" y="65794"/>
                </a:lnTo>
                <a:lnTo>
                  <a:pt x="2179438" y="65794"/>
                </a:lnTo>
                <a:lnTo>
                  <a:pt x="2179438" y="57570"/>
                </a:lnTo>
                <a:lnTo>
                  <a:pt x="2171214" y="57570"/>
                </a:lnTo>
                <a:lnTo>
                  <a:pt x="2162989" y="57570"/>
                </a:lnTo>
                <a:lnTo>
                  <a:pt x="2162989" y="49346"/>
                </a:lnTo>
                <a:lnTo>
                  <a:pt x="2154765" y="49346"/>
                </a:lnTo>
                <a:lnTo>
                  <a:pt x="2154765" y="41121"/>
                </a:lnTo>
                <a:lnTo>
                  <a:pt x="2146541" y="41121"/>
                </a:lnTo>
                <a:lnTo>
                  <a:pt x="2138316" y="41121"/>
                </a:lnTo>
                <a:lnTo>
                  <a:pt x="2138316" y="32897"/>
                </a:lnTo>
                <a:lnTo>
                  <a:pt x="2130092" y="32897"/>
                </a:lnTo>
                <a:lnTo>
                  <a:pt x="2121868" y="32897"/>
                </a:lnTo>
                <a:lnTo>
                  <a:pt x="2121868" y="41121"/>
                </a:lnTo>
                <a:lnTo>
                  <a:pt x="2113644" y="41121"/>
                </a:lnTo>
                <a:lnTo>
                  <a:pt x="2113644" y="49346"/>
                </a:lnTo>
                <a:lnTo>
                  <a:pt x="2121868" y="49346"/>
                </a:lnTo>
                <a:lnTo>
                  <a:pt x="2121868" y="57570"/>
                </a:lnTo>
                <a:lnTo>
                  <a:pt x="2130092" y="57570"/>
                </a:lnTo>
                <a:lnTo>
                  <a:pt x="2138316" y="57570"/>
                </a:lnTo>
                <a:lnTo>
                  <a:pt x="2146541" y="57570"/>
                </a:lnTo>
                <a:lnTo>
                  <a:pt x="2146541" y="65794"/>
                </a:lnTo>
                <a:lnTo>
                  <a:pt x="2154765" y="65794"/>
                </a:lnTo>
                <a:lnTo>
                  <a:pt x="2154765" y="74019"/>
                </a:lnTo>
                <a:lnTo>
                  <a:pt x="2154765" y="82243"/>
                </a:lnTo>
                <a:lnTo>
                  <a:pt x="2146541" y="82243"/>
                </a:lnTo>
                <a:lnTo>
                  <a:pt x="2146541" y="90467"/>
                </a:lnTo>
                <a:lnTo>
                  <a:pt x="2146541" y="98692"/>
                </a:lnTo>
                <a:lnTo>
                  <a:pt x="2138316" y="98692"/>
                </a:lnTo>
                <a:lnTo>
                  <a:pt x="2138316" y="106916"/>
                </a:lnTo>
                <a:lnTo>
                  <a:pt x="2130092" y="106916"/>
                </a:lnTo>
                <a:lnTo>
                  <a:pt x="2121868" y="106916"/>
                </a:lnTo>
                <a:lnTo>
                  <a:pt x="2113644" y="106916"/>
                </a:lnTo>
                <a:lnTo>
                  <a:pt x="2113644" y="98692"/>
                </a:lnTo>
                <a:lnTo>
                  <a:pt x="2105419" y="98692"/>
                </a:lnTo>
                <a:lnTo>
                  <a:pt x="2105419" y="90467"/>
                </a:lnTo>
                <a:lnTo>
                  <a:pt x="2097195" y="90467"/>
                </a:lnTo>
                <a:lnTo>
                  <a:pt x="2097195" y="82243"/>
                </a:lnTo>
                <a:lnTo>
                  <a:pt x="2097195" y="74019"/>
                </a:lnTo>
                <a:lnTo>
                  <a:pt x="2097195" y="65794"/>
                </a:lnTo>
                <a:lnTo>
                  <a:pt x="2097195" y="57570"/>
                </a:lnTo>
                <a:lnTo>
                  <a:pt x="2097195" y="49346"/>
                </a:lnTo>
                <a:lnTo>
                  <a:pt x="2088971" y="49346"/>
                </a:lnTo>
                <a:lnTo>
                  <a:pt x="2088971" y="41121"/>
                </a:lnTo>
                <a:lnTo>
                  <a:pt x="2097195" y="41121"/>
                </a:lnTo>
                <a:lnTo>
                  <a:pt x="2105419" y="41121"/>
                </a:lnTo>
                <a:lnTo>
                  <a:pt x="2105419" y="32897"/>
                </a:lnTo>
                <a:lnTo>
                  <a:pt x="2105419" y="24673"/>
                </a:lnTo>
                <a:lnTo>
                  <a:pt x="2097195" y="24673"/>
                </a:lnTo>
                <a:lnTo>
                  <a:pt x="2088971" y="24673"/>
                </a:lnTo>
                <a:lnTo>
                  <a:pt x="2080746" y="24673"/>
                </a:lnTo>
                <a:lnTo>
                  <a:pt x="2072522" y="24673"/>
                </a:lnTo>
                <a:lnTo>
                  <a:pt x="2072522" y="32897"/>
                </a:lnTo>
                <a:lnTo>
                  <a:pt x="2064298" y="32897"/>
                </a:lnTo>
                <a:lnTo>
                  <a:pt x="2056074" y="32897"/>
                </a:lnTo>
                <a:lnTo>
                  <a:pt x="2056074" y="24673"/>
                </a:lnTo>
                <a:lnTo>
                  <a:pt x="2047849" y="24673"/>
                </a:lnTo>
                <a:lnTo>
                  <a:pt x="2047849" y="16449"/>
                </a:lnTo>
                <a:close/>
                <a:moveTo>
                  <a:pt x="1998503" y="16449"/>
                </a:moveTo>
                <a:lnTo>
                  <a:pt x="1998503" y="24673"/>
                </a:lnTo>
                <a:lnTo>
                  <a:pt x="1990279" y="24673"/>
                </a:lnTo>
                <a:lnTo>
                  <a:pt x="1982055" y="24673"/>
                </a:lnTo>
                <a:lnTo>
                  <a:pt x="1982055" y="16449"/>
                </a:lnTo>
                <a:lnTo>
                  <a:pt x="1982055" y="8224"/>
                </a:lnTo>
                <a:lnTo>
                  <a:pt x="1990279" y="8224"/>
                </a:lnTo>
                <a:lnTo>
                  <a:pt x="1998503" y="8224"/>
                </a:lnTo>
                <a:close/>
                <a:moveTo>
                  <a:pt x="1940933" y="57570"/>
                </a:moveTo>
                <a:lnTo>
                  <a:pt x="1940933" y="49346"/>
                </a:lnTo>
                <a:lnTo>
                  <a:pt x="1932709" y="49346"/>
                </a:lnTo>
                <a:lnTo>
                  <a:pt x="1932709" y="41121"/>
                </a:lnTo>
                <a:lnTo>
                  <a:pt x="1932709" y="32897"/>
                </a:lnTo>
                <a:lnTo>
                  <a:pt x="1940933" y="32897"/>
                </a:lnTo>
                <a:lnTo>
                  <a:pt x="1949158" y="32897"/>
                </a:lnTo>
                <a:lnTo>
                  <a:pt x="1949158" y="41121"/>
                </a:lnTo>
                <a:lnTo>
                  <a:pt x="1957382" y="41121"/>
                </a:lnTo>
                <a:lnTo>
                  <a:pt x="1957382" y="49346"/>
                </a:lnTo>
                <a:lnTo>
                  <a:pt x="1965606" y="49346"/>
                </a:lnTo>
                <a:lnTo>
                  <a:pt x="1965606" y="57570"/>
                </a:lnTo>
                <a:lnTo>
                  <a:pt x="1973831" y="57570"/>
                </a:lnTo>
                <a:lnTo>
                  <a:pt x="1973831" y="65794"/>
                </a:lnTo>
                <a:lnTo>
                  <a:pt x="1982055" y="65794"/>
                </a:lnTo>
                <a:lnTo>
                  <a:pt x="1982055" y="74019"/>
                </a:lnTo>
                <a:lnTo>
                  <a:pt x="1982055" y="82243"/>
                </a:lnTo>
                <a:lnTo>
                  <a:pt x="1973831" y="82243"/>
                </a:lnTo>
                <a:lnTo>
                  <a:pt x="1965606" y="82243"/>
                </a:lnTo>
                <a:lnTo>
                  <a:pt x="1965606" y="74019"/>
                </a:lnTo>
                <a:lnTo>
                  <a:pt x="1957382" y="74019"/>
                </a:lnTo>
                <a:lnTo>
                  <a:pt x="1957382" y="65794"/>
                </a:lnTo>
                <a:lnTo>
                  <a:pt x="1949158" y="65794"/>
                </a:lnTo>
                <a:lnTo>
                  <a:pt x="1949158" y="57570"/>
                </a:lnTo>
                <a:close/>
                <a:moveTo>
                  <a:pt x="2006728" y="57570"/>
                </a:moveTo>
                <a:lnTo>
                  <a:pt x="1998503" y="57570"/>
                </a:lnTo>
                <a:lnTo>
                  <a:pt x="1990279" y="57570"/>
                </a:lnTo>
                <a:lnTo>
                  <a:pt x="1990279" y="49346"/>
                </a:lnTo>
                <a:lnTo>
                  <a:pt x="1990279" y="41121"/>
                </a:lnTo>
                <a:lnTo>
                  <a:pt x="1998503" y="41121"/>
                </a:lnTo>
                <a:lnTo>
                  <a:pt x="2006728" y="41121"/>
                </a:lnTo>
                <a:lnTo>
                  <a:pt x="2006728" y="49346"/>
                </a:lnTo>
                <a:close/>
                <a:moveTo>
                  <a:pt x="2097195" y="156262"/>
                </a:moveTo>
                <a:lnTo>
                  <a:pt x="2097195" y="148037"/>
                </a:lnTo>
                <a:lnTo>
                  <a:pt x="2105419" y="148037"/>
                </a:lnTo>
                <a:lnTo>
                  <a:pt x="2105419" y="156262"/>
                </a:lnTo>
                <a:close/>
                <a:moveTo>
                  <a:pt x="1282990" y="296075"/>
                </a:moveTo>
                <a:lnTo>
                  <a:pt x="1282990" y="287850"/>
                </a:lnTo>
                <a:lnTo>
                  <a:pt x="1282990" y="279626"/>
                </a:lnTo>
                <a:lnTo>
                  <a:pt x="1282990" y="271402"/>
                </a:lnTo>
                <a:lnTo>
                  <a:pt x="1282990" y="263177"/>
                </a:lnTo>
                <a:lnTo>
                  <a:pt x="1282990" y="254953"/>
                </a:lnTo>
                <a:lnTo>
                  <a:pt x="1282990" y="246729"/>
                </a:lnTo>
                <a:lnTo>
                  <a:pt x="1291214" y="246729"/>
                </a:lnTo>
                <a:lnTo>
                  <a:pt x="1291214" y="254953"/>
                </a:lnTo>
                <a:lnTo>
                  <a:pt x="1291214" y="263177"/>
                </a:lnTo>
                <a:lnTo>
                  <a:pt x="1291214" y="271402"/>
                </a:lnTo>
                <a:lnTo>
                  <a:pt x="1291214" y="279626"/>
                </a:lnTo>
                <a:lnTo>
                  <a:pt x="1291214" y="287850"/>
                </a:lnTo>
                <a:lnTo>
                  <a:pt x="1291214" y="296075"/>
                </a:lnTo>
                <a:close/>
                <a:moveTo>
                  <a:pt x="2162989" y="172710"/>
                </a:moveTo>
                <a:lnTo>
                  <a:pt x="2162989" y="164486"/>
                </a:lnTo>
                <a:lnTo>
                  <a:pt x="2171214" y="164486"/>
                </a:lnTo>
                <a:lnTo>
                  <a:pt x="2171214" y="172710"/>
                </a:lnTo>
                <a:close/>
                <a:moveTo>
                  <a:pt x="2220559" y="205607"/>
                </a:moveTo>
                <a:lnTo>
                  <a:pt x="2212335" y="205607"/>
                </a:lnTo>
                <a:lnTo>
                  <a:pt x="2204111" y="205607"/>
                </a:lnTo>
                <a:lnTo>
                  <a:pt x="2195887" y="205607"/>
                </a:lnTo>
                <a:lnTo>
                  <a:pt x="2195887" y="197383"/>
                </a:lnTo>
                <a:lnTo>
                  <a:pt x="2204111" y="197383"/>
                </a:lnTo>
                <a:lnTo>
                  <a:pt x="2212335" y="197383"/>
                </a:lnTo>
                <a:lnTo>
                  <a:pt x="2220559" y="197383"/>
                </a:lnTo>
                <a:lnTo>
                  <a:pt x="2228784" y="197383"/>
                </a:lnTo>
                <a:lnTo>
                  <a:pt x="2228784" y="189159"/>
                </a:lnTo>
                <a:lnTo>
                  <a:pt x="2237008" y="189159"/>
                </a:lnTo>
                <a:lnTo>
                  <a:pt x="2245232" y="189159"/>
                </a:lnTo>
                <a:lnTo>
                  <a:pt x="2245232" y="197383"/>
                </a:lnTo>
                <a:lnTo>
                  <a:pt x="2253457" y="197383"/>
                </a:lnTo>
                <a:lnTo>
                  <a:pt x="2253457" y="205607"/>
                </a:lnTo>
                <a:lnTo>
                  <a:pt x="2261681" y="205607"/>
                </a:lnTo>
                <a:lnTo>
                  <a:pt x="2261681" y="213832"/>
                </a:lnTo>
                <a:lnTo>
                  <a:pt x="2269905" y="213832"/>
                </a:lnTo>
                <a:lnTo>
                  <a:pt x="2269905" y="222056"/>
                </a:lnTo>
                <a:lnTo>
                  <a:pt x="2269905" y="230280"/>
                </a:lnTo>
                <a:lnTo>
                  <a:pt x="2278129" y="230280"/>
                </a:lnTo>
                <a:lnTo>
                  <a:pt x="2278129" y="238505"/>
                </a:lnTo>
                <a:lnTo>
                  <a:pt x="2269905" y="238505"/>
                </a:lnTo>
                <a:lnTo>
                  <a:pt x="2261681" y="238505"/>
                </a:lnTo>
                <a:lnTo>
                  <a:pt x="2253457" y="238505"/>
                </a:lnTo>
                <a:lnTo>
                  <a:pt x="2253457" y="230280"/>
                </a:lnTo>
                <a:lnTo>
                  <a:pt x="2253457" y="222056"/>
                </a:lnTo>
                <a:lnTo>
                  <a:pt x="2245232" y="222056"/>
                </a:lnTo>
                <a:lnTo>
                  <a:pt x="2245232" y="213832"/>
                </a:lnTo>
                <a:lnTo>
                  <a:pt x="2237008" y="213832"/>
                </a:lnTo>
                <a:lnTo>
                  <a:pt x="2228784" y="213832"/>
                </a:lnTo>
                <a:lnTo>
                  <a:pt x="2220559" y="213832"/>
                </a:lnTo>
                <a:close/>
                <a:moveTo>
                  <a:pt x="2220559" y="238505"/>
                </a:moveTo>
                <a:lnTo>
                  <a:pt x="2220559" y="230280"/>
                </a:lnTo>
                <a:lnTo>
                  <a:pt x="2220559" y="222056"/>
                </a:lnTo>
                <a:lnTo>
                  <a:pt x="2228784" y="222056"/>
                </a:lnTo>
                <a:lnTo>
                  <a:pt x="2228784" y="230280"/>
                </a:lnTo>
                <a:lnTo>
                  <a:pt x="2228784" y="238505"/>
                </a:lnTo>
                <a:lnTo>
                  <a:pt x="2228784" y="246729"/>
                </a:lnTo>
                <a:lnTo>
                  <a:pt x="2237008" y="246729"/>
                </a:lnTo>
                <a:lnTo>
                  <a:pt x="2237008" y="254953"/>
                </a:lnTo>
                <a:lnTo>
                  <a:pt x="2237008" y="263177"/>
                </a:lnTo>
                <a:lnTo>
                  <a:pt x="2237008" y="271402"/>
                </a:lnTo>
                <a:lnTo>
                  <a:pt x="2228784" y="271402"/>
                </a:lnTo>
                <a:lnTo>
                  <a:pt x="2228784" y="279626"/>
                </a:lnTo>
                <a:lnTo>
                  <a:pt x="2228784" y="287850"/>
                </a:lnTo>
                <a:lnTo>
                  <a:pt x="2228784" y="296075"/>
                </a:lnTo>
                <a:lnTo>
                  <a:pt x="2220559" y="296075"/>
                </a:lnTo>
                <a:lnTo>
                  <a:pt x="2220559" y="304299"/>
                </a:lnTo>
                <a:lnTo>
                  <a:pt x="2212335" y="304299"/>
                </a:lnTo>
                <a:lnTo>
                  <a:pt x="2212335" y="312523"/>
                </a:lnTo>
                <a:lnTo>
                  <a:pt x="2212335" y="320747"/>
                </a:lnTo>
                <a:lnTo>
                  <a:pt x="2212335" y="328972"/>
                </a:lnTo>
                <a:lnTo>
                  <a:pt x="2204111" y="328972"/>
                </a:lnTo>
                <a:lnTo>
                  <a:pt x="2204111" y="337196"/>
                </a:lnTo>
                <a:lnTo>
                  <a:pt x="2195887" y="337196"/>
                </a:lnTo>
                <a:lnTo>
                  <a:pt x="2195887" y="328972"/>
                </a:lnTo>
                <a:lnTo>
                  <a:pt x="2195887" y="320747"/>
                </a:lnTo>
                <a:lnTo>
                  <a:pt x="2195887" y="312523"/>
                </a:lnTo>
                <a:lnTo>
                  <a:pt x="2195887" y="304299"/>
                </a:lnTo>
                <a:lnTo>
                  <a:pt x="2195887" y="296075"/>
                </a:lnTo>
                <a:lnTo>
                  <a:pt x="2204111" y="296075"/>
                </a:lnTo>
                <a:lnTo>
                  <a:pt x="2204111" y="287850"/>
                </a:lnTo>
                <a:lnTo>
                  <a:pt x="2212335" y="287850"/>
                </a:lnTo>
                <a:lnTo>
                  <a:pt x="2220559" y="287850"/>
                </a:lnTo>
                <a:lnTo>
                  <a:pt x="2220559" y="279626"/>
                </a:lnTo>
                <a:lnTo>
                  <a:pt x="2220559" y="271402"/>
                </a:lnTo>
                <a:lnTo>
                  <a:pt x="2220559" y="263177"/>
                </a:lnTo>
                <a:lnTo>
                  <a:pt x="2220559" y="254953"/>
                </a:lnTo>
                <a:lnTo>
                  <a:pt x="2220559" y="246729"/>
                </a:lnTo>
                <a:close/>
                <a:moveTo>
                  <a:pt x="2220559" y="361869"/>
                </a:moveTo>
                <a:lnTo>
                  <a:pt x="2212335" y="361869"/>
                </a:lnTo>
                <a:lnTo>
                  <a:pt x="2212335" y="353645"/>
                </a:lnTo>
                <a:lnTo>
                  <a:pt x="2220559" y="353645"/>
                </a:lnTo>
                <a:lnTo>
                  <a:pt x="2228784" y="353645"/>
                </a:lnTo>
                <a:lnTo>
                  <a:pt x="2237008" y="353645"/>
                </a:lnTo>
                <a:lnTo>
                  <a:pt x="2245232" y="353645"/>
                </a:lnTo>
                <a:lnTo>
                  <a:pt x="2245232" y="345420"/>
                </a:lnTo>
                <a:lnTo>
                  <a:pt x="2253457" y="345420"/>
                </a:lnTo>
                <a:lnTo>
                  <a:pt x="2261681" y="345420"/>
                </a:lnTo>
                <a:lnTo>
                  <a:pt x="2261681" y="337196"/>
                </a:lnTo>
                <a:lnTo>
                  <a:pt x="2269905" y="337196"/>
                </a:lnTo>
                <a:lnTo>
                  <a:pt x="2269905" y="328972"/>
                </a:lnTo>
                <a:lnTo>
                  <a:pt x="2278129" y="328972"/>
                </a:lnTo>
                <a:lnTo>
                  <a:pt x="2278129" y="320747"/>
                </a:lnTo>
                <a:lnTo>
                  <a:pt x="2269905" y="320747"/>
                </a:lnTo>
                <a:lnTo>
                  <a:pt x="2269905" y="312523"/>
                </a:lnTo>
                <a:lnTo>
                  <a:pt x="2261681" y="312523"/>
                </a:lnTo>
                <a:lnTo>
                  <a:pt x="2261681" y="304299"/>
                </a:lnTo>
                <a:lnTo>
                  <a:pt x="2261681" y="296075"/>
                </a:lnTo>
                <a:lnTo>
                  <a:pt x="2261681" y="287850"/>
                </a:lnTo>
                <a:lnTo>
                  <a:pt x="2261681" y="279626"/>
                </a:lnTo>
                <a:lnTo>
                  <a:pt x="2269905" y="279626"/>
                </a:lnTo>
                <a:lnTo>
                  <a:pt x="2278129" y="279626"/>
                </a:lnTo>
                <a:lnTo>
                  <a:pt x="2278129" y="287850"/>
                </a:lnTo>
                <a:lnTo>
                  <a:pt x="2286354" y="287850"/>
                </a:lnTo>
                <a:lnTo>
                  <a:pt x="2286354" y="279626"/>
                </a:lnTo>
                <a:lnTo>
                  <a:pt x="2294578" y="279626"/>
                </a:lnTo>
                <a:lnTo>
                  <a:pt x="2302802" y="279626"/>
                </a:lnTo>
                <a:lnTo>
                  <a:pt x="2302802" y="287850"/>
                </a:lnTo>
                <a:lnTo>
                  <a:pt x="2302802" y="296075"/>
                </a:lnTo>
                <a:lnTo>
                  <a:pt x="2294578" y="296075"/>
                </a:lnTo>
                <a:lnTo>
                  <a:pt x="2294578" y="304299"/>
                </a:lnTo>
                <a:lnTo>
                  <a:pt x="2294578" y="312523"/>
                </a:lnTo>
                <a:lnTo>
                  <a:pt x="2294578" y="320747"/>
                </a:lnTo>
                <a:lnTo>
                  <a:pt x="2294578" y="328972"/>
                </a:lnTo>
                <a:lnTo>
                  <a:pt x="2286354" y="328972"/>
                </a:lnTo>
                <a:lnTo>
                  <a:pt x="2286354" y="337196"/>
                </a:lnTo>
                <a:lnTo>
                  <a:pt x="2286354" y="345420"/>
                </a:lnTo>
                <a:lnTo>
                  <a:pt x="2278129" y="345420"/>
                </a:lnTo>
                <a:lnTo>
                  <a:pt x="2278129" y="353645"/>
                </a:lnTo>
                <a:lnTo>
                  <a:pt x="2269905" y="353645"/>
                </a:lnTo>
                <a:lnTo>
                  <a:pt x="2269905" y="361869"/>
                </a:lnTo>
                <a:lnTo>
                  <a:pt x="2261681" y="361869"/>
                </a:lnTo>
                <a:lnTo>
                  <a:pt x="2253457" y="361869"/>
                </a:lnTo>
                <a:lnTo>
                  <a:pt x="2245232" y="361869"/>
                </a:lnTo>
                <a:lnTo>
                  <a:pt x="2237008" y="361869"/>
                </a:lnTo>
                <a:lnTo>
                  <a:pt x="2228784" y="361869"/>
                </a:lnTo>
                <a:close/>
                <a:moveTo>
                  <a:pt x="2261681" y="106916"/>
                </a:moveTo>
                <a:lnTo>
                  <a:pt x="2261681" y="115140"/>
                </a:lnTo>
                <a:lnTo>
                  <a:pt x="2253457" y="115140"/>
                </a:lnTo>
                <a:lnTo>
                  <a:pt x="2245232" y="115140"/>
                </a:lnTo>
                <a:lnTo>
                  <a:pt x="2245232" y="106916"/>
                </a:lnTo>
                <a:lnTo>
                  <a:pt x="2245232" y="98692"/>
                </a:lnTo>
                <a:lnTo>
                  <a:pt x="2253457" y="98692"/>
                </a:lnTo>
                <a:lnTo>
                  <a:pt x="2261681" y="98692"/>
                </a:lnTo>
                <a:close/>
                <a:moveTo>
                  <a:pt x="2269905" y="139813"/>
                </a:moveTo>
                <a:lnTo>
                  <a:pt x="2269905" y="131589"/>
                </a:lnTo>
                <a:lnTo>
                  <a:pt x="2261681" y="131589"/>
                </a:lnTo>
                <a:lnTo>
                  <a:pt x="2261681" y="123364"/>
                </a:lnTo>
                <a:lnTo>
                  <a:pt x="2261681" y="115140"/>
                </a:lnTo>
                <a:lnTo>
                  <a:pt x="2269905" y="115140"/>
                </a:lnTo>
                <a:lnTo>
                  <a:pt x="2278129" y="115140"/>
                </a:lnTo>
                <a:lnTo>
                  <a:pt x="2278129" y="123364"/>
                </a:lnTo>
                <a:lnTo>
                  <a:pt x="2286354" y="123364"/>
                </a:lnTo>
                <a:lnTo>
                  <a:pt x="2286354" y="131589"/>
                </a:lnTo>
                <a:lnTo>
                  <a:pt x="2286354" y="139813"/>
                </a:lnTo>
                <a:lnTo>
                  <a:pt x="2294578" y="139813"/>
                </a:lnTo>
                <a:lnTo>
                  <a:pt x="2294578" y="148037"/>
                </a:lnTo>
                <a:lnTo>
                  <a:pt x="2294578" y="156262"/>
                </a:lnTo>
                <a:lnTo>
                  <a:pt x="2302802" y="156262"/>
                </a:lnTo>
                <a:lnTo>
                  <a:pt x="2311027" y="156262"/>
                </a:lnTo>
                <a:lnTo>
                  <a:pt x="2311027" y="164486"/>
                </a:lnTo>
                <a:lnTo>
                  <a:pt x="2311027" y="172710"/>
                </a:lnTo>
                <a:lnTo>
                  <a:pt x="2302802" y="172710"/>
                </a:lnTo>
                <a:lnTo>
                  <a:pt x="2302802" y="164486"/>
                </a:lnTo>
                <a:lnTo>
                  <a:pt x="2294578" y="164486"/>
                </a:lnTo>
                <a:lnTo>
                  <a:pt x="2286354" y="164486"/>
                </a:lnTo>
                <a:lnTo>
                  <a:pt x="2286354" y="156262"/>
                </a:lnTo>
                <a:lnTo>
                  <a:pt x="2278129" y="156262"/>
                </a:lnTo>
                <a:lnTo>
                  <a:pt x="2278129" y="148037"/>
                </a:lnTo>
                <a:lnTo>
                  <a:pt x="2269905" y="148037"/>
                </a:lnTo>
                <a:close/>
                <a:moveTo>
                  <a:pt x="2253457" y="172710"/>
                </a:moveTo>
                <a:lnTo>
                  <a:pt x="2253457" y="164486"/>
                </a:lnTo>
                <a:lnTo>
                  <a:pt x="2261681" y="164486"/>
                </a:lnTo>
                <a:lnTo>
                  <a:pt x="2261681" y="172710"/>
                </a:lnTo>
                <a:close/>
                <a:moveTo>
                  <a:pt x="2261681" y="197383"/>
                </a:moveTo>
                <a:lnTo>
                  <a:pt x="2261681" y="189159"/>
                </a:lnTo>
                <a:lnTo>
                  <a:pt x="2261681" y="180934"/>
                </a:lnTo>
                <a:lnTo>
                  <a:pt x="2261681" y="172710"/>
                </a:lnTo>
                <a:lnTo>
                  <a:pt x="2269905" y="172710"/>
                </a:lnTo>
                <a:lnTo>
                  <a:pt x="2278129" y="172710"/>
                </a:lnTo>
                <a:lnTo>
                  <a:pt x="2278129" y="164486"/>
                </a:lnTo>
                <a:lnTo>
                  <a:pt x="2286354" y="164486"/>
                </a:lnTo>
                <a:lnTo>
                  <a:pt x="2286354" y="172710"/>
                </a:lnTo>
                <a:lnTo>
                  <a:pt x="2286354" y="180934"/>
                </a:lnTo>
                <a:lnTo>
                  <a:pt x="2286354" y="189159"/>
                </a:lnTo>
                <a:lnTo>
                  <a:pt x="2278129" y="189159"/>
                </a:lnTo>
                <a:lnTo>
                  <a:pt x="2278129" y="197383"/>
                </a:lnTo>
                <a:lnTo>
                  <a:pt x="2286354" y="197383"/>
                </a:lnTo>
                <a:lnTo>
                  <a:pt x="2286354" y="205607"/>
                </a:lnTo>
                <a:lnTo>
                  <a:pt x="2294578" y="205607"/>
                </a:lnTo>
                <a:lnTo>
                  <a:pt x="2294578" y="213832"/>
                </a:lnTo>
                <a:lnTo>
                  <a:pt x="2302802" y="213832"/>
                </a:lnTo>
                <a:lnTo>
                  <a:pt x="2302802" y="205607"/>
                </a:lnTo>
                <a:lnTo>
                  <a:pt x="2311027" y="205607"/>
                </a:lnTo>
                <a:lnTo>
                  <a:pt x="2311027" y="197383"/>
                </a:lnTo>
                <a:lnTo>
                  <a:pt x="2311027" y="189159"/>
                </a:lnTo>
                <a:lnTo>
                  <a:pt x="2319251" y="189159"/>
                </a:lnTo>
                <a:lnTo>
                  <a:pt x="2319251" y="197383"/>
                </a:lnTo>
                <a:lnTo>
                  <a:pt x="2319251" y="205607"/>
                </a:lnTo>
                <a:lnTo>
                  <a:pt x="2319251" y="213832"/>
                </a:lnTo>
                <a:lnTo>
                  <a:pt x="2319251" y="222056"/>
                </a:lnTo>
                <a:lnTo>
                  <a:pt x="2311027" y="222056"/>
                </a:lnTo>
                <a:lnTo>
                  <a:pt x="2311027" y="230280"/>
                </a:lnTo>
                <a:lnTo>
                  <a:pt x="2311027" y="238505"/>
                </a:lnTo>
                <a:lnTo>
                  <a:pt x="2311027" y="246729"/>
                </a:lnTo>
                <a:lnTo>
                  <a:pt x="2311027" y="254953"/>
                </a:lnTo>
                <a:lnTo>
                  <a:pt x="2311027" y="263177"/>
                </a:lnTo>
                <a:lnTo>
                  <a:pt x="2311027" y="271402"/>
                </a:lnTo>
                <a:lnTo>
                  <a:pt x="2302802" y="271402"/>
                </a:lnTo>
                <a:lnTo>
                  <a:pt x="2302802" y="263177"/>
                </a:lnTo>
                <a:lnTo>
                  <a:pt x="2302802" y="254953"/>
                </a:lnTo>
                <a:lnTo>
                  <a:pt x="2302802" y="246729"/>
                </a:lnTo>
                <a:lnTo>
                  <a:pt x="2294578" y="246729"/>
                </a:lnTo>
                <a:lnTo>
                  <a:pt x="2294578" y="238505"/>
                </a:lnTo>
                <a:lnTo>
                  <a:pt x="2286354" y="238505"/>
                </a:lnTo>
                <a:lnTo>
                  <a:pt x="2286354" y="230280"/>
                </a:lnTo>
                <a:lnTo>
                  <a:pt x="2294578" y="230280"/>
                </a:lnTo>
                <a:lnTo>
                  <a:pt x="2294578" y="222056"/>
                </a:lnTo>
                <a:lnTo>
                  <a:pt x="2286354" y="222056"/>
                </a:lnTo>
                <a:lnTo>
                  <a:pt x="2286354" y="213832"/>
                </a:lnTo>
                <a:lnTo>
                  <a:pt x="2278129" y="213832"/>
                </a:lnTo>
                <a:lnTo>
                  <a:pt x="2278129" y="205607"/>
                </a:lnTo>
                <a:lnTo>
                  <a:pt x="2269905" y="205607"/>
                </a:lnTo>
                <a:lnTo>
                  <a:pt x="2269905" y="197383"/>
                </a:lnTo>
                <a:close/>
                <a:moveTo>
                  <a:pt x="2253457" y="304299"/>
                </a:moveTo>
                <a:lnTo>
                  <a:pt x="2253457" y="312523"/>
                </a:lnTo>
                <a:lnTo>
                  <a:pt x="2245232" y="312523"/>
                </a:lnTo>
                <a:lnTo>
                  <a:pt x="2237008" y="312523"/>
                </a:lnTo>
                <a:lnTo>
                  <a:pt x="2237008" y="304299"/>
                </a:lnTo>
                <a:lnTo>
                  <a:pt x="2237008" y="296075"/>
                </a:lnTo>
                <a:lnTo>
                  <a:pt x="2245232" y="296075"/>
                </a:lnTo>
                <a:lnTo>
                  <a:pt x="2245232" y="304299"/>
                </a:lnTo>
                <a:close/>
                <a:moveTo>
                  <a:pt x="2763363" y="24673"/>
                </a:moveTo>
                <a:lnTo>
                  <a:pt x="2755138" y="24673"/>
                </a:lnTo>
                <a:lnTo>
                  <a:pt x="2755138" y="16449"/>
                </a:lnTo>
                <a:lnTo>
                  <a:pt x="2755138" y="8224"/>
                </a:lnTo>
                <a:lnTo>
                  <a:pt x="2763363" y="8224"/>
                </a:lnTo>
                <a:lnTo>
                  <a:pt x="2763363" y="0"/>
                </a:lnTo>
                <a:lnTo>
                  <a:pt x="2771587" y="0"/>
                </a:lnTo>
                <a:lnTo>
                  <a:pt x="2779811" y="0"/>
                </a:lnTo>
                <a:lnTo>
                  <a:pt x="2779811" y="8224"/>
                </a:lnTo>
                <a:lnTo>
                  <a:pt x="2779811" y="16449"/>
                </a:lnTo>
                <a:lnTo>
                  <a:pt x="2771587" y="16449"/>
                </a:lnTo>
                <a:lnTo>
                  <a:pt x="2771587" y="24673"/>
                </a:lnTo>
                <a:close/>
                <a:moveTo>
                  <a:pt x="2845606" y="41121"/>
                </a:moveTo>
                <a:lnTo>
                  <a:pt x="2845606" y="32897"/>
                </a:lnTo>
                <a:lnTo>
                  <a:pt x="2845606" y="24673"/>
                </a:lnTo>
                <a:lnTo>
                  <a:pt x="2853830" y="24673"/>
                </a:lnTo>
                <a:lnTo>
                  <a:pt x="2862054" y="24673"/>
                </a:lnTo>
                <a:lnTo>
                  <a:pt x="2870279" y="24673"/>
                </a:lnTo>
                <a:lnTo>
                  <a:pt x="2870279" y="16449"/>
                </a:lnTo>
                <a:lnTo>
                  <a:pt x="2878503" y="16449"/>
                </a:lnTo>
                <a:lnTo>
                  <a:pt x="2886727" y="16449"/>
                </a:lnTo>
                <a:lnTo>
                  <a:pt x="2886727" y="24673"/>
                </a:lnTo>
                <a:lnTo>
                  <a:pt x="2894951" y="24673"/>
                </a:lnTo>
                <a:lnTo>
                  <a:pt x="2903176" y="24673"/>
                </a:lnTo>
                <a:lnTo>
                  <a:pt x="2903176" y="32897"/>
                </a:lnTo>
                <a:lnTo>
                  <a:pt x="2911400" y="32897"/>
                </a:lnTo>
                <a:lnTo>
                  <a:pt x="2919624" y="32897"/>
                </a:lnTo>
                <a:lnTo>
                  <a:pt x="2927849" y="32897"/>
                </a:lnTo>
                <a:lnTo>
                  <a:pt x="2936073" y="32897"/>
                </a:lnTo>
                <a:lnTo>
                  <a:pt x="2936073" y="41121"/>
                </a:lnTo>
                <a:lnTo>
                  <a:pt x="2936073" y="49346"/>
                </a:lnTo>
                <a:lnTo>
                  <a:pt x="2944297" y="49346"/>
                </a:lnTo>
                <a:lnTo>
                  <a:pt x="2952522" y="49346"/>
                </a:lnTo>
                <a:lnTo>
                  <a:pt x="2952522" y="57570"/>
                </a:lnTo>
                <a:lnTo>
                  <a:pt x="2960746" y="57570"/>
                </a:lnTo>
                <a:lnTo>
                  <a:pt x="2968970" y="57570"/>
                </a:lnTo>
                <a:lnTo>
                  <a:pt x="2968970" y="65794"/>
                </a:lnTo>
                <a:lnTo>
                  <a:pt x="2968970" y="74019"/>
                </a:lnTo>
                <a:lnTo>
                  <a:pt x="2977194" y="74019"/>
                </a:lnTo>
                <a:lnTo>
                  <a:pt x="2985419" y="74019"/>
                </a:lnTo>
                <a:lnTo>
                  <a:pt x="2985419" y="82243"/>
                </a:lnTo>
                <a:lnTo>
                  <a:pt x="2985419" y="90467"/>
                </a:lnTo>
                <a:lnTo>
                  <a:pt x="2985419" y="98692"/>
                </a:lnTo>
                <a:lnTo>
                  <a:pt x="2993643" y="98692"/>
                </a:lnTo>
                <a:lnTo>
                  <a:pt x="2993643" y="106916"/>
                </a:lnTo>
                <a:lnTo>
                  <a:pt x="3001867" y="106916"/>
                </a:lnTo>
                <a:lnTo>
                  <a:pt x="3010092" y="106916"/>
                </a:lnTo>
                <a:lnTo>
                  <a:pt x="3010092" y="115140"/>
                </a:lnTo>
                <a:lnTo>
                  <a:pt x="3018316" y="115140"/>
                </a:lnTo>
                <a:lnTo>
                  <a:pt x="3018316" y="123364"/>
                </a:lnTo>
                <a:lnTo>
                  <a:pt x="3026540" y="123364"/>
                </a:lnTo>
                <a:lnTo>
                  <a:pt x="3026540" y="131589"/>
                </a:lnTo>
                <a:lnTo>
                  <a:pt x="3034764" y="131589"/>
                </a:lnTo>
                <a:lnTo>
                  <a:pt x="3034764" y="139813"/>
                </a:lnTo>
                <a:lnTo>
                  <a:pt x="3034764" y="148037"/>
                </a:lnTo>
                <a:lnTo>
                  <a:pt x="3026540" y="148037"/>
                </a:lnTo>
                <a:lnTo>
                  <a:pt x="3018316" y="148037"/>
                </a:lnTo>
                <a:lnTo>
                  <a:pt x="3018316" y="139813"/>
                </a:lnTo>
                <a:lnTo>
                  <a:pt x="3010092" y="139813"/>
                </a:lnTo>
                <a:lnTo>
                  <a:pt x="3010092" y="131589"/>
                </a:lnTo>
                <a:lnTo>
                  <a:pt x="3001867" y="131589"/>
                </a:lnTo>
                <a:lnTo>
                  <a:pt x="2993643" y="131589"/>
                </a:lnTo>
                <a:lnTo>
                  <a:pt x="2993643" y="139813"/>
                </a:lnTo>
                <a:lnTo>
                  <a:pt x="2985419" y="139813"/>
                </a:lnTo>
                <a:lnTo>
                  <a:pt x="2985419" y="131589"/>
                </a:lnTo>
                <a:lnTo>
                  <a:pt x="2985419" y="123364"/>
                </a:lnTo>
                <a:lnTo>
                  <a:pt x="2985419" y="115140"/>
                </a:lnTo>
                <a:lnTo>
                  <a:pt x="2977194" y="115140"/>
                </a:lnTo>
                <a:lnTo>
                  <a:pt x="2977194" y="106916"/>
                </a:lnTo>
                <a:lnTo>
                  <a:pt x="2968970" y="106916"/>
                </a:lnTo>
                <a:lnTo>
                  <a:pt x="2968970" y="98692"/>
                </a:lnTo>
                <a:lnTo>
                  <a:pt x="2968970" y="90467"/>
                </a:lnTo>
                <a:lnTo>
                  <a:pt x="2960746" y="90467"/>
                </a:lnTo>
                <a:lnTo>
                  <a:pt x="2960746" y="82243"/>
                </a:lnTo>
                <a:lnTo>
                  <a:pt x="2952522" y="82243"/>
                </a:lnTo>
                <a:lnTo>
                  <a:pt x="2952522" y="74019"/>
                </a:lnTo>
                <a:lnTo>
                  <a:pt x="2944297" y="74019"/>
                </a:lnTo>
                <a:lnTo>
                  <a:pt x="2944297" y="65794"/>
                </a:lnTo>
                <a:lnTo>
                  <a:pt x="2936073" y="65794"/>
                </a:lnTo>
                <a:lnTo>
                  <a:pt x="2936073" y="57570"/>
                </a:lnTo>
                <a:lnTo>
                  <a:pt x="2927849" y="57570"/>
                </a:lnTo>
                <a:lnTo>
                  <a:pt x="2919624" y="57570"/>
                </a:lnTo>
                <a:lnTo>
                  <a:pt x="2919624" y="49346"/>
                </a:lnTo>
                <a:lnTo>
                  <a:pt x="2911400" y="49346"/>
                </a:lnTo>
                <a:lnTo>
                  <a:pt x="2911400" y="57570"/>
                </a:lnTo>
                <a:lnTo>
                  <a:pt x="2911400" y="65794"/>
                </a:lnTo>
                <a:lnTo>
                  <a:pt x="2911400" y="74019"/>
                </a:lnTo>
                <a:lnTo>
                  <a:pt x="2919624" y="74019"/>
                </a:lnTo>
                <a:lnTo>
                  <a:pt x="2927849" y="74019"/>
                </a:lnTo>
                <a:lnTo>
                  <a:pt x="2927849" y="82243"/>
                </a:lnTo>
                <a:lnTo>
                  <a:pt x="2936073" y="82243"/>
                </a:lnTo>
                <a:lnTo>
                  <a:pt x="2936073" y="90467"/>
                </a:lnTo>
                <a:lnTo>
                  <a:pt x="2936073" y="98692"/>
                </a:lnTo>
                <a:lnTo>
                  <a:pt x="2936073" y="106916"/>
                </a:lnTo>
                <a:lnTo>
                  <a:pt x="2936073" y="115140"/>
                </a:lnTo>
                <a:lnTo>
                  <a:pt x="2927849" y="115140"/>
                </a:lnTo>
                <a:lnTo>
                  <a:pt x="2927849" y="123364"/>
                </a:lnTo>
                <a:lnTo>
                  <a:pt x="2927849" y="131589"/>
                </a:lnTo>
                <a:lnTo>
                  <a:pt x="2919624" y="131589"/>
                </a:lnTo>
                <a:lnTo>
                  <a:pt x="2911400" y="131589"/>
                </a:lnTo>
                <a:lnTo>
                  <a:pt x="2903176" y="131589"/>
                </a:lnTo>
                <a:lnTo>
                  <a:pt x="2903176" y="123364"/>
                </a:lnTo>
                <a:lnTo>
                  <a:pt x="2903176" y="115140"/>
                </a:lnTo>
                <a:lnTo>
                  <a:pt x="2894951" y="115140"/>
                </a:lnTo>
                <a:lnTo>
                  <a:pt x="2894951" y="106916"/>
                </a:lnTo>
                <a:lnTo>
                  <a:pt x="2886727" y="106916"/>
                </a:lnTo>
                <a:lnTo>
                  <a:pt x="2886727" y="98692"/>
                </a:lnTo>
                <a:lnTo>
                  <a:pt x="2886727" y="90467"/>
                </a:lnTo>
                <a:lnTo>
                  <a:pt x="2886727" y="82243"/>
                </a:lnTo>
                <a:lnTo>
                  <a:pt x="2886727" y="74019"/>
                </a:lnTo>
                <a:lnTo>
                  <a:pt x="2886727" y="65794"/>
                </a:lnTo>
                <a:lnTo>
                  <a:pt x="2878503" y="65794"/>
                </a:lnTo>
                <a:lnTo>
                  <a:pt x="2878503" y="57570"/>
                </a:lnTo>
                <a:lnTo>
                  <a:pt x="2878503" y="49346"/>
                </a:lnTo>
                <a:lnTo>
                  <a:pt x="2886727" y="49346"/>
                </a:lnTo>
                <a:lnTo>
                  <a:pt x="2886727" y="41121"/>
                </a:lnTo>
                <a:lnTo>
                  <a:pt x="2886727" y="32897"/>
                </a:lnTo>
                <a:lnTo>
                  <a:pt x="2878503" y="32897"/>
                </a:lnTo>
                <a:lnTo>
                  <a:pt x="2870279" y="32897"/>
                </a:lnTo>
                <a:lnTo>
                  <a:pt x="2862054" y="32897"/>
                </a:lnTo>
                <a:lnTo>
                  <a:pt x="2862054" y="41121"/>
                </a:lnTo>
                <a:lnTo>
                  <a:pt x="2853830" y="41121"/>
                </a:lnTo>
                <a:close/>
                <a:moveTo>
                  <a:pt x="2812709" y="32897"/>
                </a:moveTo>
                <a:lnTo>
                  <a:pt x="2804484" y="32897"/>
                </a:lnTo>
                <a:lnTo>
                  <a:pt x="2796260" y="32897"/>
                </a:lnTo>
                <a:lnTo>
                  <a:pt x="2796260" y="24673"/>
                </a:lnTo>
                <a:lnTo>
                  <a:pt x="2804484" y="24673"/>
                </a:lnTo>
                <a:lnTo>
                  <a:pt x="2804484" y="16449"/>
                </a:lnTo>
                <a:lnTo>
                  <a:pt x="2812709" y="16449"/>
                </a:lnTo>
                <a:lnTo>
                  <a:pt x="2812709" y="24673"/>
                </a:lnTo>
                <a:close/>
                <a:moveTo>
                  <a:pt x="2779811" y="57570"/>
                </a:moveTo>
                <a:lnTo>
                  <a:pt x="2779811" y="65794"/>
                </a:lnTo>
                <a:lnTo>
                  <a:pt x="2771587" y="65794"/>
                </a:lnTo>
                <a:lnTo>
                  <a:pt x="2763363" y="65794"/>
                </a:lnTo>
                <a:lnTo>
                  <a:pt x="2763363" y="57570"/>
                </a:lnTo>
                <a:lnTo>
                  <a:pt x="2763363" y="49346"/>
                </a:lnTo>
                <a:lnTo>
                  <a:pt x="2771587" y="49346"/>
                </a:lnTo>
                <a:lnTo>
                  <a:pt x="2779811" y="49346"/>
                </a:lnTo>
                <a:close/>
                <a:moveTo>
                  <a:pt x="2837381" y="74019"/>
                </a:moveTo>
                <a:lnTo>
                  <a:pt x="2837381" y="82243"/>
                </a:lnTo>
                <a:lnTo>
                  <a:pt x="2837381" y="90467"/>
                </a:lnTo>
                <a:lnTo>
                  <a:pt x="2829157" y="90467"/>
                </a:lnTo>
                <a:lnTo>
                  <a:pt x="2829157" y="82243"/>
                </a:lnTo>
                <a:lnTo>
                  <a:pt x="2829157" y="74019"/>
                </a:lnTo>
                <a:close/>
                <a:moveTo>
                  <a:pt x="2968970" y="172710"/>
                </a:moveTo>
                <a:lnTo>
                  <a:pt x="2968970" y="164486"/>
                </a:lnTo>
                <a:lnTo>
                  <a:pt x="2968970" y="156262"/>
                </a:lnTo>
                <a:lnTo>
                  <a:pt x="2968970" y="148037"/>
                </a:lnTo>
                <a:lnTo>
                  <a:pt x="2968970" y="139813"/>
                </a:lnTo>
                <a:lnTo>
                  <a:pt x="2977194" y="139813"/>
                </a:lnTo>
                <a:lnTo>
                  <a:pt x="2985419" y="139813"/>
                </a:lnTo>
                <a:lnTo>
                  <a:pt x="2985419" y="148037"/>
                </a:lnTo>
                <a:lnTo>
                  <a:pt x="2985419" y="156262"/>
                </a:lnTo>
                <a:lnTo>
                  <a:pt x="2977194" y="156262"/>
                </a:lnTo>
                <a:lnTo>
                  <a:pt x="2977194" y="164486"/>
                </a:lnTo>
                <a:lnTo>
                  <a:pt x="2985419" y="164486"/>
                </a:lnTo>
                <a:lnTo>
                  <a:pt x="2993643" y="164486"/>
                </a:lnTo>
                <a:lnTo>
                  <a:pt x="2993643" y="172710"/>
                </a:lnTo>
                <a:lnTo>
                  <a:pt x="2985419" y="172710"/>
                </a:lnTo>
                <a:lnTo>
                  <a:pt x="2977194" y="172710"/>
                </a:lnTo>
                <a:lnTo>
                  <a:pt x="2977194" y="180934"/>
                </a:lnTo>
                <a:lnTo>
                  <a:pt x="2977194" y="189159"/>
                </a:lnTo>
                <a:lnTo>
                  <a:pt x="2977194" y="197383"/>
                </a:lnTo>
                <a:lnTo>
                  <a:pt x="2985419" y="197383"/>
                </a:lnTo>
                <a:lnTo>
                  <a:pt x="2985419" y="205607"/>
                </a:lnTo>
                <a:lnTo>
                  <a:pt x="2993643" y="205607"/>
                </a:lnTo>
                <a:lnTo>
                  <a:pt x="2993643" y="213832"/>
                </a:lnTo>
                <a:lnTo>
                  <a:pt x="3001867" y="213832"/>
                </a:lnTo>
                <a:lnTo>
                  <a:pt x="3001867" y="205607"/>
                </a:lnTo>
                <a:lnTo>
                  <a:pt x="3001867" y="197383"/>
                </a:lnTo>
                <a:lnTo>
                  <a:pt x="2993643" y="197383"/>
                </a:lnTo>
                <a:lnTo>
                  <a:pt x="2993643" y="189159"/>
                </a:lnTo>
                <a:lnTo>
                  <a:pt x="2993643" y="180934"/>
                </a:lnTo>
                <a:lnTo>
                  <a:pt x="3001867" y="180934"/>
                </a:lnTo>
                <a:lnTo>
                  <a:pt x="3001867" y="189159"/>
                </a:lnTo>
                <a:lnTo>
                  <a:pt x="3010092" y="189159"/>
                </a:lnTo>
                <a:lnTo>
                  <a:pt x="3018316" y="189159"/>
                </a:lnTo>
                <a:lnTo>
                  <a:pt x="3026540" y="189159"/>
                </a:lnTo>
                <a:lnTo>
                  <a:pt x="3026540" y="197383"/>
                </a:lnTo>
                <a:lnTo>
                  <a:pt x="3034764" y="197383"/>
                </a:lnTo>
                <a:lnTo>
                  <a:pt x="3042989" y="197383"/>
                </a:lnTo>
                <a:lnTo>
                  <a:pt x="3042989" y="189159"/>
                </a:lnTo>
                <a:lnTo>
                  <a:pt x="3051213" y="189159"/>
                </a:lnTo>
                <a:lnTo>
                  <a:pt x="3051213" y="180934"/>
                </a:lnTo>
                <a:lnTo>
                  <a:pt x="3042989" y="180934"/>
                </a:lnTo>
                <a:lnTo>
                  <a:pt x="3042989" y="172710"/>
                </a:lnTo>
                <a:lnTo>
                  <a:pt x="3034764" y="172710"/>
                </a:lnTo>
                <a:lnTo>
                  <a:pt x="3034764" y="164486"/>
                </a:lnTo>
                <a:lnTo>
                  <a:pt x="3034764" y="156262"/>
                </a:lnTo>
                <a:lnTo>
                  <a:pt x="3042989" y="156262"/>
                </a:lnTo>
                <a:lnTo>
                  <a:pt x="3051213" y="156262"/>
                </a:lnTo>
                <a:lnTo>
                  <a:pt x="3051213" y="164486"/>
                </a:lnTo>
                <a:lnTo>
                  <a:pt x="3059437" y="164486"/>
                </a:lnTo>
                <a:lnTo>
                  <a:pt x="3059437" y="172710"/>
                </a:lnTo>
                <a:lnTo>
                  <a:pt x="3059437" y="180934"/>
                </a:lnTo>
                <a:lnTo>
                  <a:pt x="3067662" y="180934"/>
                </a:lnTo>
                <a:lnTo>
                  <a:pt x="3067662" y="189159"/>
                </a:lnTo>
                <a:lnTo>
                  <a:pt x="3075886" y="189159"/>
                </a:lnTo>
                <a:lnTo>
                  <a:pt x="3075886" y="197383"/>
                </a:lnTo>
                <a:lnTo>
                  <a:pt x="3075886" y="205607"/>
                </a:lnTo>
                <a:lnTo>
                  <a:pt x="3075886" y="213832"/>
                </a:lnTo>
                <a:lnTo>
                  <a:pt x="3075886" y="222056"/>
                </a:lnTo>
                <a:lnTo>
                  <a:pt x="3075886" y="230280"/>
                </a:lnTo>
                <a:lnTo>
                  <a:pt x="3075886" y="238505"/>
                </a:lnTo>
                <a:lnTo>
                  <a:pt x="3075886" y="246729"/>
                </a:lnTo>
                <a:lnTo>
                  <a:pt x="3067662" y="246729"/>
                </a:lnTo>
                <a:lnTo>
                  <a:pt x="3067662" y="254953"/>
                </a:lnTo>
                <a:lnTo>
                  <a:pt x="3067662" y="263177"/>
                </a:lnTo>
                <a:lnTo>
                  <a:pt x="3067662" y="271402"/>
                </a:lnTo>
                <a:lnTo>
                  <a:pt x="3067662" y="279626"/>
                </a:lnTo>
                <a:lnTo>
                  <a:pt x="3067662" y="287850"/>
                </a:lnTo>
                <a:lnTo>
                  <a:pt x="3067662" y="296075"/>
                </a:lnTo>
                <a:lnTo>
                  <a:pt x="3059437" y="296075"/>
                </a:lnTo>
                <a:lnTo>
                  <a:pt x="3059437" y="304299"/>
                </a:lnTo>
                <a:lnTo>
                  <a:pt x="3059437" y="312523"/>
                </a:lnTo>
                <a:lnTo>
                  <a:pt x="3051213" y="312523"/>
                </a:lnTo>
                <a:lnTo>
                  <a:pt x="3051213" y="320747"/>
                </a:lnTo>
                <a:lnTo>
                  <a:pt x="3042989" y="320747"/>
                </a:lnTo>
                <a:lnTo>
                  <a:pt x="3042989" y="328972"/>
                </a:lnTo>
                <a:lnTo>
                  <a:pt x="3042989" y="337196"/>
                </a:lnTo>
                <a:lnTo>
                  <a:pt x="3042989" y="345420"/>
                </a:lnTo>
                <a:lnTo>
                  <a:pt x="3042989" y="353645"/>
                </a:lnTo>
                <a:lnTo>
                  <a:pt x="3042989" y="361869"/>
                </a:lnTo>
                <a:lnTo>
                  <a:pt x="3034764" y="361869"/>
                </a:lnTo>
                <a:lnTo>
                  <a:pt x="3034764" y="370093"/>
                </a:lnTo>
                <a:lnTo>
                  <a:pt x="3026540" y="370093"/>
                </a:lnTo>
                <a:lnTo>
                  <a:pt x="3026540" y="361869"/>
                </a:lnTo>
                <a:lnTo>
                  <a:pt x="3026540" y="353645"/>
                </a:lnTo>
                <a:lnTo>
                  <a:pt x="3026540" y="345420"/>
                </a:lnTo>
                <a:lnTo>
                  <a:pt x="3026540" y="337196"/>
                </a:lnTo>
                <a:lnTo>
                  <a:pt x="3018316" y="337196"/>
                </a:lnTo>
                <a:lnTo>
                  <a:pt x="3018316" y="328972"/>
                </a:lnTo>
                <a:lnTo>
                  <a:pt x="3010092" y="328972"/>
                </a:lnTo>
                <a:lnTo>
                  <a:pt x="3010092" y="337196"/>
                </a:lnTo>
                <a:lnTo>
                  <a:pt x="3001867" y="337196"/>
                </a:lnTo>
                <a:lnTo>
                  <a:pt x="2993643" y="337196"/>
                </a:lnTo>
                <a:lnTo>
                  <a:pt x="2993643" y="328972"/>
                </a:lnTo>
                <a:lnTo>
                  <a:pt x="2993643" y="320747"/>
                </a:lnTo>
                <a:lnTo>
                  <a:pt x="3001867" y="320747"/>
                </a:lnTo>
                <a:lnTo>
                  <a:pt x="3001867" y="312523"/>
                </a:lnTo>
                <a:lnTo>
                  <a:pt x="3010092" y="312523"/>
                </a:lnTo>
                <a:lnTo>
                  <a:pt x="3018316" y="312523"/>
                </a:lnTo>
                <a:lnTo>
                  <a:pt x="3026540" y="312523"/>
                </a:lnTo>
                <a:lnTo>
                  <a:pt x="3034764" y="312523"/>
                </a:lnTo>
                <a:lnTo>
                  <a:pt x="3034764" y="304299"/>
                </a:lnTo>
                <a:lnTo>
                  <a:pt x="3042989" y="304299"/>
                </a:lnTo>
                <a:lnTo>
                  <a:pt x="3042989" y="296075"/>
                </a:lnTo>
                <a:lnTo>
                  <a:pt x="3051213" y="296075"/>
                </a:lnTo>
                <a:lnTo>
                  <a:pt x="3051213" y="287850"/>
                </a:lnTo>
                <a:lnTo>
                  <a:pt x="3051213" y="279626"/>
                </a:lnTo>
                <a:lnTo>
                  <a:pt x="3051213" y="271402"/>
                </a:lnTo>
                <a:lnTo>
                  <a:pt x="3042989" y="271402"/>
                </a:lnTo>
                <a:lnTo>
                  <a:pt x="3042989" y="263177"/>
                </a:lnTo>
                <a:lnTo>
                  <a:pt x="3034764" y="263177"/>
                </a:lnTo>
                <a:lnTo>
                  <a:pt x="3026540" y="263177"/>
                </a:lnTo>
                <a:lnTo>
                  <a:pt x="3018316" y="263177"/>
                </a:lnTo>
                <a:lnTo>
                  <a:pt x="3010092" y="263177"/>
                </a:lnTo>
                <a:lnTo>
                  <a:pt x="3010092" y="254953"/>
                </a:lnTo>
                <a:lnTo>
                  <a:pt x="3010092" y="246729"/>
                </a:lnTo>
                <a:lnTo>
                  <a:pt x="3001867" y="246729"/>
                </a:lnTo>
                <a:lnTo>
                  <a:pt x="2993643" y="246729"/>
                </a:lnTo>
                <a:lnTo>
                  <a:pt x="2993643" y="238505"/>
                </a:lnTo>
                <a:lnTo>
                  <a:pt x="2985419" y="238505"/>
                </a:lnTo>
                <a:lnTo>
                  <a:pt x="2977194" y="238505"/>
                </a:lnTo>
                <a:lnTo>
                  <a:pt x="2968970" y="238505"/>
                </a:lnTo>
                <a:lnTo>
                  <a:pt x="2968970" y="230280"/>
                </a:lnTo>
                <a:lnTo>
                  <a:pt x="2968970" y="222056"/>
                </a:lnTo>
                <a:lnTo>
                  <a:pt x="2977194" y="222056"/>
                </a:lnTo>
                <a:lnTo>
                  <a:pt x="2985419" y="222056"/>
                </a:lnTo>
                <a:lnTo>
                  <a:pt x="2985419" y="213832"/>
                </a:lnTo>
                <a:lnTo>
                  <a:pt x="2977194" y="213832"/>
                </a:lnTo>
                <a:lnTo>
                  <a:pt x="2977194" y="205607"/>
                </a:lnTo>
                <a:lnTo>
                  <a:pt x="2968970" y="205607"/>
                </a:lnTo>
                <a:lnTo>
                  <a:pt x="2968970" y="197383"/>
                </a:lnTo>
                <a:lnTo>
                  <a:pt x="2960746" y="197383"/>
                </a:lnTo>
                <a:lnTo>
                  <a:pt x="2960746" y="189159"/>
                </a:lnTo>
                <a:lnTo>
                  <a:pt x="2960746" y="180934"/>
                </a:lnTo>
                <a:lnTo>
                  <a:pt x="2960746" y="172710"/>
                </a:lnTo>
                <a:close/>
                <a:moveTo>
                  <a:pt x="3067662" y="197383"/>
                </a:moveTo>
                <a:lnTo>
                  <a:pt x="3067662" y="189159"/>
                </a:lnTo>
                <a:lnTo>
                  <a:pt x="3059437" y="189159"/>
                </a:lnTo>
                <a:lnTo>
                  <a:pt x="3059437" y="197383"/>
                </a:lnTo>
                <a:lnTo>
                  <a:pt x="3051213" y="197383"/>
                </a:lnTo>
                <a:lnTo>
                  <a:pt x="3051213" y="205607"/>
                </a:lnTo>
                <a:lnTo>
                  <a:pt x="3051213" y="213832"/>
                </a:lnTo>
                <a:lnTo>
                  <a:pt x="3051213" y="222056"/>
                </a:lnTo>
                <a:lnTo>
                  <a:pt x="3042989" y="222056"/>
                </a:lnTo>
                <a:lnTo>
                  <a:pt x="3034764" y="222056"/>
                </a:lnTo>
                <a:lnTo>
                  <a:pt x="3034764" y="230280"/>
                </a:lnTo>
                <a:lnTo>
                  <a:pt x="3034764" y="238505"/>
                </a:lnTo>
                <a:lnTo>
                  <a:pt x="3042989" y="238505"/>
                </a:lnTo>
                <a:lnTo>
                  <a:pt x="3051213" y="238505"/>
                </a:lnTo>
                <a:lnTo>
                  <a:pt x="3059437" y="238505"/>
                </a:lnTo>
                <a:lnTo>
                  <a:pt x="3067662" y="238505"/>
                </a:lnTo>
                <a:lnTo>
                  <a:pt x="3067662" y="230280"/>
                </a:lnTo>
                <a:lnTo>
                  <a:pt x="3067662" y="222056"/>
                </a:lnTo>
                <a:lnTo>
                  <a:pt x="3067662" y="213832"/>
                </a:lnTo>
                <a:lnTo>
                  <a:pt x="3067662" y="205607"/>
                </a:lnTo>
                <a:close/>
                <a:moveTo>
                  <a:pt x="2977194" y="279626"/>
                </a:moveTo>
                <a:lnTo>
                  <a:pt x="2977194" y="271402"/>
                </a:lnTo>
                <a:lnTo>
                  <a:pt x="2977194" y="263177"/>
                </a:lnTo>
                <a:lnTo>
                  <a:pt x="2977194" y="254953"/>
                </a:lnTo>
                <a:lnTo>
                  <a:pt x="2985419" y="254953"/>
                </a:lnTo>
                <a:lnTo>
                  <a:pt x="2985419" y="263177"/>
                </a:lnTo>
                <a:lnTo>
                  <a:pt x="2985419" y="271402"/>
                </a:lnTo>
                <a:lnTo>
                  <a:pt x="2993643" y="271402"/>
                </a:lnTo>
                <a:lnTo>
                  <a:pt x="2993643" y="279626"/>
                </a:lnTo>
                <a:lnTo>
                  <a:pt x="3001867" y="279626"/>
                </a:lnTo>
                <a:lnTo>
                  <a:pt x="3001867" y="287850"/>
                </a:lnTo>
                <a:lnTo>
                  <a:pt x="2993643" y="287850"/>
                </a:lnTo>
                <a:lnTo>
                  <a:pt x="2985419" y="287850"/>
                </a:lnTo>
                <a:lnTo>
                  <a:pt x="2985419" y="279626"/>
                </a:lnTo>
                <a:close/>
                <a:moveTo>
                  <a:pt x="2952522" y="337196"/>
                </a:moveTo>
                <a:lnTo>
                  <a:pt x="2952522" y="328972"/>
                </a:lnTo>
                <a:lnTo>
                  <a:pt x="2952522" y="320747"/>
                </a:lnTo>
                <a:lnTo>
                  <a:pt x="2952522" y="312523"/>
                </a:lnTo>
                <a:lnTo>
                  <a:pt x="2960746" y="312523"/>
                </a:lnTo>
                <a:lnTo>
                  <a:pt x="2968970" y="312523"/>
                </a:lnTo>
                <a:lnTo>
                  <a:pt x="2977194" y="312523"/>
                </a:lnTo>
                <a:lnTo>
                  <a:pt x="2977194" y="320747"/>
                </a:lnTo>
                <a:lnTo>
                  <a:pt x="2977194" y="328972"/>
                </a:lnTo>
                <a:lnTo>
                  <a:pt x="2968970" y="328972"/>
                </a:lnTo>
                <a:lnTo>
                  <a:pt x="2968970" y="337196"/>
                </a:lnTo>
                <a:lnTo>
                  <a:pt x="2968970" y="345420"/>
                </a:lnTo>
                <a:lnTo>
                  <a:pt x="2968970" y="353645"/>
                </a:lnTo>
                <a:lnTo>
                  <a:pt x="2968970" y="361869"/>
                </a:lnTo>
                <a:lnTo>
                  <a:pt x="2968970" y="370093"/>
                </a:lnTo>
                <a:lnTo>
                  <a:pt x="2968970" y="378318"/>
                </a:lnTo>
                <a:lnTo>
                  <a:pt x="2960746" y="378318"/>
                </a:lnTo>
                <a:lnTo>
                  <a:pt x="2960746" y="370093"/>
                </a:lnTo>
                <a:lnTo>
                  <a:pt x="2960746" y="361869"/>
                </a:lnTo>
                <a:lnTo>
                  <a:pt x="2960746" y="353645"/>
                </a:lnTo>
                <a:lnTo>
                  <a:pt x="2952522" y="353645"/>
                </a:lnTo>
                <a:lnTo>
                  <a:pt x="2952522" y="345420"/>
                </a:lnTo>
                <a:close/>
                <a:moveTo>
                  <a:pt x="3026540" y="378318"/>
                </a:moveTo>
                <a:lnTo>
                  <a:pt x="3018316" y="378318"/>
                </a:lnTo>
                <a:lnTo>
                  <a:pt x="3018316" y="370093"/>
                </a:lnTo>
                <a:lnTo>
                  <a:pt x="3026540" y="370093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7" name="Vector 7">
            <a:extLst xmlns:a="http://schemas.openxmlformats.org/drawingml/2006/main">
              <a:ext uri="{FF2B5EF4-FFF2-40B4-BE49-F238E27FC236}">
                <a16:creationId xmlns:a16="http://schemas.microsoft.com/office/drawing/2014/main" id="{6CB59818-5CD6-4BEA-8B42-3F65F713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685" y="2585786"/>
            <a:ext cx="3001867" cy="526355"/>
          </a:xfrm>
          <a:custGeom xmlns:a="http://schemas.openxmlformats.org/drawingml/2006/main">
            <a:pathLst>
              <a:path w="3001867" h="526355">
                <a:moveTo>
                  <a:pt x="32897" y="205607"/>
                </a:moveTo>
                <a:lnTo>
                  <a:pt x="32897" y="197383"/>
                </a:lnTo>
                <a:lnTo>
                  <a:pt x="32897" y="189159"/>
                </a:lnTo>
                <a:lnTo>
                  <a:pt x="41121" y="189159"/>
                </a:lnTo>
                <a:lnTo>
                  <a:pt x="49346" y="189159"/>
                </a:lnTo>
                <a:lnTo>
                  <a:pt x="57570" y="189159"/>
                </a:lnTo>
                <a:lnTo>
                  <a:pt x="65794" y="189159"/>
                </a:lnTo>
                <a:lnTo>
                  <a:pt x="65794" y="197383"/>
                </a:lnTo>
                <a:lnTo>
                  <a:pt x="57570" y="197383"/>
                </a:lnTo>
                <a:lnTo>
                  <a:pt x="57570" y="205607"/>
                </a:lnTo>
                <a:lnTo>
                  <a:pt x="57570" y="213832"/>
                </a:lnTo>
                <a:lnTo>
                  <a:pt x="57570" y="222056"/>
                </a:lnTo>
                <a:lnTo>
                  <a:pt x="57570" y="230280"/>
                </a:lnTo>
                <a:lnTo>
                  <a:pt x="57570" y="238505"/>
                </a:lnTo>
                <a:lnTo>
                  <a:pt x="57570" y="246729"/>
                </a:lnTo>
                <a:lnTo>
                  <a:pt x="65794" y="246729"/>
                </a:lnTo>
                <a:lnTo>
                  <a:pt x="65794" y="254953"/>
                </a:lnTo>
                <a:lnTo>
                  <a:pt x="74019" y="254953"/>
                </a:lnTo>
                <a:lnTo>
                  <a:pt x="74019" y="263177"/>
                </a:lnTo>
                <a:lnTo>
                  <a:pt x="82243" y="263177"/>
                </a:lnTo>
                <a:lnTo>
                  <a:pt x="82243" y="271402"/>
                </a:lnTo>
                <a:lnTo>
                  <a:pt x="90467" y="271402"/>
                </a:lnTo>
                <a:lnTo>
                  <a:pt x="90467" y="279626"/>
                </a:lnTo>
                <a:lnTo>
                  <a:pt x="98692" y="279626"/>
                </a:lnTo>
                <a:lnTo>
                  <a:pt x="106916" y="279626"/>
                </a:lnTo>
                <a:lnTo>
                  <a:pt x="106916" y="271402"/>
                </a:lnTo>
                <a:lnTo>
                  <a:pt x="115140" y="271402"/>
                </a:lnTo>
                <a:lnTo>
                  <a:pt x="115140" y="263177"/>
                </a:lnTo>
                <a:lnTo>
                  <a:pt x="123364" y="263177"/>
                </a:lnTo>
                <a:lnTo>
                  <a:pt x="123364" y="254953"/>
                </a:lnTo>
                <a:lnTo>
                  <a:pt x="131589" y="254953"/>
                </a:lnTo>
                <a:lnTo>
                  <a:pt x="131589" y="246729"/>
                </a:lnTo>
                <a:lnTo>
                  <a:pt x="131589" y="238505"/>
                </a:lnTo>
                <a:lnTo>
                  <a:pt x="131589" y="230280"/>
                </a:lnTo>
                <a:lnTo>
                  <a:pt x="123364" y="230280"/>
                </a:lnTo>
                <a:lnTo>
                  <a:pt x="123364" y="222056"/>
                </a:lnTo>
                <a:lnTo>
                  <a:pt x="131589" y="222056"/>
                </a:lnTo>
                <a:lnTo>
                  <a:pt x="139813" y="222056"/>
                </a:lnTo>
                <a:lnTo>
                  <a:pt x="139813" y="230280"/>
                </a:lnTo>
                <a:lnTo>
                  <a:pt x="148037" y="230280"/>
                </a:lnTo>
                <a:lnTo>
                  <a:pt x="148037" y="238505"/>
                </a:lnTo>
                <a:lnTo>
                  <a:pt x="156262" y="238505"/>
                </a:lnTo>
                <a:lnTo>
                  <a:pt x="156262" y="246729"/>
                </a:lnTo>
                <a:lnTo>
                  <a:pt x="164486" y="246729"/>
                </a:lnTo>
                <a:lnTo>
                  <a:pt x="164486" y="254953"/>
                </a:lnTo>
                <a:lnTo>
                  <a:pt x="172710" y="254953"/>
                </a:lnTo>
                <a:lnTo>
                  <a:pt x="172710" y="263177"/>
                </a:lnTo>
                <a:lnTo>
                  <a:pt x="180934" y="263177"/>
                </a:lnTo>
                <a:lnTo>
                  <a:pt x="180934" y="271402"/>
                </a:lnTo>
                <a:lnTo>
                  <a:pt x="180934" y="279626"/>
                </a:lnTo>
                <a:lnTo>
                  <a:pt x="172710" y="279626"/>
                </a:lnTo>
                <a:lnTo>
                  <a:pt x="172710" y="287850"/>
                </a:lnTo>
                <a:lnTo>
                  <a:pt x="164486" y="287850"/>
                </a:lnTo>
                <a:lnTo>
                  <a:pt x="164486" y="296075"/>
                </a:lnTo>
                <a:lnTo>
                  <a:pt x="164486" y="304299"/>
                </a:lnTo>
                <a:lnTo>
                  <a:pt x="164486" y="312523"/>
                </a:lnTo>
                <a:lnTo>
                  <a:pt x="164486" y="320747"/>
                </a:lnTo>
                <a:lnTo>
                  <a:pt x="156262" y="320747"/>
                </a:lnTo>
                <a:lnTo>
                  <a:pt x="156262" y="328972"/>
                </a:lnTo>
                <a:lnTo>
                  <a:pt x="164486" y="328972"/>
                </a:lnTo>
                <a:lnTo>
                  <a:pt x="164486" y="337196"/>
                </a:lnTo>
                <a:lnTo>
                  <a:pt x="172710" y="337196"/>
                </a:lnTo>
                <a:lnTo>
                  <a:pt x="172710" y="345420"/>
                </a:lnTo>
                <a:lnTo>
                  <a:pt x="180934" y="345420"/>
                </a:lnTo>
                <a:lnTo>
                  <a:pt x="189159" y="345420"/>
                </a:lnTo>
                <a:lnTo>
                  <a:pt x="189159" y="337196"/>
                </a:lnTo>
                <a:lnTo>
                  <a:pt x="180934" y="337196"/>
                </a:lnTo>
                <a:lnTo>
                  <a:pt x="180934" y="328972"/>
                </a:lnTo>
                <a:lnTo>
                  <a:pt x="180934" y="320747"/>
                </a:lnTo>
                <a:lnTo>
                  <a:pt x="180934" y="312523"/>
                </a:lnTo>
                <a:lnTo>
                  <a:pt x="189159" y="312523"/>
                </a:lnTo>
                <a:lnTo>
                  <a:pt x="189159" y="320747"/>
                </a:lnTo>
                <a:lnTo>
                  <a:pt x="197383" y="320747"/>
                </a:lnTo>
                <a:lnTo>
                  <a:pt x="197383" y="328972"/>
                </a:lnTo>
                <a:lnTo>
                  <a:pt x="197383" y="337196"/>
                </a:lnTo>
                <a:lnTo>
                  <a:pt x="205607" y="337196"/>
                </a:lnTo>
                <a:lnTo>
                  <a:pt x="205607" y="345420"/>
                </a:lnTo>
                <a:lnTo>
                  <a:pt x="205607" y="353645"/>
                </a:lnTo>
                <a:lnTo>
                  <a:pt x="197383" y="353645"/>
                </a:lnTo>
                <a:lnTo>
                  <a:pt x="197383" y="361869"/>
                </a:lnTo>
                <a:lnTo>
                  <a:pt x="197383" y="370093"/>
                </a:lnTo>
                <a:lnTo>
                  <a:pt x="189159" y="370093"/>
                </a:lnTo>
                <a:lnTo>
                  <a:pt x="180934" y="370093"/>
                </a:lnTo>
                <a:lnTo>
                  <a:pt x="172710" y="370093"/>
                </a:lnTo>
                <a:lnTo>
                  <a:pt x="164486" y="370093"/>
                </a:lnTo>
                <a:lnTo>
                  <a:pt x="156262" y="370093"/>
                </a:lnTo>
                <a:lnTo>
                  <a:pt x="148037" y="370093"/>
                </a:lnTo>
                <a:lnTo>
                  <a:pt x="148037" y="361869"/>
                </a:lnTo>
                <a:lnTo>
                  <a:pt x="139813" y="361869"/>
                </a:lnTo>
                <a:lnTo>
                  <a:pt x="139813" y="353645"/>
                </a:lnTo>
                <a:lnTo>
                  <a:pt x="139813" y="345420"/>
                </a:lnTo>
                <a:lnTo>
                  <a:pt x="139813" y="337196"/>
                </a:lnTo>
                <a:lnTo>
                  <a:pt x="139813" y="328972"/>
                </a:lnTo>
                <a:lnTo>
                  <a:pt x="131589" y="328972"/>
                </a:lnTo>
                <a:lnTo>
                  <a:pt x="123364" y="328972"/>
                </a:lnTo>
                <a:lnTo>
                  <a:pt x="115140" y="328972"/>
                </a:lnTo>
                <a:lnTo>
                  <a:pt x="115140" y="320747"/>
                </a:lnTo>
                <a:lnTo>
                  <a:pt x="106916" y="320747"/>
                </a:lnTo>
                <a:lnTo>
                  <a:pt x="98692" y="320747"/>
                </a:lnTo>
                <a:lnTo>
                  <a:pt x="90467" y="320747"/>
                </a:lnTo>
                <a:lnTo>
                  <a:pt x="90467" y="312523"/>
                </a:lnTo>
                <a:lnTo>
                  <a:pt x="82243" y="312523"/>
                </a:lnTo>
                <a:lnTo>
                  <a:pt x="82243" y="304299"/>
                </a:lnTo>
                <a:lnTo>
                  <a:pt x="74019" y="304299"/>
                </a:lnTo>
                <a:lnTo>
                  <a:pt x="74019" y="296075"/>
                </a:lnTo>
                <a:lnTo>
                  <a:pt x="65794" y="296075"/>
                </a:lnTo>
                <a:lnTo>
                  <a:pt x="65794" y="304299"/>
                </a:lnTo>
                <a:lnTo>
                  <a:pt x="57570" y="304299"/>
                </a:lnTo>
                <a:lnTo>
                  <a:pt x="57570" y="296075"/>
                </a:lnTo>
                <a:lnTo>
                  <a:pt x="49346" y="296075"/>
                </a:lnTo>
                <a:lnTo>
                  <a:pt x="49346" y="287850"/>
                </a:lnTo>
                <a:lnTo>
                  <a:pt x="57570" y="287850"/>
                </a:lnTo>
                <a:lnTo>
                  <a:pt x="57570" y="279626"/>
                </a:lnTo>
                <a:lnTo>
                  <a:pt x="49346" y="279626"/>
                </a:lnTo>
                <a:lnTo>
                  <a:pt x="49346" y="271402"/>
                </a:lnTo>
                <a:lnTo>
                  <a:pt x="41121" y="271402"/>
                </a:lnTo>
                <a:lnTo>
                  <a:pt x="41121" y="263177"/>
                </a:lnTo>
                <a:lnTo>
                  <a:pt x="41121" y="254953"/>
                </a:lnTo>
                <a:lnTo>
                  <a:pt x="41121" y="246729"/>
                </a:lnTo>
                <a:lnTo>
                  <a:pt x="32897" y="246729"/>
                </a:lnTo>
                <a:lnTo>
                  <a:pt x="32897" y="238505"/>
                </a:lnTo>
                <a:lnTo>
                  <a:pt x="24673" y="238505"/>
                </a:lnTo>
                <a:lnTo>
                  <a:pt x="24673" y="230280"/>
                </a:lnTo>
                <a:lnTo>
                  <a:pt x="24673" y="222056"/>
                </a:lnTo>
                <a:lnTo>
                  <a:pt x="32897" y="222056"/>
                </a:lnTo>
                <a:lnTo>
                  <a:pt x="32897" y="213832"/>
                </a:lnTo>
                <a:lnTo>
                  <a:pt x="41121" y="213832"/>
                </a:lnTo>
                <a:lnTo>
                  <a:pt x="41121" y="205607"/>
                </a:lnTo>
                <a:close/>
                <a:moveTo>
                  <a:pt x="115140" y="222056"/>
                </a:moveTo>
                <a:lnTo>
                  <a:pt x="106916" y="222056"/>
                </a:lnTo>
                <a:lnTo>
                  <a:pt x="106916" y="213832"/>
                </a:lnTo>
                <a:lnTo>
                  <a:pt x="98692" y="213832"/>
                </a:lnTo>
                <a:lnTo>
                  <a:pt x="98692" y="205607"/>
                </a:lnTo>
                <a:lnTo>
                  <a:pt x="106916" y="205607"/>
                </a:lnTo>
                <a:lnTo>
                  <a:pt x="115140" y="205607"/>
                </a:lnTo>
                <a:lnTo>
                  <a:pt x="115140" y="213832"/>
                </a:lnTo>
                <a:lnTo>
                  <a:pt x="123364" y="213832"/>
                </a:lnTo>
                <a:lnTo>
                  <a:pt x="123364" y="222056"/>
                </a:lnTo>
                <a:close/>
                <a:moveTo>
                  <a:pt x="16449" y="213832"/>
                </a:moveTo>
                <a:lnTo>
                  <a:pt x="16449" y="222056"/>
                </a:lnTo>
                <a:lnTo>
                  <a:pt x="8224" y="222056"/>
                </a:lnTo>
                <a:lnTo>
                  <a:pt x="0" y="222056"/>
                </a:lnTo>
                <a:lnTo>
                  <a:pt x="0" y="213832"/>
                </a:lnTo>
                <a:lnTo>
                  <a:pt x="8224" y="213832"/>
                </a:lnTo>
                <a:close/>
                <a:moveTo>
                  <a:pt x="156262" y="518131"/>
                </a:moveTo>
                <a:lnTo>
                  <a:pt x="156262" y="509906"/>
                </a:lnTo>
                <a:lnTo>
                  <a:pt x="156262" y="501682"/>
                </a:lnTo>
                <a:lnTo>
                  <a:pt x="164486" y="501682"/>
                </a:lnTo>
                <a:lnTo>
                  <a:pt x="164486" y="493458"/>
                </a:lnTo>
                <a:lnTo>
                  <a:pt x="164486" y="485233"/>
                </a:lnTo>
                <a:lnTo>
                  <a:pt x="164486" y="477009"/>
                </a:lnTo>
                <a:lnTo>
                  <a:pt x="164486" y="468785"/>
                </a:lnTo>
                <a:lnTo>
                  <a:pt x="172710" y="468785"/>
                </a:lnTo>
                <a:lnTo>
                  <a:pt x="172710" y="460560"/>
                </a:lnTo>
                <a:lnTo>
                  <a:pt x="180934" y="460560"/>
                </a:lnTo>
                <a:lnTo>
                  <a:pt x="180934" y="468785"/>
                </a:lnTo>
                <a:lnTo>
                  <a:pt x="180934" y="477009"/>
                </a:lnTo>
                <a:lnTo>
                  <a:pt x="189159" y="477009"/>
                </a:lnTo>
                <a:lnTo>
                  <a:pt x="189159" y="485233"/>
                </a:lnTo>
                <a:lnTo>
                  <a:pt x="197383" y="485233"/>
                </a:lnTo>
                <a:lnTo>
                  <a:pt x="205607" y="485233"/>
                </a:lnTo>
                <a:lnTo>
                  <a:pt x="205607" y="477009"/>
                </a:lnTo>
                <a:lnTo>
                  <a:pt x="205607" y="468785"/>
                </a:lnTo>
                <a:lnTo>
                  <a:pt x="213832" y="468785"/>
                </a:lnTo>
                <a:lnTo>
                  <a:pt x="213832" y="477009"/>
                </a:lnTo>
                <a:lnTo>
                  <a:pt x="222056" y="477009"/>
                </a:lnTo>
                <a:lnTo>
                  <a:pt x="222056" y="485233"/>
                </a:lnTo>
                <a:lnTo>
                  <a:pt x="222056" y="493458"/>
                </a:lnTo>
                <a:lnTo>
                  <a:pt x="222056" y="501682"/>
                </a:lnTo>
                <a:lnTo>
                  <a:pt x="213832" y="501682"/>
                </a:lnTo>
                <a:lnTo>
                  <a:pt x="213832" y="509906"/>
                </a:lnTo>
                <a:lnTo>
                  <a:pt x="205607" y="509906"/>
                </a:lnTo>
                <a:lnTo>
                  <a:pt x="205607" y="518131"/>
                </a:lnTo>
                <a:lnTo>
                  <a:pt x="205607" y="526355"/>
                </a:lnTo>
                <a:lnTo>
                  <a:pt x="197383" y="526355"/>
                </a:lnTo>
                <a:lnTo>
                  <a:pt x="189159" y="526355"/>
                </a:lnTo>
                <a:lnTo>
                  <a:pt x="189159" y="518131"/>
                </a:lnTo>
                <a:lnTo>
                  <a:pt x="180934" y="518131"/>
                </a:lnTo>
                <a:lnTo>
                  <a:pt x="180934" y="509906"/>
                </a:lnTo>
                <a:lnTo>
                  <a:pt x="172710" y="509906"/>
                </a:lnTo>
                <a:lnTo>
                  <a:pt x="172710" y="518131"/>
                </a:lnTo>
                <a:lnTo>
                  <a:pt x="164486" y="518131"/>
                </a:lnTo>
                <a:close/>
                <a:moveTo>
                  <a:pt x="847102" y="123364"/>
                </a:moveTo>
                <a:lnTo>
                  <a:pt x="847102" y="115140"/>
                </a:lnTo>
                <a:lnTo>
                  <a:pt x="855327" y="115140"/>
                </a:lnTo>
                <a:lnTo>
                  <a:pt x="855327" y="123364"/>
                </a:lnTo>
                <a:close/>
                <a:moveTo>
                  <a:pt x="978691" y="123364"/>
                </a:moveTo>
                <a:lnTo>
                  <a:pt x="978691" y="131589"/>
                </a:lnTo>
                <a:lnTo>
                  <a:pt x="986915" y="131589"/>
                </a:lnTo>
                <a:lnTo>
                  <a:pt x="986915" y="123364"/>
                </a:lnTo>
                <a:lnTo>
                  <a:pt x="995140" y="123364"/>
                </a:lnTo>
                <a:lnTo>
                  <a:pt x="995140" y="115140"/>
                </a:lnTo>
                <a:lnTo>
                  <a:pt x="995140" y="106916"/>
                </a:lnTo>
                <a:lnTo>
                  <a:pt x="1003364" y="106916"/>
                </a:lnTo>
                <a:lnTo>
                  <a:pt x="1003364" y="115140"/>
                </a:lnTo>
                <a:lnTo>
                  <a:pt x="1003364" y="123364"/>
                </a:lnTo>
                <a:lnTo>
                  <a:pt x="1003364" y="131589"/>
                </a:lnTo>
                <a:lnTo>
                  <a:pt x="1003364" y="139813"/>
                </a:lnTo>
                <a:lnTo>
                  <a:pt x="1003364" y="148037"/>
                </a:lnTo>
                <a:lnTo>
                  <a:pt x="1003364" y="156262"/>
                </a:lnTo>
                <a:lnTo>
                  <a:pt x="1003364" y="164486"/>
                </a:lnTo>
                <a:lnTo>
                  <a:pt x="1011588" y="164486"/>
                </a:lnTo>
                <a:lnTo>
                  <a:pt x="1011588" y="172710"/>
                </a:lnTo>
                <a:lnTo>
                  <a:pt x="1019812" y="172710"/>
                </a:lnTo>
                <a:lnTo>
                  <a:pt x="1019812" y="180934"/>
                </a:lnTo>
                <a:lnTo>
                  <a:pt x="1028037" y="180934"/>
                </a:lnTo>
                <a:lnTo>
                  <a:pt x="1028037" y="189159"/>
                </a:lnTo>
                <a:lnTo>
                  <a:pt x="1036261" y="189159"/>
                </a:lnTo>
                <a:lnTo>
                  <a:pt x="1036261" y="197383"/>
                </a:lnTo>
                <a:lnTo>
                  <a:pt x="1044485" y="197383"/>
                </a:lnTo>
                <a:lnTo>
                  <a:pt x="1052710" y="197383"/>
                </a:lnTo>
                <a:lnTo>
                  <a:pt x="1060934" y="197383"/>
                </a:lnTo>
                <a:lnTo>
                  <a:pt x="1060934" y="189159"/>
                </a:lnTo>
                <a:lnTo>
                  <a:pt x="1069158" y="189159"/>
                </a:lnTo>
                <a:lnTo>
                  <a:pt x="1069158" y="180934"/>
                </a:lnTo>
                <a:lnTo>
                  <a:pt x="1069158" y="172710"/>
                </a:lnTo>
                <a:lnTo>
                  <a:pt x="1077383" y="172710"/>
                </a:lnTo>
                <a:lnTo>
                  <a:pt x="1077383" y="164486"/>
                </a:lnTo>
                <a:lnTo>
                  <a:pt x="1077383" y="156262"/>
                </a:lnTo>
                <a:lnTo>
                  <a:pt x="1077383" y="148037"/>
                </a:lnTo>
                <a:lnTo>
                  <a:pt x="1069158" y="148037"/>
                </a:lnTo>
                <a:lnTo>
                  <a:pt x="1069158" y="139813"/>
                </a:lnTo>
                <a:lnTo>
                  <a:pt x="1060934" y="139813"/>
                </a:lnTo>
                <a:lnTo>
                  <a:pt x="1052710" y="139813"/>
                </a:lnTo>
                <a:lnTo>
                  <a:pt x="1052710" y="131589"/>
                </a:lnTo>
                <a:lnTo>
                  <a:pt x="1044485" y="131589"/>
                </a:lnTo>
                <a:lnTo>
                  <a:pt x="1036261" y="131589"/>
                </a:lnTo>
                <a:lnTo>
                  <a:pt x="1036261" y="123364"/>
                </a:lnTo>
                <a:lnTo>
                  <a:pt x="1044485" y="123364"/>
                </a:lnTo>
                <a:lnTo>
                  <a:pt x="1052710" y="123364"/>
                </a:lnTo>
                <a:lnTo>
                  <a:pt x="1060934" y="123364"/>
                </a:lnTo>
                <a:lnTo>
                  <a:pt x="1060934" y="131589"/>
                </a:lnTo>
                <a:lnTo>
                  <a:pt x="1069158" y="131589"/>
                </a:lnTo>
                <a:lnTo>
                  <a:pt x="1077383" y="131589"/>
                </a:lnTo>
                <a:lnTo>
                  <a:pt x="1077383" y="139813"/>
                </a:lnTo>
                <a:lnTo>
                  <a:pt x="1085607" y="139813"/>
                </a:lnTo>
                <a:lnTo>
                  <a:pt x="1085607" y="148037"/>
                </a:lnTo>
                <a:lnTo>
                  <a:pt x="1093831" y="148037"/>
                </a:lnTo>
                <a:lnTo>
                  <a:pt x="1102055" y="148037"/>
                </a:lnTo>
                <a:lnTo>
                  <a:pt x="1102055" y="156262"/>
                </a:lnTo>
                <a:lnTo>
                  <a:pt x="1110280" y="156262"/>
                </a:lnTo>
                <a:lnTo>
                  <a:pt x="1110280" y="164486"/>
                </a:lnTo>
                <a:lnTo>
                  <a:pt x="1118504" y="164486"/>
                </a:lnTo>
                <a:lnTo>
                  <a:pt x="1118504" y="172710"/>
                </a:lnTo>
                <a:lnTo>
                  <a:pt x="1126728" y="172710"/>
                </a:lnTo>
                <a:lnTo>
                  <a:pt x="1126728" y="180934"/>
                </a:lnTo>
                <a:lnTo>
                  <a:pt x="1126728" y="189159"/>
                </a:lnTo>
                <a:lnTo>
                  <a:pt x="1118504" y="189159"/>
                </a:lnTo>
                <a:lnTo>
                  <a:pt x="1118504" y="197383"/>
                </a:lnTo>
                <a:lnTo>
                  <a:pt x="1118504" y="205607"/>
                </a:lnTo>
                <a:lnTo>
                  <a:pt x="1110280" y="205607"/>
                </a:lnTo>
                <a:lnTo>
                  <a:pt x="1110280" y="213832"/>
                </a:lnTo>
                <a:lnTo>
                  <a:pt x="1110280" y="222056"/>
                </a:lnTo>
                <a:lnTo>
                  <a:pt x="1110280" y="230280"/>
                </a:lnTo>
                <a:lnTo>
                  <a:pt x="1110280" y="238505"/>
                </a:lnTo>
                <a:lnTo>
                  <a:pt x="1110280" y="246729"/>
                </a:lnTo>
                <a:lnTo>
                  <a:pt x="1118504" y="246729"/>
                </a:lnTo>
                <a:lnTo>
                  <a:pt x="1118504" y="254953"/>
                </a:lnTo>
                <a:lnTo>
                  <a:pt x="1118504" y="263177"/>
                </a:lnTo>
                <a:lnTo>
                  <a:pt x="1118504" y="271402"/>
                </a:lnTo>
                <a:lnTo>
                  <a:pt x="1126728" y="271402"/>
                </a:lnTo>
                <a:lnTo>
                  <a:pt x="1126728" y="263177"/>
                </a:lnTo>
                <a:lnTo>
                  <a:pt x="1134953" y="263177"/>
                </a:lnTo>
                <a:lnTo>
                  <a:pt x="1134953" y="254953"/>
                </a:lnTo>
                <a:lnTo>
                  <a:pt x="1134953" y="246729"/>
                </a:lnTo>
                <a:lnTo>
                  <a:pt x="1134953" y="238505"/>
                </a:lnTo>
                <a:lnTo>
                  <a:pt x="1134953" y="230280"/>
                </a:lnTo>
                <a:lnTo>
                  <a:pt x="1143177" y="230280"/>
                </a:lnTo>
                <a:lnTo>
                  <a:pt x="1143177" y="238505"/>
                </a:lnTo>
                <a:lnTo>
                  <a:pt x="1143177" y="246729"/>
                </a:lnTo>
                <a:lnTo>
                  <a:pt x="1151401" y="246729"/>
                </a:lnTo>
                <a:lnTo>
                  <a:pt x="1151401" y="254953"/>
                </a:lnTo>
                <a:lnTo>
                  <a:pt x="1159625" y="254953"/>
                </a:lnTo>
                <a:lnTo>
                  <a:pt x="1159625" y="263177"/>
                </a:lnTo>
                <a:lnTo>
                  <a:pt x="1151401" y="263177"/>
                </a:lnTo>
                <a:lnTo>
                  <a:pt x="1151401" y="271402"/>
                </a:lnTo>
                <a:lnTo>
                  <a:pt x="1159625" y="271402"/>
                </a:lnTo>
                <a:lnTo>
                  <a:pt x="1159625" y="279626"/>
                </a:lnTo>
                <a:lnTo>
                  <a:pt x="1159625" y="287850"/>
                </a:lnTo>
                <a:lnTo>
                  <a:pt x="1151401" y="287850"/>
                </a:lnTo>
                <a:lnTo>
                  <a:pt x="1143177" y="287850"/>
                </a:lnTo>
                <a:lnTo>
                  <a:pt x="1143177" y="279626"/>
                </a:lnTo>
                <a:lnTo>
                  <a:pt x="1134953" y="279626"/>
                </a:lnTo>
                <a:lnTo>
                  <a:pt x="1126728" y="279626"/>
                </a:lnTo>
                <a:lnTo>
                  <a:pt x="1126728" y="287850"/>
                </a:lnTo>
                <a:lnTo>
                  <a:pt x="1118504" y="287850"/>
                </a:lnTo>
                <a:lnTo>
                  <a:pt x="1110280" y="287850"/>
                </a:lnTo>
                <a:lnTo>
                  <a:pt x="1102055" y="287850"/>
                </a:lnTo>
                <a:lnTo>
                  <a:pt x="1102055" y="279626"/>
                </a:lnTo>
                <a:lnTo>
                  <a:pt x="1093831" y="279626"/>
                </a:lnTo>
                <a:lnTo>
                  <a:pt x="1093831" y="271402"/>
                </a:lnTo>
                <a:lnTo>
                  <a:pt x="1093831" y="263177"/>
                </a:lnTo>
                <a:lnTo>
                  <a:pt x="1085607" y="263177"/>
                </a:lnTo>
                <a:lnTo>
                  <a:pt x="1085607" y="254953"/>
                </a:lnTo>
                <a:lnTo>
                  <a:pt x="1085607" y="246729"/>
                </a:lnTo>
                <a:lnTo>
                  <a:pt x="1077383" y="246729"/>
                </a:lnTo>
                <a:lnTo>
                  <a:pt x="1069158" y="246729"/>
                </a:lnTo>
                <a:lnTo>
                  <a:pt x="1060934" y="246729"/>
                </a:lnTo>
                <a:lnTo>
                  <a:pt x="1060934" y="238505"/>
                </a:lnTo>
                <a:lnTo>
                  <a:pt x="1052710" y="238505"/>
                </a:lnTo>
                <a:lnTo>
                  <a:pt x="1044485" y="238505"/>
                </a:lnTo>
                <a:lnTo>
                  <a:pt x="1036261" y="238505"/>
                </a:lnTo>
                <a:lnTo>
                  <a:pt x="1036261" y="230280"/>
                </a:lnTo>
                <a:lnTo>
                  <a:pt x="1028037" y="230280"/>
                </a:lnTo>
                <a:lnTo>
                  <a:pt x="1028037" y="222056"/>
                </a:lnTo>
                <a:lnTo>
                  <a:pt x="1019812" y="222056"/>
                </a:lnTo>
                <a:lnTo>
                  <a:pt x="1011588" y="222056"/>
                </a:lnTo>
                <a:lnTo>
                  <a:pt x="1003364" y="222056"/>
                </a:lnTo>
                <a:lnTo>
                  <a:pt x="1003364" y="213832"/>
                </a:lnTo>
                <a:lnTo>
                  <a:pt x="995140" y="213832"/>
                </a:lnTo>
                <a:lnTo>
                  <a:pt x="995140" y="205607"/>
                </a:lnTo>
                <a:lnTo>
                  <a:pt x="986915" y="205607"/>
                </a:lnTo>
                <a:lnTo>
                  <a:pt x="986915" y="197383"/>
                </a:lnTo>
                <a:lnTo>
                  <a:pt x="978691" y="197383"/>
                </a:lnTo>
                <a:lnTo>
                  <a:pt x="978691" y="189159"/>
                </a:lnTo>
                <a:lnTo>
                  <a:pt x="970467" y="189159"/>
                </a:lnTo>
                <a:lnTo>
                  <a:pt x="970467" y="180934"/>
                </a:lnTo>
                <a:lnTo>
                  <a:pt x="970467" y="172710"/>
                </a:lnTo>
                <a:lnTo>
                  <a:pt x="970467" y="164486"/>
                </a:lnTo>
                <a:lnTo>
                  <a:pt x="962242" y="164486"/>
                </a:lnTo>
                <a:lnTo>
                  <a:pt x="962242" y="156262"/>
                </a:lnTo>
                <a:lnTo>
                  <a:pt x="970467" y="156262"/>
                </a:lnTo>
                <a:lnTo>
                  <a:pt x="970467" y="148037"/>
                </a:lnTo>
                <a:lnTo>
                  <a:pt x="970467" y="139813"/>
                </a:lnTo>
                <a:lnTo>
                  <a:pt x="970467" y="131589"/>
                </a:lnTo>
                <a:lnTo>
                  <a:pt x="970467" y="123364"/>
                </a:lnTo>
                <a:close/>
                <a:moveTo>
                  <a:pt x="1118504" y="279626"/>
                </a:moveTo>
                <a:lnTo>
                  <a:pt x="1118504" y="271402"/>
                </a:lnTo>
                <a:lnTo>
                  <a:pt x="1110280" y="271402"/>
                </a:lnTo>
                <a:lnTo>
                  <a:pt x="1110280" y="279626"/>
                </a:lnTo>
                <a:close/>
                <a:moveTo>
                  <a:pt x="205607" y="304299"/>
                </a:moveTo>
                <a:lnTo>
                  <a:pt x="197383" y="304299"/>
                </a:lnTo>
                <a:lnTo>
                  <a:pt x="197383" y="296075"/>
                </a:lnTo>
                <a:lnTo>
                  <a:pt x="197383" y="287850"/>
                </a:lnTo>
                <a:lnTo>
                  <a:pt x="197383" y="279626"/>
                </a:lnTo>
                <a:lnTo>
                  <a:pt x="205607" y="279626"/>
                </a:lnTo>
                <a:lnTo>
                  <a:pt x="213832" y="279626"/>
                </a:lnTo>
                <a:lnTo>
                  <a:pt x="213832" y="287850"/>
                </a:lnTo>
                <a:lnTo>
                  <a:pt x="222056" y="287850"/>
                </a:lnTo>
                <a:lnTo>
                  <a:pt x="222056" y="296075"/>
                </a:lnTo>
                <a:lnTo>
                  <a:pt x="230280" y="296075"/>
                </a:lnTo>
                <a:lnTo>
                  <a:pt x="230280" y="304299"/>
                </a:lnTo>
                <a:lnTo>
                  <a:pt x="238505" y="304299"/>
                </a:lnTo>
                <a:lnTo>
                  <a:pt x="238505" y="312523"/>
                </a:lnTo>
                <a:lnTo>
                  <a:pt x="238505" y="320747"/>
                </a:lnTo>
                <a:lnTo>
                  <a:pt x="238505" y="328972"/>
                </a:lnTo>
                <a:lnTo>
                  <a:pt x="230280" y="328972"/>
                </a:lnTo>
                <a:lnTo>
                  <a:pt x="222056" y="328972"/>
                </a:lnTo>
                <a:lnTo>
                  <a:pt x="222056" y="320747"/>
                </a:lnTo>
                <a:lnTo>
                  <a:pt x="213832" y="320747"/>
                </a:lnTo>
                <a:lnTo>
                  <a:pt x="205607" y="320747"/>
                </a:lnTo>
                <a:lnTo>
                  <a:pt x="205607" y="312523"/>
                </a:lnTo>
                <a:close/>
                <a:moveTo>
                  <a:pt x="246729" y="361869"/>
                </a:moveTo>
                <a:lnTo>
                  <a:pt x="254953" y="361869"/>
                </a:lnTo>
                <a:lnTo>
                  <a:pt x="254953" y="353645"/>
                </a:lnTo>
                <a:lnTo>
                  <a:pt x="254953" y="345420"/>
                </a:lnTo>
                <a:lnTo>
                  <a:pt x="263177" y="345420"/>
                </a:lnTo>
                <a:lnTo>
                  <a:pt x="263177" y="353645"/>
                </a:lnTo>
                <a:lnTo>
                  <a:pt x="263177" y="361869"/>
                </a:lnTo>
                <a:lnTo>
                  <a:pt x="263177" y="370093"/>
                </a:lnTo>
                <a:lnTo>
                  <a:pt x="263177" y="378318"/>
                </a:lnTo>
                <a:lnTo>
                  <a:pt x="254953" y="378318"/>
                </a:lnTo>
                <a:lnTo>
                  <a:pt x="254953" y="386542"/>
                </a:lnTo>
                <a:lnTo>
                  <a:pt x="246729" y="386542"/>
                </a:lnTo>
                <a:lnTo>
                  <a:pt x="246729" y="378318"/>
                </a:lnTo>
                <a:lnTo>
                  <a:pt x="246729" y="370093"/>
                </a:lnTo>
                <a:close/>
                <a:moveTo>
                  <a:pt x="189159" y="419439"/>
                </a:moveTo>
                <a:lnTo>
                  <a:pt x="189159" y="411215"/>
                </a:lnTo>
                <a:lnTo>
                  <a:pt x="189159" y="402990"/>
                </a:lnTo>
                <a:lnTo>
                  <a:pt x="197383" y="402990"/>
                </a:lnTo>
                <a:lnTo>
                  <a:pt x="197383" y="394766"/>
                </a:lnTo>
                <a:lnTo>
                  <a:pt x="197383" y="386542"/>
                </a:lnTo>
                <a:lnTo>
                  <a:pt x="205607" y="386542"/>
                </a:lnTo>
                <a:lnTo>
                  <a:pt x="205607" y="394766"/>
                </a:lnTo>
                <a:lnTo>
                  <a:pt x="205607" y="402990"/>
                </a:lnTo>
                <a:lnTo>
                  <a:pt x="205607" y="411215"/>
                </a:lnTo>
                <a:lnTo>
                  <a:pt x="205607" y="419439"/>
                </a:lnTo>
                <a:lnTo>
                  <a:pt x="197383" y="419439"/>
                </a:lnTo>
                <a:close/>
                <a:moveTo>
                  <a:pt x="238505" y="386542"/>
                </a:moveTo>
                <a:lnTo>
                  <a:pt x="246729" y="386542"/>
                </a:lnTo>
                <a:lnTo>
                  <a:pt x="246729" y="394766"/>
                </a:lnTo>
                <a:lnTo>
                  <a:pt x="246729" y="402990"/>
                </a:lnTo>
                <a:lnTo>
                  <a:pt x="246729" y="411215"/>
                </a:lnTo>
                <a:lnTo>
                  <a:pt x="238505" y="411215"/>
                </a:lnTo>
                <a:lnTo>
                  <a:pt x="238505" y="402990"/>
                </a:lnTo>
                <a:lnTo>
                  <a:pt x="238505" y="394766"/>
                </a:lnTo>
                <a:close/>
                <a:moveTo>
                  <a:pt x="213832" y="427663"/>
                </a:moveTo>
                <a:lnTo>
                  <a:pt x="222056" y="427663"/>
                </a:lnTo>
                <a:lnTo>
                  <a:pt x="222056" y="419439"/>
                </a:lnTo>
                <a:lnTo>
                  <a:pt x="230280" y="419439"/>
                </a:lnTo>
                <a:lnTo>
                  <a:pt x="230280" y="427663"/>
                </a:lnTo>
                <a:lnTo>
                  <a:pt x="238505" y="427663"/>
                </a:lnTo>
                <a:lnTo>
                  <a:pt x="246729" y="427663"/>
                </a:lnTo>
                <a:lnTo>
                  <a:pt x="246729" y="435888"/>
                </a:lnTo>
                <a:lnTo>
                  <a:pt x="246729" y="444112"/>
                </a:lnTo>
                <a:lnTo>
                  <a:pt x="238505" y="444112"/>
                </a:lnTo>
                <a:lnTo>
                  <a:pt x="230280" y="444112"/>
                </a:lnTo>
                <a:lnTo>
                  <a:pt x="222056" y="444112"/>
                </a:lnTo>
                <a:lnTo>
                  <a:pt x="213832" y="444112"/>
                </a:lnTo>
                <a:lnTo>
                  <a:pt x="205607" y="444112"/>
                </a:lnTo>
                <a:lnTo>
                  <a:pt x="205607" y="452336"/>
                </a:lnTo>
                <a:lnTo>
                  <a:pt x="197383" y="452336"/>
                </a:lnTo>
                <a:lnTo>
                  <a:pt x="197383" y="444112"/>
                </a:lnTo>
                <a:lnTo>
                  <a:pt x="197383" y="435888"/>
                </a:lnTo>
                <a:lnTo>
                  <a:pt x="205607" y="435888"/>
                </a:lnTo>
                <a:lnTo>
                  <a:pt x="213832" y="435888"/>
                </a:lnTo>
                <a:close/>
                <a:moveTo>
                  <a:pt x="1151401" y="180934"/>
                </a:moveTo>
                <a:lnTo>
                  <a:pt x="1151401" y="172710"/>
                </a:lnTo>
                <a:lnTo>
                  <a:pt x="1151401" y="164486"/>
                </a:lnTo>
                <a:lnTo>
                  <a:pt x="1159625" y="164486"/>
                </a:lnTo>
                <a:lnTo>
                  <a:pt x="1159625" y="172710"/>
                </a:lnTo>
                <a:lnTo>
                  <a:pt x="1159625" y="180934"/>
                </a:lnTo>
                <a:lnTo>
                  <a:pt x="1159625" y="189159"/>
                </a:lnTo>
                <a:lnTo>
                  <a:pt x="1167850" y="189159"/>
                </a:lnTo>
                <a:lnTo>
                  <a:pt x="1167850" y="197383"/>
                </a:lnTo>
                <a:lnTo>
                  <a:pt x="1176074" y="197383"/>
                </a:lnTo>
                <a:lnTo>
                  <a:pt x="1176074" y="205607"/>
                </a:lnTo>
                <a:lnTo>
                  <a:pt x="1176074" y="213832"/>
                </a:lnTo>
                <a:lnTo>
                  <a:pt x="1184298" y="213832"/>
                </a:lnTo>
                <a:lnTo>
                  <a:pt x="1184298" y="222056"/>
                </a:lnTo>
                <a:lnTo>
                  <a:pt x="1192523" y="222056"/>
                </a:lnTo>
                <a:lnTo>
                  <a:pt x="1192523" y="230280"/>
                </a:lnTo>
                <a:lnTo>
                  <a:pt x="1192523" y="238505"/>
                </a:lnTo>
                <a:lnTo>
                  <a:pt x="1184298" y="238505"/>
                </a:lnTo>
                <a:lnTo>
                  <a:pt x="1176074" y="238505"/>
                </a:lnTo>
                <a:lnTo>
                  <a:pt x="1176074" y="230280"/>
                </a:lnTo>
                <a:lnTo>
                  <a:pt x="1167850" y="230280"/>
                </a:lnTo>
                <a:lnTo>
                  <a:pt x="1159625" y="230280"/>
                </a:lnTo>
                <a:lnTo>
                  <a:pt x="1159625" y="222056"/>
                </a:lnTo>
                <a:lnTo>
                  <a:pt x="1151401" y="222056"/>
                </a:lnTo>
                <a:lnTo>
                  <a:pt x="1151401" y="213832"/>
                </a:lnTo>
                <a:lnTo>
                  <a:pt x="1143177" y="213832"/>
                </a:lnTo>
                <a:lnTo>
                  <a:pt x="1143177" y="205607"/>
                </a:lnTo>
                <a:lnTo>
                  <a:pt x="1143177" y="197383"/>
                </a:lnTo>
                <a:lnTo>
                  <a:pt x="1143177" y="189159"/>
                </a:lnTo>
                <a:lnTo>
                  <a:pt x="1143177" y="180934"/>
                </a:lnTo>
                <a:close/>
                <a:moveTo>
                  <a:pt x="1143177" y="312523"/>
                </a:moveTo>
                <a:lnTo>
                  <a:pt x="1151401" y="312523"/>
                </a:lnTo>
                <a:lnTo>
                  <a:pt x="1151401" y="304299"/>
                </a:lnTo>
                <a:lnTo>
                  <a:pt x="1159625" y="304299"/>
                </a:lnTo>
                <a:lnTo>
                  <a:pt x="1167850" y="304299"/>
                </a:lnTo>
                <a:lnTo>
                  <a:pt x="1167850" y="312523"/>
                </a:lnTo>
                <a:lnTo>
                  <a:pt x="1167850" y="320747"/>
                </a:lnTo>
                <a:lnTo>
                  <a:pt x="1167850" y="328972"/>
                </a:lnTo>
                <a:lnTo>
                  <a:pt x="1159625" y="328972"/>
                </a:lnTo>
                <a:lnTo>
                  <a:pt x="1159625" y="337196"/>
                </a:lnTo>
                <a:lnTo>
                  <a:pt x="1151401" y="337196"/>
                </a:lnTo>
                <a:lnTo>
                  <a:pt x="1151401" y="328972"/>
                </a:lnTo>
                <a:lnTo>
                  <a:pt x="1143177" y="328972"/>
                </a:lnTo>
                <a:lnTo>
                  <a:pt x="1143177" y="320747"/>
                </a:lnTo>
                <a:close/>
                <a:moveTo>
                  <a:pt x="1143177" y="427663"/>
                </a:moveTo>
                <a:lnTo>
                  <a:pt x="1143177" y="419439"/>
                </a:lnTo>
                <a:lnTo>
                  <a:pt x="1143177" y="411215"/>
                </a:lnTo>
                <a:lnTo>
                  <a:pt x="1143177" y="402990"/>
                </a:lnTo>
                <a:lnTo>
                  <a:pt x="1134953" y="402990"/>
                </a:lnTo>
                <a:lnTo>
                  <a:pt x="1134953" y="394766"/>
                </a:lnTo>
                <a:lnTo>
                  <a:pt x="1134953" y="386542"/>
                </a:lnTo>
                <a:lnTo>
                  <a:pt x="1134953" y="378318"/>
                </a:lnTo>
                <a:lnTo>
                  <a:pt x="1143177" y="378318"/>
                </a:lnTo>
                <a:lnTo>
                  <a:pt x="1143177" y="370093"/>
                </a:lnTo>
                <a:lnTo>
                  <a:pt x="1151401" y="370093"/>
                </a:lnTo>
                <a:lnTo>
                  <a:pt x="1151401" y="378318"/>
                </a:lnTo>
                <a:lnTo>
                  <a:pt x="1151401" y="386542"/>
                </a:lnTo>
                <a:lnTo>
                  <a:pt x="1151401" y="394766"/>
                </a:lnTo>
                <a:lnTo>
                  <a:pt x="1159625" y="394766"/>
                </a:lnTo>
                <a:lnTo>
                  <a:pt x="1167850" y="394766"/>
                </a:lnTo>
                <a:lnTo>
                  <a:pt x="1176074" y="394766"/>
                </a:lnTo>
                <a:lnTo>
                  <a:pt x="1176074" y="386542"/>
                </a:lnTo>
                <a:lnTo>
                  <a:pt x="1184298" y="386542"/>
                </a:lnTo>
                <a:lnTo>
                  <a:pt x="1184298" y="394766"/>
                </a:lnTo>
                <a:lnTo>
                  <a:pt x="1184298" y="402990"/>
                </a:lnTo>
                <a:lnTo>
                  <a:pt x="1192523" y="402990"/>
                </a:lnTo>
                <a:lnTo>
                  <a:pt x="1192523" y="411215"/>
                </a:lnTo>
                <a:lnTo>
                  <a:pt x="1184298" y="411215"/>
                </a:lnTo>
                <a:lnTo>
                  <a:pt x="1184298" y="419439"/>
                </a:lnTo>
                <a:lnTo>
                  <a:pt x="1176074" y="419439"/>
                </a:lnTo>
                <a:lnTo>
                  <a:pt x="1176074" y="427663"/>
                </a:lnTo>
                <a:lnTo>
                  <a:pt x="1176074" y="435888"/>
                </a:lnTo>
                <a:lnTo>
                  <a:pt x="1167850" y="435888"/>
                </a:lnTo>
                <a:lnTo>
                  <a:pt x="1159625" y="435888"/>
                </a:lnTo>
                <a:lnTo>
                  <a:pt x="1151401" y="435888"/>
                </a:lnTo>
                <a:lnTo>
                  <a:pt x="1151401" y="427663"/>
                </a:lnTo>
                <a:close/>
                <a:moveTo>
                  <a:pt x="1998503" y="57570"/>
                </a:moveTo>
                <a:lnTo>
                  <a:pt x="1998503" y="49346"/>
                </a:lnTo>
                <a:lnTo>
                  <a:pt x="1998503" y="41121"/>
                </a:lnTo>
                <a:lnTo>
                  <a:pt x="1998503" y="32897"/>
                </a:lnTo>
                <a:lnTo>
                  <a:pt x="2006728" y="32897"/>
                </a:lnTo>
                <a:lnTo>
                  <a:pt x="2006728" y="24673"/>
                </a:lnTo>
                <a:lnTo>
                  <a:pt x="2014952" y="24673"/>
                </a:lnTo>
                <a:lnTo>
                  <a:pt x="2014952" y="16449"/>
                </a:lnTo>
                <a:lnTo>
                  <a:pt x="2023176" y="16449"/>
                </a:lnTo>
                <a:lnTo>
                  <a:pt x="2031401" y="16449"/>
                </a:lnTo>
                <a:lnTo>
                  <a:pt x="2031401" y="24673"/>
                </a:lnTo>
                <a:lnTo>
                  <a:pt x="2031401" y="32897"/>
                </a:lnTo>
                <a:lnTo>
                  <a:pt x="2031401" y="41121"/>
                </a:lnTo>
                <a:lnTo>
                  <a:pt x="2031401" y="49346"/>
                </a:lnTo>
                <a:lnTo>
                  <a:pt x="2031401" y="57570"/>
                </a:lnTo>
                <a:lnTo>
                  <a:pt x="2031401" y="65794"/>
                </a:lnTo>
                <a:lnTo>
                  <a:pt x="2031401" y="74019"/>
                </a:lnTo>
                <a:lnTo>
                  <a:pt x="2039625" y="74019"/>
                </a:lnTo>
                <a:lnTo>
                  <a:pt x="2039625" y="82243"/>
                </a:lnTo>
                <a:lnTo>
                  <a:pt x="2047849" y="82243"/>
                </a:lnTo>
                <a:lnTo>
                  <a:pt x="2047849" y="90467"/>
                </a:lnTo>
                <a:lnTo>
                  <a:pt x="2056073" y="90467"/>
                </a:lnTo>
                <a:lnTo>
                  <a:pt x="2056073" y="98692"/>
                </a:lnTo>
                <a:lnTo>
                  <a:pt x="2064298" y="98692"/>
                </a:lnTo>
                <a:lnTo>
                  <a:pt x="2064298" y="106916"/>
                </a:lnTo>
                <a:lnTo>
                  <a:pt x="2072522" y="106916"/>
                </a:lnTo>
                <a:lnTo>
                  <a:pt x="2080746" y="106916"/>
                </a:lnTo>
                <a:lnTo>
                  <a:pt x="2088971" y="106916"/>
                </a:lnTo>
                <a:lnTo>
                  <a:pt x="2088971" y="98692"/>
                </a:lnTo>
                <a:lnTo>
                  <a:pt x="2088971" y="90467"/>
                </a:lnTo>
                <a:lnTo>
                  <a:pt x="2088971" y="82243"/>
                </a:lnTo>
                <a:lnTo>
                  <a:pt x="2097195" y="82243"/>
                </a:lnTo>
                <a:lnTo>
                  <a:pt x="2097195" y="74019"/>
                </a:lnTo>
                <a:lnTo>
                  <a:pt x="2105419" y="74019"/>
                </a:lnTo>
                <a:lnTo>
                  <a:pt x="2105419" y="65794"/>
                </a:lnTo>
                <a:lnTo>
                  <a:pt x="2097195" y="65794"/>
                </a:lnTo>
                <a:lnTo>
                  <a:pt x="2097195" y="57570"/>
                </a:lnTo>
                <a:lnTo>
                  <a:pt x="2088971" y="57570"/>
                </a:lnTo>
                <a:lnTo>
                  <a:pt x="2088971" y="49346"/>
                </a:lnTo>
                <a:lnTo>
                  <a:pt x="2080746" y="49346"/>
                </a:lnTo>
                <a:lnTo>
                  <a:pt x="2080746" y="41121"/>
                </a:lnTo>
                <a:lnTo>
                  <a:pt x="2088971" y="41121"/>
                </a:lnTo>
                <a:lnTo>
                  <a:pt x="2097195" y="41121"/>
                </a:lnTo>
                <a:lnTo>
                  <a:pt x="2097195" y="49346"/>
                </a:lnTo>
                <a:lnTo>
                  <a:pt x="2105419" y="49346"/>
                </a:lnTo>
                <a:lnTo>
                  <a:pt x="2105419" y="57570"/>
                </a:lnTo>
                <a:lnTo>
                  <a:pt x="2113644" y="57570"/>
                </a:lnTo>
                <a:lnTo>
                  <a:pt x="2121868" y="57570"/>
                </a:lnTo>
                <a:lnTo>
                  <a:pt x="2121868" y="65794"/>
                </a:lnTo>
                <a:lnTo>
                  <a:pt x="2130092" y="65794"/>
                </a:lnTo>
                <a:lnTo>
                  <a:pt x="2130092" y="74019"/>
                </a:lnTo>
                <a:lnTo>
                  <a:pt x="2138316" y="74019"/>
                </a:lnTo>
                <a:lnTo>
                  <a:pt x="2138316" y="82243"/>
                </a:lnTo>
                <a:lnTo>
                  <a:pt x="2146541" y="82243"/>
                </a:lnTo>
                <a:lnTo>
                  <a:pt x="2146541" y="90467"/>
                </a:lnTo>
                <a:lnTo>
                  <a:pt x="2146541" y="98692"/>
                </a:lnTo>
                <a:lnTo>
                  <a:pt x="2146541" y="106916"/>
                </a:lnTo>
                <a:lnTo>
                  <a:pt x="2138316" y="106916"/>
                </a:lnTo>
                <a:lnTo>
                  <a:pt x="2138316" y="115140"/>
                </a:lnTo>
                <a:lnTo>
                  <a:pt x="2138316" y="123364"/>
                </a:lnTo>
                <a:lnTo>
                  <a:pt x="2130092" y="123364"/>
                </a:lnTo>
                <a:lnTo>
                  <a:pt x="2130092" y="131589"/>
                </a:lnTo>
                <a:lnTo>
                  <a:pt x="2130092" y="139813"/>
                </a:lnTo>
                <a:lnTo>
                  <a:pt x="2130092" y="148037"/>
                </a:lnTo>
                <a:lnTo>
                  <a:pt x="2138316" y="148037"/>
                </a:lnTo>
                <a:lnTo>
                  <a:pt x="2138316" y="156262"/>
                </a:lnTo>
                <a:lnTo>
                  <a:pt x="2138316" y="164486"/>
                </a:lnTo>
                <a:lnTo>
                  <a:pt x="2146541" y="164486"/>
                </a:lnTo>
                <a:lnTo>
                  <a:pt x="2146541" y="172710"/>
                </a:lnTo>
                <a:lnTo>
                  <a:pt x="2154765" y="172710"/>
                </a:lnTo>
                <a:lnTo>
                  <a:pt x="2154765" y="180934"/>
                </a:lnTo>
                <a:lnTo>
                  <a:pt x="2146541" y="180934"/>
                </a:lnTo>
                <a:lnTo>
                  <a:pt x="2138316" y="180934"/>
                </a:lnTo>
                <a:lnTo>
                  <a:pt x="2138316" y="189159"/>
                </a:lnTo>
                <a:lnTo>
                  <a:pt x="2130092" y="189159"/>
                </a:lnTo>
                <a:lnTo>
                  <a:pt x="2130092" y="197383"/>
                </a:lnTo>
                <a:lnTo>
                  <a:pt x="2121868" y="197383"/>
                </a:lnTo>
                <a:lnTo>
                  <a:pt x="2121868" y="189159"/>
                </a:lnTo>
                <a:lnTo>
                  <a:pt x="2121868" y="180934"/>
                </a:lnTo>
                <a:lnTo>
                  <a:pt x="2113644" y="180934"/>
                </a:lnTo>
                <a:lnTo>
                  <a:pt x="2113644" y="172710"/>
                </a:lnTo>
                <a:lnTo>
                  <a:pt x="2113644" y="164486"/>
                </a:lnTo>
                <a:lnTo>
                  <a:pt x="2113644" y="156262"/>
                </a:lnTo>
                <a:lnTo>
                  <a:pt x="2113644" y="148037"/>
                </a:lnTo>
                <a:lnTo>
                  <a:pt x="2105419" y="148037"/>
                </a:lnTo>
                <a:lnTo>
                  <a:pt x="2105419" y="156262"/>
                </a:lnTo>
                <a:lnTo>
                  <a:pt x="2097195" y="156262"/>
                </a:lnTo>
                <a:lnTo>
                  <a:pt x="2088971" y="156262"/>
                </a:lnTo>
                <a:lnTo>
                  <a:pt x="2080746" y="156262"/>
                </a:lnTo>
                <a:lnTo>
                  <a:pt x="2072522" y="156262"/>
                </a:lnTo>
                <a:lnTo>
                  <a:pt x="2064298" y="156262"/>
                </a:lnTo>
                <a:lnTo>
                  <a:pt x="2064298" y="148037"/>
                </a:lnTo>
                <a:lnTo>
                  <a:pt x="2056073" y="148037"/>
                </a:lnTo>
                <a:lnTo>
                  <a:pt x="2056073" y="139813"/>
                </a:lnTo>
                <a:lnTo>
                  <a:pt x="2047849" y="139813"/>
                </a:lnTo>
                <a:lnTo>
                  <a:pt x="2047849" y="131589"/>
                </a:lnTo>
                <a:lnTo>
                  <a:pt x="2039625" y="131589"/>
                </a:lnTo>
                <a:lnTo>
                  <a:pt x="2031401" y="131589"/>
                </a:lnTo>
                <a:lnTo>
                  <a:pt x="2023176" y="131589"/>
                </a:lnTo>
                <a:lnTo>
                  <a:pt x="2023176" y="123364"/>
                </a:lnTo>
                <a:lnTo>
                  <a:pt x="2014952" y="123364"/>
                </a:lnTo>
                <a:lnTo>
                  <a:pt x="2014952" y="115140"/>
                </a:lnTo>
                <a:lnTo>
                  <a:pt x="2006728" y="115140"/>
                </a:lnTo>
                <a:lnTo>
                  <a:pt x="2006728" y="106916"/>
                </a:lnTo>
                <a:lnTo>
                  <a:pt x="1998503" y="106916"/>
                </a:lnTo>
                <a:lnTo>
                  <a:pt x="1998503" y="98692"/>
                </a:lnTo>
                <a:lnTo>
                  <a:pt x="1990279" y="98692"/>
                </a:lnTo>
                <a:lnTo>
                  <a:pt x="1990279" y="90467"/>
                </a:lnTo>
                <a:lnTo>
                  <a:pt x="1990279" y="82243"/>
                </a:lnTo>
                <a:lnTo>
                  <a:pt x="1990279" y="74019"/>
                </a:lnTo>
                <a:lnTo>
                  <a:pt x="1990279" y="65794"/>
                </a:lnTo>
                <a:lnTo>
                  <a:pt x="1998503" y="65794"/>
                </a:lnTo>
                <a:close/>
                <a:moveTo>
                  <a:pt x="2121868" y="172710"/>
                </a:moveTo>
                <a:lnTo>
                  <a:pt x="2121868" y="180934"/>
                </a:lnTo>
                <a:lnTo>
                  <a:pt x="2130092" y="180934"/>
                </a:lnTo>
                <a:lnTo>
                  <a:pt x="2130092" y="172710"/>
                </a:lnTo>
                <a:close/>
                <a:moveTo>
                  <a:pt x="1990279" y="32897"/>
                </a:moveTo>
                <a:lnTo>
                  <a:pt x="1990279" y="24673"/>
                </a:lnTo>
                <a:lnTo>
                  <a:pt x="1998503" y="24673"/>
                </a:lnTo>
                <a:lnTo>
                  <a:pt x="1998503" y="32897"/>
                </a:lnTo>
                <a:close/>
                <a:moveTo>
                  <a:pt x="1208971" y="246729"/>
                </a:moveTo>
                <a:lnTo>
                  <a:pt x="1217196" y="246729"/>
                </a:lnTo>
                <a:lnTo>
                  <a:pt x="1217196" y="254953"/>
                </a:lnTo>
                <a:lnTo>
                  <a:pt x="1217196" y="263177"/>
                </a:lnTo>
                <a:lnTo>
                  <a:pt x="1217196" y="271402"/>
                </a:lnTo>
                <a:lnTo>
                  <a:pt x="1208971" y="271402"/>
                </a:lnTo>
                <a:lnTo>
                  <a:pt x="1208971" y="263177"/>
                </a:lnTo>
                <a:lnTo>
                  <a:pt x="1208971" y="254953"/>
                </a:lnTo>
                <a:close/>
                <a:moveTo>
                  <a:pt x="1167850" y="263177"/>
                </a:moveTo>
                <a:lnTo>
                  <a:pt x="1167850" y="254953"/>
                </a:lnTo>
                <a:lnTo>
                  <a:pt x="1176074" y="254953"/>
                </a:lnTo>
                <a:lnTo>
                  <a:pt x="1176074" y="263177"/>
                </a:lnTo>
                <a:close/>
                <a:moveTo>
                  <a:pt x="1200747" y="304299"/>
                </a:moveTo>
                <a:lnTo>
                  <a:pt x="1208971" y="304299"/>
                </a:lnTo>
                <a:lnTo>
                  <a:pt x="1208971" y="312523"/>
                </a:lnTo>
                <a:lnTo>
                  <a:pt x="1200747" y="312523"/>
                </a:lnTo>
                <a:lnTo>
                  <a:pt x="1200747" y="320747"/>
                </a:lnTo>
                <a:lnTo>
                  <a:pt x="1192523" y="320747"/>
                </a:lnTo>
                <a:lnTo>
                  <a:pt x="1192523" y="312523"/>
                </a:lnTo>
                <a:lnTo>
                  <a:pt x="1192523" y="304299"/>
                </a:lnTo>
                <a:lnTo>
                  <a:pt x="1192523" y="296075"/>
                </a:lnTo>
                <a:lnTo>
                  <a:pt x="1200747" y="296075"/>
                </a:lnTo>
                <a:close/>
                <a:moveTo>
                  <a:pt x="1167850" y="345420"/>
                </a:moveTo>
                <a:lnTo>
                  <a:pt x="1176074" y="345420"/>
                </a:lnTo>
                <a:lnTo>
                  <a:pt x="1176074" y="337196"/>
                </a:lnTo>
                <a:lnTo>
                  <a:pt x="1184298" y="337196"/>
                </a:lnTo>
                <a:lnTo>
                  <a:pt x="1184298" y="328972"/>
                </a:lnTo>
                <a:lnTo>
                  <a:pt x="1192523" y="328972"/>
                </a:lnTo>
                <a:lnTo>
                  <a:pt x="1200747" y="328972"/>
                </a:lnTo>
                <a:lnTo>
                  <a:pt x="1200747" y="337196"/>
                </a:lnTo>
                <a:lnTo>
                  <a:pt x="1208971" y="337196"/>
                </a:lnTo>
                <a:lnTo>
                  <a:pt x="1208971" y="345420"/>
                </a:lnTo>
                <a:lnTo>
                  <a:pt x="1208971" y="353645"/>
                </a:lnTo>
                <a:lnTo>
                  <a:pt x="1200747" y="353645"/>
                </a:lnTo>
                <a:lnTo>
                  <a:pt x="1192523" y="353645"/>
                </a:lnTo>
                <a:lnTo>
                  <a:pt x="1184298" y="353645"/>
                </a:lnTo>
                <a:lnTo>
                  <a:pt x="1176074" y="353645"/>
                </a:lnTo>
                <a:lnTo>
                  <a:pt x="1176074" y="361869"/>
                </a:lnTo>
                <a:lnTo>
                  <a:pt x="1167850" y="361869"/>
                </a:lnTo>
                <a:lnTo>
                  <a:pt x="1167850" y="353645"/>
                </a:lnTo>
                <a:close/>
                <a:moveTo>
                  <a:pt x="2080746" y="41121"/>
                </a:moveTo>
                <a:lnTo>
                  <a:pt x="2072522" y="41121"/>
                </a:lnTo>
                <a:lnTo>
                  <a:pt x="2064298" y="41121"/>
                </a:lnTo>
                <a:lnTo>
                  <a:pt x="2064298" y="32897"/>
                </a:lnTo>
                <a:lnTo>
                  <a:pt x="2072522" y="32897"/>
                </a:lnTo>
                <a:lnTo>
                  <a:pt x="2080746" y="32897"/>
                </a:lnTo>
                <a:close/>
                <a:moveTo>
                  <a:pt x="2162989" y="106916"/>
                </a:moveTo>
                <a:lnTo>
                  <a:pt x="2171214" y="106916"/>
                </a:lnTo>
                <a:lnTo>
                  <a:pt x="2171214" y="98692"/>
                </a:lnTo>
                <a:lnTo>
                  <a:pt x="2171214" y="90467"/>
                </a:lnTo>
                <a:lnTo>
                  <a:pt x="2171214" y="82243"/>
                </a:lnTo>
                <a:lnTo>
                  <a:pt x="2179438" y="82243"/>
                </a:lnTo>
                <a:lnTo>
                  <a:pt x="2187662" y="82243"/>
                </a:lnTo>
                <a:lnTo>
                  <a:pt x="2187662" y="90467"/>
                </a:lnTo>
                <a:lnTo>
                  <a:pt x="2187662" y="98692"/>
                </a:lnTo>
                <a:lnTo>
                  <a:pt x="2187662" y="106916"/>
                </a:lnTo>
                <a:lnTo>
                  <a:pt x="2195886" y="106916"/>
                </a:lnTo>
                <a:lnTo>
                  <a:pt x="2195886" y="115140"/>
                </a:lnTo>
                <a:lnTo>
                  <a:pt x="2204111" y="115140"/>
                </a:lnTo>
                <a:lnTo>
                  <a:pt x="2204111" y="123364"/>
                </a:lnTo>
                <a:lnTo>
                  <a:pt x="2204111" y="131589"/>
                </a:lnTo>
                <a:lnTo>
                  <a:pt x="2212335" y="131589"/>
                </a:lnTo>
                <a:lnTo>
                  <a:pt x="2212335" y="139813"/>
                </a:lnTo>
                <a:lnTo>
                  <a:pt x="2212335" y="148037"/>
                </a:lnTo>
                <a:lnTo>
                  <a:pt x="2204111" y="148037"/>
                </a:lnTo>
                <a:lnTo>
                  <a:pt x="2195886" y="148037"/>
                </a:lnTo>
                <a:lnTo>
                  <a:pt x="2187662" y="148037"/>
                </a:lnTo>
                <a:lnTo>
                  <a:pt x="2179438" y="148037"/>
                </a:lnTo>
                <a:lnTo>
                  <a:pt x="2179438" y="139813"/>
                </a:lnTo>
                <a:lnTo>
                  <a:pt x="2179438" y="131589"/>
                </a:lnTo>
                <a:lnTo>
                  <a:pt x="2179438" y="123364"/>
                </a:lnTo>
                <a:lnTo>
                  <a:pt x="2171214" y="123364"/>
                </a:lnTo>
                <a:lnTo>
                  <a:pt x="2162989" y="123364"/>
                </a:lnTo>
                <a:lnTo>
                  <a:pt x="2162989" y="115140"/>
                </a:lnTo>
                <a:close/>
                <a:moveTo>
                  <a:pt x="2162989" y="180934"/>
                </a:moveTo>
                <a:lnTo>
                  <a:pt x="2162989" y="172710"/>
                </a:lnTo>
                <a:lnTo>
                  <a:pt x="2162989" y="164486"/>
                </a:lnTo>
                <a:lnTo>
                  <a:pt x="2162989" y="156262"/>
                </a:lnTo>
                <a:lnTo>
                  <a:pt x="2162989" y="148037"/>
                </a:lnTo>
                <a:lnTo>
                  <a:pt x="2162989" y="139813"/>
                </a:lnTo>
                <a:lnTo>
                  <a:pt x="2171214" y="139813"/>
                </a:lnTo>
                <a:lnTo>
                  <a:pt x="2171214" y="148037"/>
                </a:lnTo>
                <a:lnTo>
                  <a:pt x="2171214" y="156262"/>
                </a:lnTo>
                <a:lnTo>
                  <a:pt x="2171214" y="164486"/>
                </a:lnTo>
                <a:lnTo>
                  <a:pt x="2179438" y="164486"/>
                </a:lnTo>
                <a:lnTo>
                  <a:pt x="2187662" y="164486"/>
                </a:lnTo>
                <a:lnTo>
                  <a:pt x="2187662" y="172710"/>
                </a:lnTo>
                <a:lnTo>
                  <a:pt x="2179438" y="172710"/>
                </a:lnTo>
                <a:lnTo>
                  <a:pt x="2179438" y="180934"/>
                </a:lnTo>
                <a:lnTo>
                  <a:pt x="2171214" y="180934"/>
                </a:lnTo>
                <a:lnTo>
                  <a:pt x="2171214" y="189159"/>
                </a:lnTo>
                <a:lnTo>
                  <a:pt x="2162989" y="189159"/>
                </a:lnTo>
                <a:lnTo>
                  <a:pt x="2154765" y="189159"/>
                </a:lnTo>
                <a:lnTo>
                  <a:pt x="2154765" y="180934"/>
                </a:lnTo>
                <a:close/>
                <a:moveTo>
                  <a:pt x="2154765" y="213832"/>
                </a:moveTo>
                <a:lnTo>
                  <a:pt x="2154765" y="205607"/>
                </a:lnTo>
                <a:lnTo>
                  <a:pt x="2162989" y="205607"/>
                </a:lnTo>
                <a:lnTo>
                  <a:pt x="2162989" y="213832"/>
                </a:lnTo>
                <a:close/>
                <a:moveTo>
                  <a:pt x="2195886" y="230280"/>
                </a:moveTo>
                <a:lnTo>
                  <a:pt x="2195886" y="238505"/>
                </a:lnTo>
                <a:lnTo>
                  <a:pt x="2187662" y="238505"/>
                </a:lnTo>
                <a:lnTo>
                  <a:pt x="2187662" y="246729"/>
                </a:lnTo>
                <a:lnTo>
                  <a:pt x="2179438" y="246729"/>
                </a:lnTo>
                <a:lnTo>
                  <a:pt x="2179438" y="238505"/>
                </a:lnTo>
                <a:lnTo>
                  <a:pt x="2179438" y="230280"/>
                </a:lnTo>
                <a:lnTo>
                  <a:pt x="2179438" y="222056"/>
                </a:lnTo>
                <a:lnTo>
                  <a:pt x="2171214" y="222056"/>
                </a:lnTo>
                <a:lnTo>
                  <a:pt x="2171214" y="213832"/>
                </a:lnTo>
                <a:lnTo>
                  <a:pt x="2179438" y="213832"/>
                </a:lnTo>
                <a:lnTo>
                  <a:pt x="2187662" y="213832"/>
                </a:lnTo>
                <a:lnTo>
                  <a:pt x="2187662" y="222056"/>
                </a:lnTo>
                <a:lnTo>
                  <a:pt x="2187662" y="230280"/>
                </a:lnTo>
                <a:close/>
                <a:moveTo>
                  <a:pt x="2187662" y="263177"/>
                </a:moveTo>
                <a:lnTo>
                  <a:pt x="2187662" y="254953"/>
                </a:lnTo>
                <a:lnTo>
                  <a:pt x="2195886" y="254953"/>
                </a:lnTo>
                <a:lnTo>
                  <a:pt x="2204111" y="254953"/>
                </a:lnTo>
                <a:lnTo>
                  <a:pt x="2204111" y="246729"/>
                </a:lnTo>
                <a:lnTo>
                  <a:pt x="2204111" y="238505"/>
                </a:lnTo>
                <a:lnTo>
                  <a:pt x="2212335" y="238505"/>
                </a:lnTo>
                <a:lnTo>
                  <a:pt x="2220559" y="238505"/>
                </a:lnTo>
                <a:lnTo>
                  <a:pt x="2228784" y="238505"/>
                </a:lnTo>
                <a:lnTo>
                  <a:pt x="2237008" y="238505"/>
                </a:lnTo>
                <a:lnTo>
                  <a:pt x="2237008" y="246729"/>
                </a:lnTo>
                <a:lnTo>
                  <a:pt x="2237008" y="254953"/>
                </a:lnTo>
                <a:lnTo>
                  <a:pt x="2245232" y="254953"/>
                </a:lnTo>
                <a:lnTo>
                  <a:pt x="2245232" y="263177"/>
                </a:lnTo>
                <a:lnTo>
                  <a:pt x="2237008" y="263177"/>
                </a:lnTo>
                <a:lnTo>
                  <a:pt x="2237008" y="271402"/>
                </a:lnTo>
                <a:lnTo>
                  <a:pt x="2228784" y="271402"/>
                </a:lnTo>
                <a:lnTo>
                  <a:pt x="2220559" y="271402"/>
                </a:lnTo>
                <a:lnTo>
                  <a:pt x="2220559" y="263177"/>
                </a:lnTo>
                <a:lnTo>
                  <a:pt x="2212335" y="263177"/>
                </a:lnTo>
                <a:lnTo>
                  <a:pt x="2204111" y="263177"/>
                </a:lnTo>
                <a:lnTo>
                  <a:pt x="2204111" y="271402"/>
                </a:lnTo>
                <a:lnTo>
                  <a:pt x="2195886" y="271402"/>
                </a:lnTo>
                <a:lnTo>
                  <a:pt x="2195886" y="263177"/>
                </a:lnTo>
                <a:close/>
                <a:moveTo>
                  <a:pt x="2154765" y="320747"/>
                </a:moveTo>
                <a:lnTo>
                  <a:pt x="2154765" y="312523"/>
                </a:lnTo>
                <a:lnTo>
                  <a:pt x="2162989" y="312523"/>
                </a:lnTo>
                <a:lnTo>
                  <a:pt x="2162989" y="304299"/>
                </a:lnTo>
                <a:lnTo>
                  <a:pt x="2162989" y="296075"/>
                </a:lnTo>
                <a:lnTo>
                  <a:pt x="2162989" y="287850"/>
                </a:lnTo>
                <a:lnTo>
                  <a:pt x="2171214" y="287850"/>
                </a:lnTo>
                <a:lnTo>
                  <a:pt x="2171214" y="296075"/>
                </a:lnTo>
                <a:lnTo>
                  <a:pt x="2171214" y="304299"/>
                </a:lnTo>
                <a:lnTo>
                  <a:pt x="2179438" y="304299"/>
                </a:lnTo>
                <a:lnTo>
                  <a:pt x="2179438" y="312523"/>
                </a:lnTo>
                <a:lnTo>
                  <a:pt x="2187662" y="312523"/>
                </a:lnTo>
                <a:lnTo>
                  <a:pt x="2195886" y="312523"/>
                </a:lnTo>
                <a:lnTo>
                  <a:pt x="2195886" y="304299"/>
                </a:lnTo>
                <a:lnTo>
                  <a:pt x="2204111" y="304299"/>
                </a:lnTo>
                <a:lnTo>
                  <a:pt x="2212335" y="304299"/>
                </a:lnTo>
                <a:lnTo>
                  <a:pt x="2212335" y="312523"/>
                </a:lnTo>
                <a:lnTo>
                  <a:pt x="2212335" y="320747"/>
                </a:lnTo>
                <a:lnTo>
                  <a:pt x="2212335" y="328972"/>
                </a:lnTo>
                <a:lnTo>
                  <a:pt x="2204111" y="328972"/>
                </a:lnTo>
                <a:lnTo>
                  <a:pt x="2195886" y="328972"/>
                </a:lnTo>
                <a:lnTo>
                  <a:pt x="2195886" y="337196"/>
                </a:lnTo>
                <a:lnTo>
                  <a:pt x="2187662" y="337196"/>
                </a:lnTo>
                <a:lnTo>
                  <a:pt x="2179438" y="337196"/>
                </a:lnTo>
                <a:lnTo>
                  <a:pt x="2171214" y="337196"/>
                </a:lnTo>
                <a:lnTo>
                  <a:pt x="2162989" y="337196"/>
                </a:lnTo>
                <a:lnTo>
                  <a:pt x="2154765" y="337196"/>
                </a:lnTo>
                <a:lnTo>
                  <a:pt x="2154765" y="328972"/>
                </a:lnTo>
                <a:close/>
                <a:moveTo>
                  <a:pt x="2730466" y="0"/>
                </a:moveTo>
                <a:lnTo>
                  <a:pt x="2738690" y="0"/>
                </a:lnTo>
                <a:lnTo>
                  <a:pt x="2746914" y="0"/>
                </a:lnTo>
                <a:lnTo>
                  <a:pt x="2746914" y="8224"/>
                </a:lnTo>
                <a:lnTo>
                  <a:pt x="2738690" y="8224"/>
                </a:lnTo>
                <a:lnTo>
                  <a:pt x="2738690" y="16449"/>
                </a:lnTo>
                <a:lnTo>
                  <a:pt x="2730466" y="16449"/>
                </a:lnTo>
                <a:lnTo>
                  <a:pt x="2730466" y="8224"/>
                </a:lnTo>
                <a:lnTo>
                  <a:pt x="2722241" y="8224"/>
                </a:lnTo>
                <a:lnTo>
                  <a:pt x="2722241" y="0"/>
                </a:lnTo>
                <a:close/>
                <a:moveTo>
                  <a:pt x="2788036" y="49346"/>
                </a:moveTo>
                <a:lnTo>
                  <a:pt x="2788036" y="41121"/>
                </a:lnTo>
                <a:lnTo>
                  <a:pt x="2796260" y="41121"/>
                </a:lnTo>
                <a:lnTo>
                  <a:pt x="2796260" y="49346"/>
                </a:lnTo>
                <a:lnTo>
                  <a:pt x="2804484" y="49346"/>
                </a:lnTo>
                <a:lnTo>
                  <a:pt x="2804484" y="41121"/>
                </a:lnTo>
                <a:lnTo>
                  <a:pt x="2804484" y="32897"/>
                </a:lnTo>
                <a:lnTo>
                  <a:pt x="2812709" y="32897"/>
                </a:lnTo>
                <a:lnTo>
                  <a:pt x="2820933" y="32897"/>
                </a:lnTo>
                <a:lnTo>
                  <a:pt x="2829157" y="32897"/>
                </a:lnTo>
                <a:lnTo>
                  <a:pt x="2829157" y="41121"/>
                </a:lnTo>
                <a:lnTo>
                  <a:pt x="2820933" y="41121"/>
                </a:lnTo>
                <a:lnTo>
                  <a:pt x="2820933" y="49346"/>
                </a:lnTo>
                <a:lnTo>
                  <a:pt x="2820933" y="57570"/>
                </a:lnTo>
                <a:lnTo>
                  <a:pt x="2820933" y="65794"/>
                </a:lnTo>
                <a:lnTo>
                  <a:pt x="2820933" y="74019"/>
                </a:lnTo>
                <a:lnTo>
                  <a:pt x="2820933" y="82243"/>
                </a:lnTo>
                <a:lnTo>
                  <a:pt x="2820933" y="90467"/>
                </a:lnTo>
                <a:lnTo>
                  <a:pt x="2829157" y="90467"/>
                </a:lnTo>
                <a:lnTo>
                  <a:pt x="2829157" y="98692"/>
                </a:lnTo>
                <a:lnTo>
                  <a:pt x="2837381" y="98692"/>
                </a:lnTo>
                <a:lnTo>
                  <a:pt x="2837381" y="106916"/>
                </a:lnTo>
                <a:lnTo>
                  <a:pt x="2837381" y="115140"/>
                </a:lnTo>
                <a:lnTo>
                  <a:pt x="2845606" y="115140"/>
                </a:lnTo>
                <a:lnTo>
                  <a:pt x="2845606" y="123364"/>
                </a:lnTo>
                <a:lnTo>
                  <a:pt x="2853830" y="123364"/>
                </a:lnTo>
                <a:lnTo>
                  <a:pt x="2853830" y="131589"/>
                </a:lnTo>
                <a:lnTo>
                  <a:pt x="2862054" y="131589"/>
                </a:lnTo>
                <a:lnTo>
                  <a:pt x="2870279" y="131589"/>
                </a:lnTo>
                <a:lnTo>
                  <a:pt x="2870279" y="123364"/>
                </a:lnTo>
                <a:lnTo>
                  <a:pt x="2870279" y="115140"/>
                </a:lnTo>
                <a:lnTo>
                  <a:pt x="2870279" y="106916"/>
                </a:lnTo>
                <a:lnTo>
                  <a:pt x="2878503" y="106916"/>
                </a:lnTo>
                <a:lnTo>
                  <a:pt x="2878503" y="98692"/>
                </a:lnTo>
                <a:lnTo>
                  <a:pt x="2886727" y="98692"/>
                </a:lnTo>
                <a:lnTo>
                  <a:pt x="2886727" y="90467"/>
                </a:lnTo>
                <a:lnTo>
                  <a:pt x="2886727" y="82243"/>
                </a:lnTo>
                <a:lnTo>
                  <a:pt x="2878503" y="82243"/>
                </a:lnTo>
                <a:lnTo>
                  <a:pt x="2878503" y="74019"/>
                </a:lnTo>
                <a:lnTo>
                  <a:pt x="2870279" y="74019"/>
                </a:lnTo>
                <a:lnTo>
                  <a:pt x="2870279" y="65794"/>
                </a:lnTo>
                <a:lnTo>
                  <a:pt x="2862054" y="65794"/>
                </a:lnTo>
                <a:lnTo>
                  <a:pt x="2862054" y="57570"/>
                </a:lnTo>
                <a:lnTo>
                  <a:pt x="2870279" y="57570"/>
                </a:lnTo>
                <a:lnTo>
                  <a:pt x="2878503" y="57570"/>
                </a:lnTo>
                <a:lnTo>
                  <a:pt x="2878503" y="65794"/>
                </a:lnTo>
                <a:lnTo>
                  <a:pt x="2886727" y="65794"/>
                </a:lnTo>
                <a:lnTo>
                  <a:pt x="2886727" y="74019"/>
                </a:lnTo>
                <a:lnTo>
                  <a:pt x="2894951" y="74019"/>
                </a:lnTo>
                <a:lnTo>
                  <a:pt x="2894951" y="82243"/>
                </a:lnTo>
                <a:lnTo>
                  <a:pt x="2903176" y="82243"/>
                </a:lnTo>
                <a:lnTo>
                  <a:pt x="2903176" y="90467"/>
                </a:lnTo>
                <a:lnTo>
                  <a:pt x="2911400" y="90467"/>
                </a:lnTo>
                <a:lnTo>
                  <a:pt x="2911400" y="98692"/>
                </a:lnTo>
                <a:lnTo>
                  <a:pt x="2919624" y="98692"/>
                </a:lnTo>
                <a:lnTo>
                  <a:pt x="2919624" y="106916"/>
                </a:lnTo>
                <a:lnTo>
                  <a:pt x="2919624" y="115140"/>
                </a:lnTo>
                <a:lnTo>
                  <a:pt x="2919624" y="123364"/>
                </a:lnTo>
                <a:lnTo>
                  <a:pt x="2919624" y="131589"/>
                </a:lnTo>
                <a:lnTo>
                  <a:pt x="2911400" y="131589"/>
                </a:lnTo>
                <a:lnTo>
                  <a:pt x="2911400" y="139813"/>
                </a:lnTo>
                <a:lnTo>
                  <a:pt x="2903176" y="139813"/>
                </a:lnTo>
                <a:lnTo>
                  <a:pt x="2903176" y="148037"/>
                </a:lnTo>
                <a:lnTo>
                  <a:pt x="2903176" y="156262"/>
                </a:lnTo>
                <a:lnTo>
                  <a:pt x="2903176" y="164486"/>
                </a:lnTo>
                <a:lnTo>
                  <a:pt x="2903176" y="172710"/>
                </a:lnTo>
                <a:lnTo>
                  <a:pt x="2894951" y="172710"/>
                </a:lnTo>
                <a:lnTo>
                  <a:pt x="2894951" y="180934"/>
                </a:lnTo>
                <a:lnTo>
                  <a:pt x="2903176" y="180934"/>
                </a:lnTo>
                <a:lnTo>
                  <a:pt x="2903176" y="189159"/>
                </a:lnTo>
                <a:lnTo>
                  <a:pt x="2911400" y="189159"/>
                </a:lnTo>
                <a:lnTo>
                  <a:pt x="2911400" y="197383"/>
                </a:lnTo>
                <a:lnTo>
                  <a:pt x="2919624" y="197383"/>
                </a:lnTo>
                <a:lnTo>
                  <a:pt x="2919624" y="205607"/>
                </a:lnTo>
                <a:lnTo>
                  <a:pt x="2911400" y="205607"/>
                </a:lnTo>
                <a:lnTo>
                  <a:pt x="2903176" y="205607"/>
                </a:lnTo>
                <a:lnTo>
                  <a:pt x="2903176" y="197383"/>
                </a:lnTo>
                <a:lnTo>
                  <a:pt x="2894951" y="197383"/>
                </a:lnTo>
                <a:lnTo>
                  <a:pt x="2886727" y="197383"/>
                </a:lnTo>
                <a:lnTo>
                  <a:pt x="2886727" y="205607"/>
                </a:lnTo>
                <a:lnTo>
                  <a:pt x="2878503" y="205607"/>
                </a:lnTo>
                <a:lnTo>
                  <a:pt x="2878503" y="197383"/>
                </a:lnTo>
                <a:lnTo>
                  <a:pt x="2878503" y="189159"/>
                </a:lnTo>
                <a:lnTo>
                  <a:pt x="2878503" y="180934"/>
                </a:lnTo>
                <a:lnTo>
                  <a:pt x="2870279" y="180934"/>
                </a:lnTo>
                <a:lnTo>
                  <a:pt x="2862054" y="180934"/>
                </a:lnTo>
                <a:lnTo>
                  <a:pt x="2853830" y="180934"/>
                </a:lnTo>
                <a:lnTo>
                  <a:pt x="2853830" y="172710"/>
                </a:lnTo>
                <a:lnTo>
                  <a:pt x="2845606" y="172710"/>
                </a:lnTo>
                <a:lnTo>
                  <a:pt x="2837381" y="172710"/>
                </a:lnTo>
                <a:lnTo>
                  <a:pt x="2837381" y="164486"/>
                </a:lnTo>
                <a:lnTo>
                  <a:pt x="2829157" y="164486"/>
                </a:lnTo>
                <a:lnTo>
                  <a:pt x="2820933" y="164486"/>
                </a:lnTo>
                <a:lnTo>
                  <a:pt x="2820933" y="156262"/>
                </a:lnTo>
                <a:lnTo>
                  <a:pt x="2820933" y="148037"/>
                </a:lnTo>
                <a:lnTo>
                  <a:pt x="2812709" y="148037"/>
                </a:lnTo>
                <a:lnTo>
                  <a:pt x="2812709" y="139813"/>
                </a:lnTo>
                <a:lnTo>
                  <a:pt x="2804484" y="139813"/>
                </a:lnTo>
                <a:lnTo>
                  <a:pt x="2804484" y="131589"/>
                </a:lnTo>
                <a:lnTo>
                  <a:pt x="2796260" y="131589"/>
                </a:lnTo>
                <a:lnTo>
                  <a:pt x="2796260" y="123364"/>
                </a:lnTo>
                <a:lnTo>
                  <a:pt x="2788036" y="123364"/>
                </a:lnTo>
                <a:lnTo>
                  <a:pt x="2788036" y="115140"/>
                </a:lnTo>
                <a:lnTo>
                  <a:pt x="2788036" y="106916"/>
                </a:lnTo>
                <a:lnTo>
                  <a:pt x="2779811" y="106916"/>
                </a:lnTo>
                <a:lnTo>
                  <a:pt x="2779811" y="98692"/>
                </a:lnTo>
                <a:lnTo>
                  <a:pt x="2771587" y="98692"/>
                </a:lnTo>
                <a:lnTo>
                  <a:pt x="2771587" y="90467"/>
                </a:lnTo>
                <a:lnTo>
                  <a:pt x="2779811" y="90467"/>
                </a:lnTo>
                <a:lnTo>
                  <a:pt x="2788036" y="90467"/>
                </a:lnTo>
                <a:lnTo>
                  <a:pt x="2788036" y="82243"/>
                </a:lnTo>
                <a:lnTo>
                  <a:pt x="2788036" y="74019"/>
                </a:lnTo>
                <a:lnTo>
                  <a:pt x="2779811" y="74019"/>
                </a:lnTo>
                <a:lnTo>
                  <a:pt x="2779811" y="65794"/>
                </a:lnTo>
                <a:lnTo>
                  <a:pt x="2779811" y="57570"/>
                </a:lnTo>
                <a:lnTo>
                  <a:pt x="2779811" y="49346"/>
                </a:lnTo>
                <a:close/>
                <a:moveTo>
                  <a:pt x="2886727" y="156262"/>
                </a:moveTo>
                <a:lnTo>
                  <a:pt x="2886727" y="148037"/>
                </a:lnTo>
                <a:lnTo>
                  <a:pt x="2878503" y="148037"/>
                </a:lnTo>
                <a:lnTo>
                  <a:pt x="2870279" y="148037"/>
                </a:lnTo>
                <a:lnTo>
                  <a:pt x="2870279" y="156262"/>
                </a:lnTo>
                <a:lnTo>
                  <a:pt x="2878503" y="156262"/>
                </a:lnTo>
                <a:close/>
                <a:moveTo>
                  <a:pt x="2730466" y="65794"/>
                </a:moveTo>
                <a:lnTo>
                  <a:pt x="2738690" y="65794"/>
                </a:lnTo>
                <a:lnTo>
                  <a:pt x="2738690" y="74019"/>
                </a:lnTo>
                <a:lnTo>
                  <a:pt x="2730466" y="74019"/>
                </a:lnTo>
                <a:lnTo>
                  <a:pt x="2722241" y="74019"/>
                </a:lnTo>
                <a:lnTo>
                  <a:pt x="2722241" y="65794"/>
                </a:lnTo>
                <a:lnTo>
                  <a:pt x="2722241" y="57570"/>
                </a:lnTo>
                <a:lnTo>
                  <a:pt x="2730466" y="57570"/>
                </a:lnTo>
                <a:close/>
                <a:moveTo>
                  <a:pt x="2253457" y="180934"/>
                </a:moveTo>
                <a:lnTo>
                  <a:pt x="2253457" y="189159"/>
                </a:lnTo>
                <a:lnTo>
                  <a:pt x="2245232" y="189159"/>
                </a:lnTo>
                <a:lnTo>
                  <a:pt x="2245232" y="197383"/>
                </a:lnTo>
                <a:lnTo>
                  <a:pt x="2237008" y="197383"/>
                </a:lnTo>
                <a:lnTo>
                  <a:pt x="2237008" y="189159"/>
                </a:lnTo>
                <a:lnTo>
                  <a:pt x="2228784" y="189159"/>
                </a:lnTo>
                <a:lnTo>
                  <a:pt x="2228784" y="180934"/>
                </a:lnTo>
                <a:lnTo>
                  <a:pt x="2228784" y="172710"/>
                </a:lnTo>
                <a:lnTo>
                  <a:pt x="2228784" y="164486"/>
                </a:lnTo>
                <a:lnTo>
                  <a:pt x="2237008" y="164486"/>
                </a:lnTo>
                <a:lnTo>
                  <a:pt x="2245232" y="164486"/>
                </a:lnTo>
                <a:lnTo>
                  <a:pt x="2245232" y="172710"/>
                </a:lnTo>
                <a:lnTo>
                  <a:pt x="2253457" y="172710"/>
                </a:lnTo>
                <a:close/>
                <a:moveTo>
                  <a:pt x="2228784" y="205607"/>
                </a:moveTo>
                <a:lnTo>
                  <a:pt x="2228784" y="213832"/>
                </a:lnTo>
                <a:lnTo>
                  <a:pt x="2228784" y="222056"/>
                </a:lnTo>
                <a:lnTo>
                  <a:pt x="2220559" y="222056"/>
                </a:lnTo>
                <a:lnTo>
                  <a:pt x="2220559" y="213832"/>
                </a:lnTo>
                <a:lnTo>
                  <a:pt x="2212335" y="213832"/>
                </a:lnTo>
                <a:lnTo>
                  <a:pt x="2212335" y="205607"/>
                </a:lnTo>
                <a:lnTo>
                  <a:pt x="2220559" y="205607"/>
                </a:lnTo>
                <a:close/>
                <a:moveTo>
                  <a:pt x="2195886" y="296075"/>
                </a:moveTo>
                <a:lnTo>
                  <a:pt x="2195886" y="287850"/>
                </a:lnTo>
                <a:lnTo>
                  <a:pt x="2195886" y="279626"/>
                </a:lnTo>
                <a:lnTo>
                  <a:pt x="2204111" y="279626"/>
                </a:lnTo>
                <a:lnTo>
                  <a:pt x="2204111" y="287850"/>
                </a:lnTo>
                <a:lnTo>
                  <a:pt x="2204111" y="296075"/>
                </a:lnTo>
                <a:close/>
                <a:moveTo>
                  <a:pt x="2886727" y="205607"/>
                </a:moveTo>
                <a:lnTo>
                  <a:pt x="2894951" y="205607"/>
                </a:lnTo>
                <a:lnTo>
                  <a:pt x="2894951" y="213832"/>
                </a:lnTo>
                <a:lnTo>
                  <a:pt x="2886727" y="213832"/>
                </a:lnTo>
                <a:close/>
                <a:moveTo>
                  <a:pt x="2903176" y="222056"/>
                </a:moveTo>
                <a:lnTo>
                  <a:pt x="2894951" y="222056"/>
                </a:lnTo>
                <a:lnTo>
                  <a:pt x="2894951" y="213832"/>
                </a:lnTo>
                <a:lnTo>
                  <a:pt x="2903176" y="213832"/>
                </a:lnTo>
                <a:close/>
                <a:moveTo>
                  <a:pt x="2944297" y="148037"/>
                </a:moveTo>
                <a:lnTo>
                  <a:pt x="2936073" y="148037"/>
                </a:lnTo>
                <a:lnTo>
                  <a:pt x="2936073" y="139813"/>
                </a:lnTo>
                <a:lnTo>
                  <a:pt x="2936073" y="131589"/>
                </a:lnTo>
                <a:lnTo>
                  <a:pt x="2944297" y="131589"/>
                </a:lnTo>
                <a:lnTo>
                  <a:pt x="2952522" y="131589"/>
                </a:lnTo>
                <a:lnTo>
                  <a:pt x="2960746" y="131589"/>
                </a:lnTo>
                <a:lnTo>
                  <a:pt x="2960746" y="139813"/>
                </a:lnTo>
                <a:lnTo>
                  <a:pt x="2968970" y="139813"/>
                </a:lnTo>
                <a:lnTo>
                  <a:pt x="2968970" y="148037"/>
                </a:lnTo>
                <a:lnTo>
                  <a:pt x="2977194" y="148037"/>
                </a:lnTo>
                <a:lnTo>
                  <a:pt x="2977194" y="156262"/>
                </a:lnTo>
                <a:lnTo>
                  <a:pt x="2977194" y="164486"/>
                </a:lnTo>
                <a:lnTo>
                  <a:pt x="2977194" y="172710"/>
                </a:lnTo>
                <a:lnTo>
                  <a:pt x="2968970" y="172710"/>
                </a:lnTo>
                <a:lnTo>
                  <a:pt x="2960746" y="172710"/>
                </a:lnTo>
                <a:lnTo>
                  <a:pt x="2952522" y="172710"/>
                </a:lnTo>
                <a:lnTo>
                  <a:pt x="2944297" y="172710"/>
                </a:lnTo>
                <a:lnTo>
                  <a:pt x="2944297" y="164486"/>
                </a:lnTo>
                <a:lnTo>
                  <a:pt x="2944297" y="156262"/>
                </a:lnTo>
                <a:close/>
                <a:moveTo>
                  <a:pt x="2919624" y="180934"/>
                </a:moveTo>
                <a:lnTo>
                  <a:pt x="2919624" y="172710"/>
                </a:lnTo>
                <a:lnTo>
                  <a:pt x="2927849" y="172710"/>
                </a:lnTo>
                <a:lnTo>
                  <a:pt x="2927849" y="180934"/>
                </a:lnTo>
                <a:close/>
                <a:moveTo>
                  <a:pt x="3001867" y="189159"/>
                </a:moveTo>
                <a:lnTo>
                  <a:pt x="3001867" y="197383"/>
                </a:lnTo>
                <a:lnTo>
                  <a:pt x="3001867" y="205607"/>
                </a:lnTo>
                <a:lnTo>
                  <a:pt x="3001867" y="213832"/>
                </a:lnTo>
                <a:lnTo>
                  <a:pt x="3001867" y="222056"/>
                </a:lnTo>
                <a:lnTo>
                  <a:pt x="2993643" y="222056"/>
                </a:lnTo>
                <a:lnTo>
                  <a:pt x="2993643" y="213832"/>
                </a:lnTo>
                <a:lnTo>
                  <a:pt x="2993643" y="205607"/>
                </a:lnTo>
                <a:lnTo>
                  <a:pt x="2993643" y="197383"/>
                </a:lnTo>
                <a:lnTo>
                  <a:pt x="2993643" y="189159"/>
                </a:lnTo>
                <a:close/>
                <a:moveTo>
                  <a:pt x="2919624" y="238505"/>
                </a:moveTo>
                <a:lnTo>
                  <a:pt x="2919624" y="230280"/>
                </a:lnTo>
                <a:lnTo>
                  <a:pt x="2927849" y="230280"/>
                </a:lnTo>
                <a:lnTo>
                  <a:pt x="2927849" y="238505"/>
                </a:lnTo>
                <a:close/>
                <a:moveTo>
                  <a:pt x="2944297" y="271402"/>
                </a:moveTo>
                <a:lnTo>
                  <a:pt x="2936073" y="271402"/>
                </a:lnTo>
                <a:lnTo>
                  <a:pt x="2936073" y="263177"/>
                </a:lnTo>
                <a:lnTo>
                  <a:pt x="2936073" y="254953"/>
                </a:lnTo>
                <a:lnTo>
                  <a:pt x="2936073" y="246729"/>
                </a:lnTo>
                <a:lnTo>
                  <a:pt x="2936073" y="238505"/>
                </a:lnTo>
                <a:lnTo>
                  <a:pt x="2944297" y="238505"/>
                </a:lnTo>
                <a:lnTo>
                  <a:pt x="2944297" y="246729"/>
                </a:lnTo>
                <a:lnTo>
                  <a:pt x="2944297" y="254953"/>
                </a:lnTo>
                <a:lnTo>
                  <a:pt x="2952522" y="254953"/>
                </a:lnTo>
                <a:lnTo>
                  <a:pt x="2952522" y="263177"/>
                </a:lnTo>
                <a:lnTo>
                  <a:pt x="2944297" y="263177"/>
                </a:lnTo>
                <a:close/>
                <a:moveTo>
                  <a:pt x="2960746" y="279626"/>
                </a:moveTo>
                <a:lnTo>
                  <a:pt x="2960746" y="271402"/>
                </a:lnTo>
                <a:lnTo>
                  <a:pt x="2960746" y="263177"/>
                </a:lnTo>
                <a:lnTo>
                  <a:pt x="2968970" y="263177"/>
                </a:lnTo>
                <a:lnTo>
                  <a:pt x="2977194" y="263177"/>
                </a:lnTo>
                <a:lnTo>
                  <a:pt x="2985419" y="263177"/>
                </a:lnTo>
                <a:lnTo>
                  <a:pt x="2993643" y="263177"/>
                </a:lnTo>
                <a:lnTo>
                  <a:pt x="2993643" y="271402"/>
                </a:lnTo>
                <a:lnTo>
                  <a:pt x="2993643" y="279626"/>
                </a:lnTo>
                <a:lnTo>
                  <a:pt x="2985419" y="279626"/>
                </a:lnTo>
                <a:lnTo>
                  <a:pt x="2985419" y="287850"/>
                </a:lnTo>
                <a:lnTo>
                  <a:pt x="2977194" y="287850"/>
                </a:lnTo>
                <a:lnTo>
                  <a:pt x="2977194" y="296075"/>
                </a:lnTo>
                <a:lnTo>
                  <a:pt x="2968970" y="296075"/>
                </a:lnTo>
                <a:lnTo>
                  <a:pt x="2960746" y="296075"/>
                </a:lnTo>
                <a:lnTo>
                  <a:pt x="2952522" y="296075"/>
                </a:lnTo>
                <a:lnTo>
                  <a:pt x="2944297" y="296075"/>
                </a:lnTo>
                <a:lnTo>
                  <a:pt x="2944297" y="287850"/>
                </a:lnTo>
                <a:lnTo>
                  <a:pt x="2952522" y="287850"/>
                </a:lnTo>
                <a:lnTo>
                  <a:pt x="2952522" y="279626"/>
                </a:lnTo>
                <a:close/>
                <a:moveTo>
                  <a:pt x="2911400" y="304299"/>
                </a:moveTo>
                <a:lnTo>
                  <a:pt x="2911400" y="296075"/>
                </a:lnTo>
                <a:lnTo>
                  <a:pt x="2919624" y="296075"/>
                </a:lnTo>
                <a:lnTo>
                  <a:pt x="2919624" y="304299"/>
                </a:lnTo>
                <a:close/>
                <a:moveTo>
                  <a:pt x="2911400" y="345420"/>
                </a:moveTo>
                <a:lnTo>
                  <a:pt x="2919624" y="345420"/>
                </a:lnTo>
                <a:lnTo>
                  <a:pt x="2919624" y="337196"/>
                </a:lnTo>
                <a:lnTo>
                  <a:pt x="2919624" y="328972"/>
                </a:lnTo>
                <a:lnTo>
                  <a:pt x="2919624" y="320747"/>
                </a:lnTo>
                <a:lnTo>
                  <a:pt x="2919624" y="312523"/>
                </a:lnTo>
                <a:lnTo>
                  <a:pt x="2927849" y="312523"/>
                </a:lnTo>
                <a:lnTo>
                  <a:pt x="2927849" y="304299"/>
                </a:lnTo>
                <a:lnTo>
                  <a:pt x="2936073" y="304299"/>
                </a:lnTo>
                <a:lnTo>
                  <a:pt x="2936073" y="312523"/>
                </a:lnTo>
                <a:lnTo>
                  <a:pt x="2936073" y="320747"/>
                </a:lnTo>
                <a:lnTo>
                  <a:pt x="2936073" y="328972"/>
                </a:lnTo>
                <a:lnTo>
                  <a:pt x="2944297" y="328972"/>
                </a:lnTo>
                <a:lnTo>
                  <a:pt x="2952522" y="328972"/>
                </a:lnTo>
                <a:lnTo>
                  <a:pt x="2960746" y="328972"/>
                </a:lnTo>
                <a:lnTo>
                  <a:pt x="2960746" y="337196"/>
                </a:lnTo>
                <a:lnTo>
                  <a:pt x="2960746" y="345420"/>
                </a:lnTo>
                <a:lnTo>
                  <a:pt x="2960746" y="353645"/>
                </a:lnTo>
                <a:lnTo>
                  <a:pt x="2960746" y="361869"/>
                </a:lnTo>
                <a:lnTo>
                  <a:pt x="2952522" y="361869"/>
                </a:lnTo>
                <a:lnTo>
                  <a:pt x="2952522" y="370093"/>
                </a:lnTo>
                <a:lnTo>
                  <a:pt x="2944297" y="370093"/>
                </a:lnTo>
                <a:lnTo>
                  <a:pt x="2936073" y="370093"/>
                </a:lnTo>
                <a:lnTo>
                  <a:pt x="2927849" y="370093"/>
                </a:lnTo>
                <a:lnTo>
                  <a:pt x="2919624" y="370093"/>
                </a:lnTo>
                <a:lnTo>
                  <a:pt x="2919624" y="361869"/>
                </a:lnTo>
                <a:lnTo>
                  <a:pt x="2919624" y="353645"/>
                </a:lnTo>
                <a:lnTo>
                  <a:pt x="2911400" y="353645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8" name="Vector 8">
            <a:extLst xmlns:a="http://schemas.openxmlformats.org/drawingml/2006/main">
              <a:ext uri="{FF2B5EF4-FFF2-40B4-BE49-F238E27FC236}">
                <a16:creationId xmlns:a16="http://schemas.microsoft.com/office/drawing/2014/main" id="{E162950B-D03C-4FF1-BA73-3B601251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15" y="2577561"/>
            <a:ext cx="3067662" cy="534579"/>
          </a:xfrm>
          <a:custGeom xmlns:a="http://schemas.openxmlformats.org/drawingml/2006/main">
            <a:pathLst>
              <a:path w="3067662" h="534579">
                <a:moveTo>
                  <a:pt x="0" y="156262"/>
                </a:moveTo>
                <a:lnTo>
                  <a:pt x="0" y="148037"/>
                </a:lnTo>
                <a:lnTo>
                  <a:pt x="8224" y="148037"/>
                </a:lnTo>
                <a:lnTo>
                  <a:pt x="16449" y="148037"/>
                </a:lnTo>
                <a:lnTo>
                  <a:pt x="24673" y="148037"/>
                </a:lnTo>
                <a:lnTo>
                  <a:pt x="24673" y="156262"/>
                </a:lnTo>
                <a:lnTo>
                  <a:pt x="24673" y="164486"/>
                </a:lnTo>
                <a:lnTo>
                  <a:pt x="32897" y="164486"/>
                </a:lnTo>
                <a:lnTo>
                  <a:pt x="41121" y="164486"/>
                </a:lnTo>
                <a:lnTo>
                  <a:pt x="41121" y="156262"/>
                </a:lnTo>
                <a:lnTo>
                  <a:pt x="41121" y="148037"/>
                </a:lnTo>
                <a:lnTo>
                  <a:pt x="49346" y="148037"/>
                </a:lnTo>
                <a:lnTo>
                  <a:pt x="57570" y="148037"/>
                </a:lnTo>
                <a:lnTo>
                  <a:pt x="57570" y="156262"/>
                </a:lnTo>
                <a:lnTo>
                  <a:pt x="65794" y="156262"/>
                </a:lnTo>
                <a:lnTo>
                  <a:pt x="65794" y="164486"/>
                </a:lnTo>
                <a:lnTo>
                  <a:pt x="74019" y="164486"/>
                </a:lnTo>
                <a:lnTo>
                  <a:pt x="74019" y="172710"/>
                </a:lnTo>
                <a:lnTo>
                  <a:pt x="74019" y="180934"/>
                </a:lnTo>
                <a:lnTo>
                  <a:pt x="74019" y="189159"/>
                </a:lnTo>
                <a:lnTo>
                  <a:pt x="65794" y="189159"/>
                </a:lnTo>
                <a:lnTo>
                  <a:pt x="57570" y="189159"/>
                </a:lnTo>
                <a:lnTo>
                  <a:pt x="57570" y="197383"/>
                </a:lnTo>
                <a:lnTo>
                  <a:pt x="57570" y="205607"/>
                </a:lnTo>
                <a:lnTo>
                  <a:pt x="57570" y="213832"/>
                </a:lnTo>
                <a:lnTo>
                  <a:pt x="49346" y="213832"/>
                </a:lnTo>
                <a:lnTo>
                  <a:pt x="41121" y="213832"/>
                </a:lnTo>
                <a:lnTo>
                  <a:pt x="41121" y="205607"/>
                </a:lnTo>
                <a:lnTo>
                  <a:pt x="32897" y="205607"/>
                </a:lnTo>
                <a:lnTo>
                  <a:pt x="24673" y="205607"/>
                </a:lnTo>
                <a:lnTo>
                  <a:pt x="16449" y="205607"/>
                </a:lnTo>
                <a:lnTo>
                  <a:pt x="16449" y="197383"/>
                </a:lnTo>
                <a:lnTo>
                  <a:pt x="16449" y="189159"/>
                </a:lnTo>
                <a:lnTo>
                  <a:pt x="8224" y="189159"/>
                </a:lnTo>
                <a:lnTo>
                  <a:pt x="0" y="189159"/>
                </a:lnTo>
                <a:lnTo>
                  <a:pt x="0" y="180934"/>
                </a:lnTo>
                <a:lnTo>
                  <a:pt x="8224" y="180934"/>
                </a:lnTo>
                <a:lnTo>
                  <a:pt x="16449" y="180934"/>
                </a:lnTo>
                <a:lnTo>
                  <a:pt x="16449" y="172710"/>
                </a:lnTo>
                <a:lnTo>
                  <a:pt x="16449" y="164486"/>
                </a:lnTo>
                <a:lnTo>
                  <a:pt x="8224" y="164486"/>
                </a:lnTo>
                <a:lnTo>
                  <a:pt x="0" y="164486"/>
                </a:lnTo>
                <a:close/>
                <a:moveTo>
                  <a:pt x="90467" y="197383"/>
                </a:moveTo>
                <a:lnTo>
                  <a:pt x="90467" y="205607"/>
                </a:lnTo>
                <a:lnTo>
                  <a:pt x="82243" y="205607"/>
                </a:lnTo>
                <a:lnTo>
                  <a:pt x="82243" y="197383"/>
                </a:lnTo>
                <a:lnTo>
                  <a:pt x="82243" y="189159"/>
                </a:lnTo>
                <a:lnTo>
                  <a:pt x="82243" y="180934"/>
                </a:lnTo>
                <a:lnTo>
                  <a:pt x="90467" y="180934"/>
                </a:lnTo>
                <a:lnTo>
                  <a:pt x="90467" y="189159"/>
                </a:lnTo>
                <a:lnTo>
                  <a:pt x="98692" y="189159"/>
                </a:lnTo>
                <a:lnTo>
                  <a:pt x="106916" y="189159"/>
                </a:lnTo>
                <a:lnTo>
                  <a:pt x="115140" y="189159"/>
                </a:lnTo>
                <a:lnTo>
                  <a:pt x="123364" y="189159"/>
                </a:lnTo>
                <a:lnTo>
                  <a:pt x="131589" y="189159"/>
                </a:lnTo>
                <a:lnTo>
                  <a:pt x="131589" y="197383"/>
                </a:lnTo>
                <a:lnTo>
                  <a:pt x="131589" y="205607"/>
                </a:lnTo>
                <a:lnTo>
                  <a:pt x="123364" y="205607"/>
                </a:lnTo>
                <a:lnTo>
                  <a:pt x="123364" y="197383"/>
                </a:lnTo>
                <a:lnTo>
                  <a:pt x="115140" y="197383"/>
                </a:lnTo>
                <a:lnTo>
                  <a:pt x="106916" y="197383"/>
                </a:lnTo>
                <a:lnTo>
                  <a:pt x="98692" y="197383"/>
                </a:lnTo>
                <a:close/>
                <a:moveTo>
                  <a:pt x="172710" y="197383"/>
                </a:moveTo>
                <a:lnTo>
                  <a:pt x="164486" y="197383"/>
                </a:lnTo>
                <a:lnTo>
                  <a:pt x="164486" y="189159"/>
                </a:lnTo>
                <a:lnTo>
                  <a:pt x="172710" y="189159"/>
                </a:lnTo>
                <a:lnTo>
                  <a:pt x="180934" y="189159"/>
                </a:lnTo>
                <a:lnTo>
                  <a:pt x="180934" y="197383"/>
                </a:lnTo>
                <a:close/>
                <a:moveTo>
                  <a:pt x="180934" y="205607"/>
                </a:moveTo>
                <a:lnTo>
                  <a:pt x="180934" y="197383"/>
                </a:lnTo>
                <a:lnTo>
                  <a:pt x="189159" y="197383"/>
                </a:lnTo>
                <a:lnTo>
                  <a:pt x="189159" y="205607"/>
                </a:lnTo>
                <a:close/>
                <a:moveTo>
                  <a:pt x="164486" y="213832"/>
                </a:moveTo>
                <a:lnTo>
                  <a:pt x="156262" y="213832"/>
                </a:lnTo>
                <a:lnTo>
                  <a:pt x="156262" y="222056"/>
                </a:lnTo>
                <a:lnTo>
                  <a:pt x="148037" y="222056"/>
                </a:lnTo>
                <a:lnTo>
                  <a:pt x="148037" y="213832"/>
                </a:lnTo>
                <a:lnTo>
                  <a:pt x="148037" y="205607"/>
                </a:lnTo>
                <a:lnTo>
                  <a:pt x="156262" y="205607"/>
                </a:lnTo>
                <a:lnTo>
                  <a:pt x="164486" y="205607"/>
                </a:lnTo>
                <a:lnTo>
                  <a:pt x="172710" y="205607"/>
                </a:lnTo>
                <a:lnTo>
                  <a:pt x="172710" y="213832"/>
                </a:lnTo>
                <a:close/>
                <a:moveTo>
                  <a:pt x="172710" y="213832"/>
                </a:moveTo>
                <a:lnTo>
                  <a:pt x="180934" y="213832"/>
                </a:lnTo>
                <a:lnTo>
                  <a:pt x="180934" y="222056"/>
                </a:lnTo>
                <a:lnTo>
                  <a:pt x="172710" y="222056"/>
                </a:lnTo>
                <a:close/>
                <a:moveTo>
                  <a:pt x="74019" y="222056"/>
                </a:moveTo>
                <a:lnTo>
                  <a:pt x="65794" y="222056"/>
                </a:lnTo>
                <a:lnTo>
                  <a:pt x="57570" y="222056"/>
                </a:lnTo>
                <a:lnTo>
                  <a:pt x="57570" y="213832"/>
                </a:lnTo>
                <a:lnTo>
                  <a:pt x="65794" y="213832"/>
                </a:lnTo>
                <a:lnTo>
                  <a:pt x="74019" y="213832"/>
                </a:lnTo>
                <a:close/>
                <a:moveTo>
                  <a:pt x="90467" y="222056"/>
                </a:moveTo>
                <a:lnTo>
                  <a:pt x="90467" y="213832"/>
                </a:lnTo>
                <a:lnTo>
                  <a:pt x="98692" y="213832"/>
                </a:lnTo>
                <a:lnTo>
                  <a:pt x="98692" y="222056"/>
                </a:lnTo>
                <a:close/>
                <a:moveTo>
                  <a:pt x="123364" y="254953"/>
                </a:moveTo>
                <a:lnTo>
                  <a:pt x="115140" y="254953"/>
                </a:lnTo>
                <a:lnTo>
                  <a:pt x="115140" y="246729"/>
                </a:lnTo>
                <a:lnTo>
                  <a:pt x="115140" y="238505"/>
                </a:lnTo>
                <a:lnTo>
                  <a:pt x="115140" y="230280"/>
                </a:lnTo>
                <a:lnTo>
                  <a:pt x="115140" y="222056"/>
                </a:lnTo>
                <a:lnTo>
                  <a:pt x="123364" y="222056"/>
                </a:lnTo>
                <a:lnTo>
                  <a:pt x="123364" y="230280"/>
                </a:lnTo>
                <a:lnTo>
                  <a:pt x="123364" y="238505"/>
                </a:lnTo>
                <a:lnTo>
                  <a:pt x="123364" y="246729"/>
                </a:lnTo>
                <a:close/>
                <a:moveTo>
                  <a:pt x="197383" y="222056"/>
                </a:moveTo>
                <a:lnTo>
                  <a:pt x="197383" y="230280"/>
                </a:lnTo>
                <a:lnTo>
                  <a:pt x="189159" y="230280"/>
                </a:lnTo>
                <a:lnTo>
                  <a:pt x="180934" y="230280"/>
                </a:lnTo>
                <a:lnTo>
                  <a:pt x="180934" y="222056"/>
                </a:lnTo>
                <a:lnTo>
                  <a:pt x="189159" y="222056"/>
                </a:lnTo>
                <a:close/>
                <a:moveTo>
                  <a:pt x="32897" y="230280"/>
                </a:moveTo>
                <a:lnTo>
                  <a:pt x="32897" y="222056"/>
                </a:lnTo>
                <a:lnTo>
                  <a:pt x="41121" y="222056"/>
                </a:lnTo>
                <a:lnTo>
                  <a:pt x="41121" y="230280"/>
                </a:lnTo>
                <a:close/>
                <a:moveTo>
                  <a:pt x="82243" y="230280"/>
                </a:moveTo>
                <a:lnTo>
                  <a:pt x="82243" y="222056"/>
                </a:lnTo>
                <a:lnTo>
                  <a:pt x="90467" y="222056"/>
                </a:lnTo>
                <a:lnTo>
                  <a:pt x="90467" y="230280"/>
                </a:lnTo>
                <a:close/>
                <a:moveTo>
                  <a:pt x="156262" y="222056"/>
                </a:moveTo>
                <a:lnTo>
                  <a:pt x="164486" y="222056"/>
                </a:lnTo>
                <a:lnTo>
                  <a:pt x="164486" y="230280"/>
                </a:lnTo>
                <a:lnTo>
                  <a:pt x="156262" y="230280"/>
                </a:lnTo>
                <a:close/>
                <a:moveTo>
                  <a:pt x="172710" y="238505"/>
                </a:moveTo>
                <a:lnTo>
                  <a:pt x="172710" y="230280"/>
                </a:lnTo>
                <a:lnTo>
                  <a:pt x="180934" y="230280"/>
                </a:lnTo>
                <a:lnTo>
                  <a:pt x="180934" y="238505"/>
                </a:lnTo>
                <a:close/>
                <a:moveTo>
                  <a:pt x="189159" y="263177"/>
                </a:moveTo>
                <a:lnTo>
                  <a:pt x="180934" y="263177"/>
                </a:lnTo>
                <a:lnTo>
                  <a:pt x="180934" y="254953"/>
                </a:lnTo>
                <a:lnTo>
                  <a:pt x="180934" y="246729"/>
                </a:lnTo>
                <a:lnTo>
                  <a:pt x="180934" y="238505"/>
                </a:lnTo>
                <a:lnTo>
                  <a:pt x="189159" y="238505"/>
                </a:lnTo>
                <a:lnTo>
                  <a:pt x="189159" y="246729"/>
                </a:lnTo>
                <a:lnTo>
                  <a:pt x="189159" y="254953"/>
                </a:lnTo>
                <a:close/>
                <a:moveTo>
                  <a:pt x="82243" y="254953"/>
                </a:moveTo>
                <a:lnTo>
                  <a:pt x="82243" y="246729"/>
                </a:lnTo>
                <a:lnTo>
                  <a:pt x="90467" y="246729"/>
                </a:lnTo>
                <a:lnTo>
                  <a:pt x="90467" y="254953"/>
                </a:lnTo>
                <a:close/>
                <a:moveTo>
                  <a:pt x="90467" y="254953"/>
                </a:moveTo>
                <a:lnTo>
                  <a:pt x="98692" y="254953"/>
                </a:lnTo>
                <a:lnTo>
                  <a:pt x="98692" y="263177"/>
                </a:lnTo>
                <a:lnTo>
                  <a:pt x="98692" y="271402"/>
                </a:lnTo>
                <a:lnTo>
                  <a:pt x="98692" y="279626"/>
                </a:lnTo>
                <a:lnTo>
                  <a:pt x="90467" y="279626"/>
                </a:lnTo>
                <a:lnTo>
                  <a:pt x="90467" y="271402"/>
                </a:lnTo>
                <a:lnTo>
                  <a:pt x="90467" y="263177"/>
                </a:lnTo>
                <a:close/>
                <a:moveTo>
                  <a:pt x="164486" y="287850"/>
                </a:moveTo>
                <a:lnTo>
                  <a:pt x="156262" y="287850"/>
                </a:lnTo>
                <a:lnTo>
                  <a:pt x="148037" y="287850"/>
                </a:lnTo>
                <a:lnTo>
                  <a:pt x="148037" y="279626"/>
                </a:lnTo>
                <a:lnTo>
                  <a:pt x="156262" y="279626"/>
                </a:lnTo>
                <a:lnTo>
                  <a:pt x="164486" y="279626"/>
                </a:lnTo>
                <a:close/>
                <a:moveTo>
                  <a:pt x="106916" y="279626"/>
                </a:moveTo>
                <a:lnTo>
                  <a:pt x="106916" y="287850"/>
                </a:lnTo>
                <a:lnTo>
                  <a:pt x="98692" y="287850"/>
                </a:lnTo>
                <a:lnTo>
                  <a:pt x="98692" y="279626"/>
                </a:lnTo>
                <a:close/>
                <a:moveTo>
                  <a:pt x="106916" y="296075"/>
                </a:moveTo>
                <a:lnTo>
                  <a:pt x="106916" y="287850"/>
                </a:lnTo>
                <a:lnTo>
                  <a:pt x="115140" y="287850"/>
                </a:lnTo>
                <a:lnTo>
                  <a:pt x="115140" y="296075"/>
                </a:lnTo>
                <a:close/>
                <a:moveTo>
                  <a:pt x="123364" y="312523"/>
                </a:moveTo>
                <a:lnTo>
                  <a:pt x="123364" y="304299"/>
                </a:lnTo>
                <a:lnTo>
                  <a:pt x="131589" y="304299"/>
                </a:lnTo>
                <a:lnTo>
                  <a:pt x="131589" y="312523"/>
                </a:lnTo>
                <a:close/>
                <a:moveTo>
                  <a:pt x="139813" y="312523"/>
                </a:moveTo>
                <a:lnTo>
                  <a:pt x="139813" y="320747"/>
                </a:lnTo>
                <a:lnTo>
                  <a:pt x="131589" y="320747"/>
                </a:lnTo>
                <a:lnTo>
                  <a:pt x="131589" y="312523"/>
                </a:lnTo>
                <a:close/>
                <a:moveTo>
                  <a:pt x="139813" y="328972"/>
                </a:moveTo>
                <a:lnTo>
                  <a:pt x="139813" y="320747"/>
                </a:lnTo>
                <a:lnTo>
                  <a:pt x="148037" y="320747"/>
                </a:lnTo>
                <a:lnTo>
                  <a:pt x="148037" y="328972"/>
                </a:lnTo>
                <a:close/>
                <a:moveTo>
                  <a:pt x="164486" y="337196"/>
                </a:moveTo>
                <a:lnTo>
                  <a:pt x="164486" y="328972"/>
                </a:lnTo>
                <a:lnTo>
                  <a:pt x="172710" y="328972"/>
                </a:lnTo>
                <a:lnTo>
                  <a:pt x="172710" y="337196"/>
                </a:lnTo>
                <a:close/>
                <a:moveTo>
                  <a:pt x="205607" y="205607"/>
                </a:moveTo>
                <a:lnTo>
                  <a:pt x="213832" y="205607"/>
                </a:lnTo>
                <a:lnTo>
                  <a:pt x="213832" y="213832"/>
                </a:lnTo>
                <a:lnTo>
                  <a:pt x="205607" y="213832"/>
                </a:lnTo>
                <a:close/>
                <a:moveTo>
                  <a:pt x="205607" y="238505"/>
                </a:moveTo>
                <a:lnTo>
                  <a:pt x="197383" y="238505"/>
                </a:lnTo>
                <a:lnTo>
                  <a:pt x="197383" y="230280"/>
                </a:lnTo>
                <a:lnTo>
                  <a:pt x="205607" y="230280"/>
                </a:lnTo>
                <a:close/>
                <a:moveTo>
                  <a:pt x="213832" y="238505"/>
                </a:moveTo>
                <a:lnTo>
                  <a:pt x="213832" y="246729"/>
                </a:lnTo>
                <a:lnTo>
                  <a:pt x="205607" y="246729"/>
                </a:lnTo>
                <a:lnTo>
                  <a:pt x="205607" y="238505"/>
                </a:lnTo>
                <a:close/>
                <a:moveTo>
                  <a:pt x="213832" y="254953"/>
                </a:moveTo>
                <a:lnTo>
                  <a:pt x="213832" y="246729"/>
                </a:lnTo>
                <a:lnTo>
                  <a:pt x="222056" y="246729"/>
                </a:lnTo>
                <a:lnTo>
                  <a:pt x="222056" y="254953"/>
                </a:lnTo>
                <a:close/>
                <a:moveTo>
                  <a:pt x="246729" y="263177"/>
                </a:moveTo>
                <a:lnTo>
                  <a:pt x="246729" y="254953"/>
                </a:lnTo>
                <a:lnTo>
                  <a:pt x="254953" y="254953"/>
                </a:lnTo>
                <a:lnTo>
                  <a:pt x="254953" y="263177"/>
                </a:lnTo>
                <a:close/>
                <a:moveTo>
                  <a:pt x="238505" y="279626"/>
                </a:moveTo>
                <a:lnTo>
                  <a:pt x="238505" y="271402"/>
                </a:lnTo>
                <a:lnTo>
                  <a:pt x="246729" y="271402"/>
                </a:lnTo>
                <a:lnTo>
                  <a:pt x="246729" y="279626"/>
                </a:lnTo>
                <a:lnTo>
                  <a:pt x="254953" y="279626"/>
                </a:lnTo>
                <a:lnTo>
                  <a:pt x="263177" y="279626"/>
                </a:lnTo>
                <a:lnTo>
                  <a:pt x="271402" y="279626"/>
                </a:lnTo>
                <a:lnTo>
                  <a:pt x="279626" y="279626"/>
                </a:lnTo>
                <a:lnTo>
                  <a:pt x="279626" y="287850"/>
                </a:lnTo>
                <a:lnTo>
                  <a:pt x="279626" y="296075"/>
                </a:lnTo>
                <a:lnTo>
                  <a:pt x="271402" y="296075"/>
                </a:lnTo>
                <a:lnTo>
                  <a:pt x="271402" y="287850"/>
                </a:lnTo>
                <a:lnTo>
                  <a:pt x="263177" y="287850"/>
                </a:lnTo>
                <a:lnTo>
                  <a:pt x="254953" y="287850"/>
                </a:lnTo>
                <a:lnTo>
                  <a:pt x="254953" y="296075"/>
                </a:lnTo>
                <a:lnTo>
                  <a:pt x="254953" y="304299"/>
                </a:lnTo>
                <a:lnTo>
                  <a:pt x="254953" y="312523"/>
                </a:lnTo>
                <a:lnTo>
                  <a:pt x="263177" y="312523"/>
                </a:lnTo>
                <a:lnTo>
                  <a:pt x="263177" y="320747"/>
                </a:lnTo>
                <a:lnTo>
                  <a:pt x="263177" y="328972"/>
                </a:lnTo>
                <a:lnTo>
                  <a:pt x="271402" y="328972"/>
                </a:lnTo>
                <a:lnTo>
                  <a:pt x="279626" y="328972"/>
                </a:lnTo>
                <a:lnTo>
                  <a:pt x="279626" y="337196"/>
                </a:lnTo>
                <a:lnTo>
                  <a:pt x="287850" y="337196"/>
                </a:lnTo>
                <a:lnTo>
                  <a:pt x="296075" y="337196"/>
                </a:lnTo>
                <a:lnTo>
                  <a:pt x="296075" y="328972"/>
                </a:lnTo>
                <a:lnTo>
                  <a:pt x="296075" y="320747"/>
                </a:lnTo>
                <a:lnTo>
                  <a:pt x="304299" y="320747"/>
                </a:lnTo>
                <a:lnTo>
                  <a:pt x="304299" y="328972"/>
                </a:lnTo>
                <a:lnTo>
                  <a:pt x="304299" y="337196"/>
                </a:lnTo>
                <a:lnTo>
                  <a:pt x="304299" y="345420"/>
                </a:lnTo>
                <a:lnTo>
                  <a:pt x="312523" y="345420"/>
                </a:lnTo>
                <a:lnTo>
                  <a:pt x="320747" y="345420"/>
                </a:lnTo>
                <a:lnTo>
                  <a:pt x="328972" y="345420"/>
                </a:lnTo>
                <a:lnTo>
                  <a:pt x="328972" y="353645"/>
                </a:lnTo>
                <a:lnTo>
                  <a:pt x="328972" y="361869"/>
                </a:lnTo>
                <a:lnTo>
                  <a:pt x="328972" y="370093"/>
                </a:lnTo>
                <a:lnTo>
                  <a:pt x="328972" y="378318"/>
                </a:lnTo>
                <a:lnTo>
                  <a:pt x="328972" y="386542"/>
                </a:lnTo>
                <a:lnTo>
                  <a:pt x="320747" y="386542"/>
                </a:lnTo>
                <a:lnTo>
                  <a:pt x="320747" y="378318"/>
                </a:lnTo>
                <a:lnTo>
                  <a:pt x="320747" y="370093"/>
                </a:lnTo>
                <a:lnTo>
                  <a:pt x="320747" y="361869"/>
                </a:lnTo>
                <a:lnTo>
                  <a:pt x="320747" y="353645"/>
                </a:lnTo>
                <a:lnTo>
                  <a:pt x="312523" y="353645"/>
                </a:lnTo>
                <a:lnTo>
                  <a:pt x="304299" y="353645"/>
                </a:lnTo>
                <a:lnTo>
                  <a:pt x="296075" y="353645"/>
                </a:lnTo>
                <a:lnTo>
                  <a:pt x="287850" y="353645"/>
                </a:lnTo>
                <a:lnTo>
                  <a:pt x="287850" y="361869"/>
                </a:lnTo>
                <a:lnTo>
                  <a:pt x="287850" y="370093"/>
                </a:lnTo>
                <a:lnTo>
                  <a:pt x="287850" y="378318"/>
                </a:lnTo>
                <a:lnTo>
                  <a:pt x="287850" y="386542"/>
                </a:lnTo>
                <a:lnTo>
                  <a:pt x="287850" y="394766"/>
                </a:lnTo>
                <a:lnTo>
                  <a:pt x="279626" y="394766"/>
                </a:lnTo>
                <a:lnTo>
                  <a:pt x="279626" y="386542"/>
                </a:lnTo>
                <a:lnTo>
                  <a:pt x="271402" y="386542"/>
                </a:lnTo>
                <a:lnTo>
                  <a:pt x="271402" y="378318"/>
                </a:lnTo>
                <a:lnTo>
                  <a:pt x="263177" y="378318"/>
                </a:lnTo>
                <a:lnTo>
                  <a:pt x="254953" y="378318"/>
                </a:lnTo>
                <a:lnTo>
                  <a:pt x="254953" y="370093"/>
                </a:lnTo>
                <a:lnTo>
                  <a:pt x="254953" y="361869"/>
                </a:lnTo>
                <a:lnTo>
                  <a:pt x="263177" y="361869"/>
                </a:lnTo>
                <a:lnTo>
                  <a:pt x="263177" y="353645"/>
                </a:lnTo>
                <a:lnTo>
                  <a:pt x="263177" y="345420"/>
                </a:lnTo>
                <a:lnTo>
                  <a:pt x="254953" y="345420"/>
                </a:lnTo>
                <a:lnTo>
                  <a:pt x="254953" y="337196"/>
                </a:lnTo>
                <a:lnTo>
                  <a:pt x="254953" y="328972"/>
                </a:lnTo>
                <a:lnTo>
                  <a:pt x="246729" y="328972"/>
                </a:lnTo>
                <a:lnTo>
                  <a:pt x="246729" y="320747"/>
                </a:lnTo>
                <a:lnTo>
                  <a:pt x="238505" y="320747"/>
                </a:lnTo>
                <a:lnTo>
                  <a:pt x="238505" y="312523"/>
                </a:lnTo>
                <a:lnTo>
                  <a:pt x="238505" y="304299"/>
                </a:lnTo>
                <a:lnTo>
                  <a:pt x="246729" y="304299"/>
                </a:lnTo>
                <a:lnTo>
                  <a:pt x="246729" y="296075"/>
                </a:lnTo>
                <a:lnTo>
                  <a:pt x="246729" y="287850"/>
                </a:lnTo>
                <a:lnTo>
                  <a:pt x="238505" y="287850"/>
                </a:lnTo>
                <a:close/>
                <a:moveTo>
                  <a:pt x="263177" y="337196"/>
                </a:moveTo>
                <a:lnTo>
                  <a:pt x="263177" y="345420"/>
                </a:lnTo>
                <a:lnTo>
                  <a:pt x="271402" y="345420"/>
                </a:lnTo>
                <a:lnTo>
                  <a:pt x="271402" y="337196"/>
                </a:lnTo>
                <a:close/>
                <a:moveTo>
                  <a:pt x="271402" y="361869"/>
                </a:moveTo>
                <a:lnTo>
                  <a:pt x="263177" y="361869"/>
                </a:lnTo>
                <a:lnTo>
                  <a:pt x="263177" y="370093"/>
                </a:lnTo>
                <a:lnTo>
                  <a:pt x="271402" y="370093"/>
                </a:lnTo>
                <a:close/>
                <a:moveTo>
                  <a:pt x="279626" y="353645"/>
                </a:moveTo>
                <a:lnTo>
                  <a:pt x="287850" y="353645"/>
                </a:lnTo>
                <a:lnTo>
                  <a:pt x="287850" y="345420"/>
                </a:lnTo>
                <a:lnTo>
                  <a:pt x="279626" y="345420"/>
                </a:lnTo>
                <a:close/>
                <a:moveTo>
                  <a:pt x="222056" y="296075"/>
                </a:moveTo>
                <a:lnTo>
                  <a:pt x="230280" y="296075"/>
                </a:lnTo>
                <a:lnTo>
                  <a:pt x="230280" y="304299"/>
                </a:lnTo>
                <a:lnTo>
                  <a:pt x="230280" y="312523"/>
                </a:lnTo>
                <a:lnTo>
                  <a:pt x="230280" y="320747"/>
                </a:lnTo>
                <a:lnTo>
                  <a:pt x="222056" y="320747"/>
                </a:lnTo>
                <a:lnTo>
                  <a:pt x="222056" y="312523"/>
                </a:lnTo>
                <a:lnTo>
                  <a:pt x="222056" y="304299"/>
                </a:lnTo>
                <a:close/>
                <a:moveTo>
                  <a:pt x="230280" y="337196"/>
                </a:moveTo>
                <a:lnTo>
                  <a:pt x="230280" y="328972"/>
                </a:lnTo>
                <a:lnTo>
                  <a:pt x="238505" y="328972"/>
                </a:lnTo>
                <a:lnTo>
                  <a:pt x="238505" y="337196"/>
                </a:lnTo>
                <a:close/>
                <a:moveTo>
                  <a:pt x="213832" y="328972"/>
                </a:moveTo>
                <a:lnTo>
                  <a:pt x="222056" y="328972"/>
                </a:lnTo>
                <a:lnTo>
                  <a:pt x="222056" y="337196"/>
                </a:lnTo>
                <a:lnTo>
                  <a:pt x="213832" y="337196"/>
                </a:lnTo>
                <a:close/>
                <a:moveTo>
                  <a:pt x="238505" y="345420"/>
                </a:moveTo>
                <a:lnTo>
                  <a:pt x="246729" y="345420"/>
                </a:lnTo>
                <a:lnTo>
                  <a:pt x="246729" y="353645"/>
                </a:lnTo>
                <a:lnTo>
                  <a:pt x="238505" y="353645"/>
                </a:lnTo>
                <a:close/>
                <a:moveTo>
                  <a:pt x="263177" y="402990"/>
                </a:moveTo>
                <a:lnTo>
                  <a:pt x="263177" y="394766"/>
                </a:lnTo>
                <a:lnTo>
                  <a:pt x="271402" y="394766"/>
                </a:lnTo>
                <a:lnTo>
                  <a:pt x="271402" y="402990"/>
                </a:lnTo>
                <a:close/>
                <a:moveTo>
                  <a:pt x="246729" y="402990"/>
                </a:moveTo>
                <a:lnTo>
                  <a:pt x="254953" y="402990"/>
                </a:lnTo>
                <a:lnTo>
                  <a:pt x="254953" y="411215"/>
                </a:lnTo>
                <a:lnTo>
                  <a:pt x="246729" y="411215"/>
                </a:lnTo>
                <a:close/>
                <a:moveTo>
                  <a:pt x="254953" y="435888"/>
                </a:moveTo>
                <a:lnTo>
                  <a:pt x="254953" y="427663"/>
                </a:lnTo>
                <a:lnTo>
                  <a:pt x="263177" y="427663"/>
                </a:lnTo>
                <a:lnTo>
                  <a:pt x="263177" y="419439"/>
                </a:lnTo>
                <a:lnTo>
                  <a:pt x="271402" y="419439"/>
                </a:lnTo>
                <a:lnTo>
                  <a:pt x="279626" y="419439"/>
                </a:lnTo>
                <a:lnTo>
                  <a:pt x="287850" y="419439"/>
                </a:lnTo>
                <a:lnTo>
                  <a:pt x="287850" y="411215"/>
                </a:lnTo>
                <a:lnTo>
                  <a:pt x="287850" y="402990"/>
                </a:lnTo>
                <a:lnTo>
                  <a:pt x="296075" y="402990"/>
                </a:lnTo>
                <a:lnTo>
                  <a:pt x="296075" y="411215"/>
                </a:lnTo>
                <a:lnTo>
                  <a:pt x="296075" y="419439"/>
                </a:lnTo>
                <a:lnTo>
                  <a:pt x="304299" y="419439"/>
                </a:lnTo>
                <a:lnTo>
                  <a:pt x="304299" y="427663"/>
                </a:lnTo>
                <a:lnTo>
                  <a:pt x="296075" y="427663"/>
                </a:lnTo>
                <a:lnTo>
                  <a:pt x="296075" y="435888"/>
                </a:lnTo>
                <a:lnTo>
                  <a:pt x="287850" y="435888"/>
                </a:lnTo>
                <a:lnTo>
                  <a:pt x="287850" y="427663"/>
                </a:lnTo>
                <a:lnTo>
                  <a:pt x="279626" y="427663"/>
                </a:lnTo>
                <a:lnTo>
                  <a:pt x="279626" y="435888"/>
                </a:lnTo>
                <a:lnTo>
                  <a:pt x="271402" y="435888"/>
                </a:lnTo>
                <a:lnTo>
                  <a:pt x="271402" y="444112"/>
                </a:lnTo>
                <a:lnTo>
                  <a:pt x="263177" y="444112"/>
                </a:lnTo>
                <a:lnTo>
                  <a:pt x="254953" y="444112"/>
                </a:lnTo>
                <a:close/>
                <a:moveTo>
                  <a:pt x="230280" y="444112"/>
                </a:moveTo>
                <a:lnTo>
                  <a:pt x="230280" y="435888"/>
                </a:lnTo>
                <a:lnTo>
                  <a:pt x="238505" y="435888"/>
                </a:lnTo>
                <a:lnTo>
                  <a:pt x="238505" y="444112"/>
                </a:lnTo>
                <a:close/>
                <a:moveTo>
                  <a:pt x="254953" y="477009"/>
                </a:moveTo>
                <a:lnTo>
                  <a:pt x="254953" y="468785"/>
                </a:lnTo>
                <a:lnTo>
                  <a:pt x="246729" y="468785"/>
                </a:lnTo>
                <a:lnTo>
                  <a:pt x="246729" y="460560"/>
                </a:lnTo>
                <a:lnTo>
                  <a:pt x="246729" y="452336"/>
                </a:lnTo>
                <a:lnTo>
                  <a:pt x="246729" y="444112"/>
                </a:lnTo>
                <a:lnTo>
                  <a:pt x="254953" y="444112"/>
                </a:lnTo>
                <a:lnTo>
                  <a:pt x="254953" y="452336"/>
                </a:lnTo>
                <a:lnTo>
                  <a:pt x="254953" y="460560"/>
                </a:lnTo>
                <a:lnTo>
                  <a:pt x="263177" y="460560"/>
                </a:lnTo>
                <a:lnTo>
                  <a:pt x="263177" y="468785"/>
                </a:lnTo>
                <a:lnTo>
                  <a:pt x="271402" y="468785"/>
                </a:lnTo>
                <a:lnTo>
                  <a:pt x="271402" y="477009"/>
                </a:lnTo>
                <a:lnTo>
                  <a:pt x="263177" y="477009"/>
                </a:lnTo>
                <a:close/>
                <a:moveTo>
                  <a:pt x="296075" y="468785"/>
                </a:moveTo>
                <a:lnTo>
                  <a:pt x="287850" y="468785"/>
                </a:lnTo>
                <a:lnTo>
                  <a:pt x="287850" y="460560"/>
                </a:lnTo>
                <a:lnTo>
                  <a:pt x="279626" y="460560"/>
                </a:lnTo>
                <a:lnTo>
                  <a:pt x="271402" y="460560"/>
                </a:lnTo>
                <a:lnTo>
                  <a:pt x="263177" y="460560"/>
                </a:lnTo>
                <a:lnTo>
                  <a:pt x="263177" y="452336"/>
                </a:lnTo>
                <a:lnTo>
                  <a:pt x="271402" y="452336"/>
                </a:lnTo>
                <a:lnTo>
                  <a:pt x="279626" y="452336"/>
                </a:lnTo>
                <a:lnTo>
                  <a:pt x="287850" y="452336"/>
                </a:lnTo>
                <a:lnTo>
                  <a:pt x="296075" y="452336"/>
                </a:lnTo>
                <a:lnTo>
                  <a:pt x="304299" y="452336"/>
                </a:lnTo>
                <a:lnTo>
                  <a:pt x="304299" y="460560"/>
                </a:lnTo>
                <a:lnTo>
                  <a:pt x="296075" y="460560"/>
                </a:lnTo>
                <a:close/>
                <a:moveTo>
                  <a:pt x="238505" y="468785"/>
                </a:moveTo>
                <a:lnTo>
                  <a:pt x="246729" y="468785"/>
                </a:lnTo>
                <a:lnTo>
                  <a:pt x="246729" y="477009"/>
                </a:lnTo>
                <a:lnTo>
                  <a:pt x="246729" y="485233"/>
                </a:lnTo>
                <a:lnTo>
                  <a:pt x="238505" y="485233"/>
                </a:lnTo>
                <a:lnTo>
                  <a:pt x="238505" y="477009"/>
                </a:lnTo>
                <a:close/>
                <a:moveTo>
                  <a:pt x="205607" y="468785"/>
                </a:moveTo>
                <a:lnTo>
                  <a:pt x="213832" y="468785"/>
                </a:lnTo>
                <a:lnTo>
                  <a:pt x="213832" y="477009"/>
                </a:lnTo>
                <a:lnTo>
                  <a:pt x="205607" y="477009"/>
                </a:lnTo>
                <a:close/>
                <a:moveTo>
                  <a:pt x="271402" y="477009"/>
                </a:moveTo>
                <a:lnTo>
                  <a:pt x="279626" y="477009"/>
                </a:lnTo>
                <a:lnTo>
                  <a:pt x="279626" y="485233"/>
                </a:lnTo>
                <a:lnTo>
                  <a:pt x="271402" y="485233"/>
                </a:lnTo>
                <a:close/>
                <a:moveTo>
                  <a:pt x="213832" y="493458"/>
                </a:moveTo>
                <a:lnTo>
                  <a:pt x="213832" y="485233"/>
                </a:lnTo>
                <a:lnTo>
                  <a:pt x="222056" y="485233"/>
                </a:lnTo>
                <a:lnTo>
                  <a:pt x="222056" y="493458"/>
                </a:lnTo>
                <a:close/>
                <a:moveTo>
                  <a:pt x="263177" y="493458"/>
                </a:moveTo>
                <a:lnTo>
                  <a:pt x="254953" y="493458"/>
                </a:lnTo>
                <a:lnTo>
                  <a:pt x="246729" y="493458"/>
                </a:lnTo>
                <a:lnTo>
                  <a:pt x="246729" y="485233"/>
                </a:lnTo>
                <a:lnTo>
                  <a:pt x="254953" y="485233"/>
                </a:lnTo>
                <a:lnTo>
                  <a:pt x="263177" y="485233"/>
                </a:lnTo>
                <a:close/>
                <a:moveTo>
                  <a:pt x="279626" y="509906"/>
                </a:moveTo>
                <a:lnTo>
                  <a:pt x="279626" y="501682"/>
                </a:lnTo>
                <a:lnTo>
                  <a:pt x="279626" y="493458"/>
                </a:lnTo>
                <a:lnTo>
                  <a:pt x="287850" y="493458"/>
                </a:lnTo>
                <a:lnTo>
                  <a:pt x="287850" y="501682"/>
                </a:lnTo>
                <a:lnTo>
                  <a:pt x="287850" y="509906"/>
                </a:lnTo>
                <a:close/>
                <a:moveTo>
                  <a:pt x="279626" y="518131"/>
                </a:moveTo>
                <a:lnTo>
                  <a:pt x="271402" y="518131"/>
                </a:lnTo>
                <a:lnTo>
                  <a:pt x="271402" y="509906"/>
                </a:lnTo>
                <a:lnTo>
                  <a:pt x="279626" y="509906"/>
                </a:lnTo>
                <a:close/>
                <a:moveTo>
                  <a:pt x="263177" y="518131"/>
                </a:moveTo>
                <a:lnTo>
                  <a:pt x="271402" y="518131"/>
                </a:lnTo>
                <a:lnTo>
                  <a:pt x="271402" y="526355"/>
                </a:lnTo>
                <a:lnTo>
                  <a:pt x="271402" y="534579"/>
                </a:lnTo>
                <a:lnTo>
                  <a:pt x="263177" y="534579"/>
                </a:lnTo>
                <a:lnTo>
                  <a:pt x="263177" y="526355"/>
                </a:lnTo>
                <a:close/>
                <a:moveTo>
                  <a:pt x="230280" y="526355"/>
                </a:moveTo>
                <a:lnTo>
                  <a:pt x="230280" y="518131"/>
                </a:lnTo>
                <a:lnTo>
                  <a:pt x="238505" y="518131"/>
                </a:lnTo>
                <a:lnTo>
                  <a:pt x="238505" y="526355"/>
                </a:lnTo>
                <a:close/>
                <a:moveTo>
                  <a:pt x="238505" y="534579"/>
                </a:moveTo>
                <a:lnTo>
                  <a:pt x="238505" y="526355"/>
                </a:lnTo>
                <a:lnTo>
                  <a:pt x="246729" y="526355"/>
                </a:lnTo>
                <a:lnTo>
                  <a:pt x="246729" y="534579"/>
                </a:lnTo>
                <a:close/>
                <a:moveTo>
                  <a:pt x="912897" y="115140"/>
                </a:moveTo>
                <a:lnTo>
                  <a:pt x="921121" y="115140"/>
                </a:lnTo>
                <a:lnTo>
                  <a:pt x="921121" y="106916"/>
                </a:lnTo>
                <a:lnTo>
                  <a:pt x="921121" y="98692"/>
                </a:lnTo>
                <a:lnTo>
                  <a:pt x="912897" y="98692"/>
                </a:lnTo>
                <a:lnTo>
                  <a:pt x="912897" y="90467"/>
                </a:lnTo>
                <a:lnTo>
                  <a:pt x="921121" y="90467"/>
                </a:lnTo>
                <a:lnTo>
                  <a:pt x="929345" y="90467"/>
                </a:lnTo>
                <a:lnTo>
                  <a:pt x="937570" y="90467"/>
                </a:lnTo>
                <a:lnTo>
                  <a:pt x="945794" y="90467"/>
                </a:lnTo>
                <a:lnTo>
                  <a:pt x="954018" y="90467"/>
                </a:lnTo>
                <a:lnTo>
                  <a:pt x="962242" y="90467"/>
                </a:lnTo>
                <a:lnTo>
                  <a:pt x="962242" y="98692"/>
                </a:lnTo>
                <a:lnTo>
                  <a:pt x="962242" y="106916"/>
                </a:lnTo>
                <a:lnTo>
                  <a:pt x="962242" y="115140"/>
                </a:lnTo>
                <a:lnTo>
                  <a:pt x="970467" y="115140"/>
                </a:lnTo>
                <a:lnTo>
                  <a:pt x="978691" y="115140"/>
                </a:lnTo>
                <a:lnTo>
                  <a:pt x="978691" y="123364"/>
                </a:lnTo>
                <a:lnTo>
                  <a:pt x="978691" y="131589"/>
                </a:lnTo>
                <a:lnTo>
                  <a:pt x="986915" y="131589"/>
                </a:lnTo>
                <a:lnTo>
                  <a:pt x="986915" y="139813"/>
                </a:lnTo>
                <a:lnTo>
                  <a:pt x="978691" y="139813"/>
                </a:lnTo>
                <a:lnTo>
                  <a:pt x="978691" y="148037"/>
                </a:lnTo>
                <a:lnTo>
                  <a:pt x="978691" y="156262"/>
                </a:lnTo>
                <a:lnTo>
                  <a:pt x="986915" y="156262"/>
                </a:lnTo>
                <a:lnTo>
                  <a:pt x="995140" y="156262"/>
                </a:lnTo>
                <a:lnTo>
                  <a:pt x="995140" y="164486"/>
                </a:lnTo>
                <a:lnTo>
                  <a:pt x="995140" y="172710"/>
                </a:lnTo>
                <a:lnTo>
                  <a:pt x="986915" y="172710"/>
                </a:lnTo>
                <a:lnTo>
                  <a:pt x="978691" y="172710"/>
                </a:lnTo>
                <a:lnTo>
                  <a:pt x="970467" y="172710"/>
                </a:lnTo>
                <a:lnTo>
                  <a:pt x="962242" y="172710"/>
                </a:lnTo>
                <a:lnTo>
                  <a:pt x="954018" y="172710"/>
                </a:lnTo>
                <a:lnTo>
                  <a:pt x="954018" y="164486"/>
                </a:lnTo>
                <a:lnTo>
                  <a:pt x="945794" y="164486"/>
                </a:lnTo>
                <a:lnTo>
                  <a:pt x="937570" y="164486"/>
                </a:lnTo>
                <a:lnTo>
                  <a:pt x="937570" y="156262"/>
                </a:lnTo>
                <a:lnTo>
                  <a:pt x="937570" y="148037"/>
                </a:lnTo>
                <a:lnTo>
                  <a:pt x="937570" y="139813"/>
                </a:lnTo>
                <a:lnTo>
                  <a:pt x="929345" y="139813"/>
                </a:lnTo>
                <a:lnTo>
                  <a:pt x="929345" y="131589"/>
                </a:lnTo>
                <a:lnTo>
                  <a:pt x="929345" y="123364"/>
                </a:lnTo>
                <a:lnTo>
                  <a:pt x="921121" y="123364"/>
                </a:lnTo>
                <a:lnTo>
                  <a:pt x="921121" y="131589"/>
                </a:lnTo>
                <a:lnTo>
                  <a:pt x="912897" y="131589"/>
                </a:lnTo>
                <a:lnTo>
                  <a:pt x="912897" y="123364"/>
                </a:lnTo>
                <a:lnTo>
                  <a:pt x="904672" y="123364"/>
                </a:lnTo>
                <a:lnTo>
                  <a:pt x="904672" y="115140"/>
                </a:lnTo>
                <a:close/>
                <a:moveTo>
                  <a:pt x="320747" y="328972"/>
                </a:moveTo>
                <a:lnTo>
                  <a:pt x="320747" y="320747"/>
                </a:lnTo>
                <a:lnTo>
                  <a:pt x="328972" y="320747"/>
                </a:lnTo>
                <a:lnTo>
                  <a:pt x="328972" y="328972"/>
                </a:lnTo>
                <a:close/>
                <a:moveTo>
                  <a:pt x="304299" y="370093"/>
                </a:moveTo>
                <a:lnTo>
                  <a:pt x="304299" y="361869"/>
                </a:lnTo>
                <a:lnTo>
                  <a:pt x="312523" y="361869"/>
                </a:lnTo>
                <a:lnTo>
                  <a:pt x="312523" y="370093"/>
                </a:lnTo>
                <a:close/>
                <a:moveTo>
                  <a:pt x="304299" y="386542"/>
                </a:moveTo>
                <a:lnTo>
                  <a:pt x="304299" y="394766"/>
                </a:lnTo>
                <a:lnTo>
                  <a:pt x="296075" y="394766"/>
                </a:lnTo>
                <a:lnTo>
                  <a:pt x="296075" y="386542"/>
                </a:lnTo>
                <a:lnTo>
                  <a:pt x="296075" y="378318"/>
                </a:lnTo>
                <a:lnTo>
                  <a:pt x="296075" y="370093"/>
                </a:lnTo>
                <a:lnTo>
                  <a:pt x="304299" y="370093"/>
                </a:lnTo>
                <a:lnTo>
                  <a:pt x="304299" y="378318"/>
                </a:lnTo>
                <a:close/>
                <a:moveTo>
                  <a:pt x="320747" y="394766"/>
                </a:moveTo>
                <a:lnTo>
                  <a:pt x="312523" y="394766"/>
                </a:lnTo>
                <a:lnTo>
                  <a:pt x="312523" y="386542"/>
                </a:lnTo>
                <a:lnTo>
                  <a:pt x="320747" y="386542"/>
                </a:lnTo>
                <a:close/>
                <a:moveTo>
                  <a:pt x="312523" y="411215"/>
                </a:moveTo>
                <a:lnTo>
                  <a:pt x="312523" y="419439"/>
                </a:lnTo>
                <a:lnTo>
                  <a:pt x="304299" y="419439"/>
                </a:lnTo>
                <a:lnTo>
                  <a:pt x="304299" y="411215"/>
                </a:lnTo>
                <a:lnTo>
                  <a:pt x="304299" y="402990"/>
                </a:lnTo>
                <a:lnTo>
                  <a:pt x="304299" y="394766"/>
                </a:lnTo>
                <a:lnTo>
                  <a:pt x="312523" y="394766"/>
                </a:lnTo>
                <a:lnTo>
                  <a:pt x="312523" y="402990"/>
                </a:lnTo>
                <a:close/>
                <a:moveTo>
                  <a:pt x="304299" y="444112"/>
                </a:moveTo>
                <a:lnTo>
                  <a:pt x="304299" y="435888"/>
                </a:lnTo>
                <a:lnTo>
                  <a:pt x="312523" y="435888"/>
                </a:lnTo>
                <a:lnTo>
                  <a:pt x="312523" y="444112"/>
                </a:lnTo>
                <a:close/>
                <a:moveTo>
                  <a:pt x="1028037" y="106916"/>
                </a:moveTo>
                <a:lnTo>
                  <a:pt x="1028037" y="98692"/>
                </a:lnTo>
                <a:lnTo>
                  <a:pt x="1036261" y="98692"/>
                </a:lnTo>
                <a:lnTo>
                  <a:pt x="1036261" y="106916"/>
                </a:lnTo>
                <a:close/>
                <a:moveTo>
                  <a:pt x="1118504" y="115140"/>
                </a:moveTo>
                <a:lnTo>
                  <a:pt x="1118504" y="106916"/>
                </a:lnTo>
                <a:lnTo>
                  <a:pt x="1126728" y="106916"/>
                </a:lnTo>
                <a:lnTo>
                  <a:pt x="1126728" y="115140"/>
                </a:lnTo>
                <a:close/>
                <a:moveTo>
                  <a:pt x="1044485" y="123364"/>
                </a:moveTo>
                <a:lnTo>
                  <a:pt x="1044485" y="115140"/>
                </a:lnTo>
                <a:lnTo>
                  <a:pt x="1052710" y="115140"/>
                </a:lnTo>
                <a:lnTo>
                  <a:pt x="1052710" y="123364"/>
                </a:lnTo>
                <a:lnTo>
                  <a:pt x="1052710" y="131589"/>
                </a:lnTo>
                <a:lnTo>
                  <a:pt x="1044485" y="131589"/>
                </a:lnTo>
                <a:close/>
                <a:moveTo>
                  <a:pt x="1102055" y="123364"/>
                </a:moveTo>
                <a:lnTo>
                  <a:pt x="1110280" y="123364"/>
                </a:lnTo>
                <a:lnTo>
                  <a:pt x="1110280" y="131589"/>
                </a:lnTo>
                <a:lnTo>
                  <a:pt x="1102055" y="131589"/>
                </a:lnTo>
                <a:lnTo>
                  <a:pt x="1093831" y="131589"/>
                </a:lnTo>
                <a:lnTo>
                  <a:pt x="1093831" y="123364"/>
                </a:lnTo>
                <a:close/>
                <a:moveTo>
                  <a:pt x="1060934" y="164486"/>
                </a:moveTo>
                <a:lnTo>
                  <a:pt x="1060934" y="156262"/>
                </a:lnTo>
                <a:lnTo>
                  <a:pt x="1060934" y="148037"/>
                </a:lnTo>
                <a:lnTo>
                  <a:pt x="1060934" y="139813"/>
                </a:lnTo>
                <a:lnTo>
                  <a:pt x="1060934" y="131589"/>
                </a:lnTo>
                <a:lnTo>
                  <a:pt x="1060934" y="123364"/>
                </a:lnTo>
                <a:lnTo>
                  <a:pt x="1069158" y="123364"/>
                </a:lnTo>
                <a:lnTo>
                  <a:pt x="1069158" y="131589"/>
                </a:lnTo>
                <a:lnTo>
                  <a:pt x="1069158" y="139813"/>
                </a:lnTo>
                <a:lnTo>
                  <a:pt x="1069158" y="148037"/>
                </a:lnTo>
                <a:lnTo>
                  <a:pt x="1069158" y="156262"/>
                </a:lnTo>
                <a:lnTo>
                  <a:pt x="1069158" y="164486"/>
                </a:lnTo>
                <a:lnTo>
                  <a:pt x="1069158" y="172710"/>
                </a:lnTo>
                <a:lnTo>
                  <a:pt x="1060934" y="172710"/>
                </a:lnTo>
                <a:close/>
                <a:moveTo>
                  <a:pt x="1028037" y="131589"/>
                </a:moveTo>
                <a:lnTo>
                  <a:pt x="1028037" y="123364"/>
                </a:lnTo>
                <a:lnTo>
                  <a:pt x="1036261" y="123364"/>
                </a:lnTo>
                <a:lnTo>
                  <a:pt x="1036261" y="131589"/>
                </a:lnTo>
                <a:close/>
                <a:moveTo>
                  <a:pt x="1151401" y="123364"/>
                </a:moveTo>
                <a:lnTo>
                  <a:pt x="1159625" y="123364"/>
                </a:lnTo>
                <a:lnTo>
                  <a:pt x="1159625" y="131589"/>
                </a:lnTo>
                <a:lnTo>
                  <a:pt x="1151401" y="131589"/>
                </a:lnTo>
                <a:close/>
                <a:moveTo>
                  <a:pt x="1036261" y="139813"/>
                </a:moveTo>
                <a:lnTo>
                  <a:pt x="1036261" y="131589"/>
                </a:lnTo>
                <a:lnTo>
                  <a:pt x="1044485" y="131589"/>
                </a:lnTo>
                <a:lnTo>
                  <a:pt x="1044485" y="139813"/>
                </a:lnTo>
                <a:close/>
                <a:moveTo>
                  <a:pt x="1134953" y="131589"/>
                </a:moveTo>
                <a:lnTo>
                  <a:pt x="1134953" y="139813"/>
                </a:lnTo>
                <a:lnTo>
                  <a:pt x="1126728" y="139813"/>
                </a:lnTo>
                <a:lnTo>
                  <a:pt x="1118504" y="139813"/>
                </a:lnTo>
                <a:lnTo>
                  <a:pt x="1118504" y="131589"/>
                </a:lnTo>
                <a:lnTo>
                  <a:pt x="1126728" y="131589"/>
                </a:lnTo>
                <a:close/>
                <a:moveTo>
                  <a:pt x="1028037" y="156262"/>
                </a:moveTo>
                <a:lnTo>
                  <a:pt x="1028037" y="164486"/>
                </a:lnTo>
                <a:lnTo>
                  <a:pt x="1019812" y="164486"/>
                </a:lnTo>
                <a:lnTo>
                  <a:pt x="1019812" y="156262"/>
                </a:lnTo>
                <a:lnTo>
                  <a:pt x="1019812" y="148037"/>
                </a:lnTo>
                <a:lnTo>
                  <a:pt x="1019812" y="139813"/>
                </a:lnTo>
                <a:lnTo>
                  <a:pt x="1028037" y="139813"/>
                </a:lnTo>
                <a:lnTo>
                  <a:pt x="1028037" y="148037"/>
                </a:lnTo>
                <a:close/>
                <a:moveTo>
                  <a:pt x="1102055" y="139813"/>
                </a:moveTo>
                <a:lnTo>
                  <a:pt x="1110280" y="139813"/>
                </a:lnTo>
                <a:lnTo>
                  <a:pt x="1110280" y="148037"/>
                </a:lnTo>
                <a:lnTo>
                  <a:pt x="1102055" y="148037"/>
                </a:lnTo>
                <a:close/>
                <a:moveTo>
                  <a:pt x="1134953" y="148037"/>
                </a:moveTo>
                <a:lnTo>
                  <a:pt x="1134953" y="139813"/>
                </a:lnTo>
                <a:lnTo>
                  <a:pt x="1143177" y="139813"/>
                </a:lnTo>
                <a:lnTo>
                  <a:pt x="1143177" y="148037"/>
                </a:lnTo>
                <a:close/>
                <a:moveTo>
                  <a:pt x="1167850" y="148037"/>
                </a:moveTo>
                <a:lnTo>
                  <a:pt x="1167850" y="139813"/>
                </a:lnTo>
                <a:lnTo>
                  <a:pt x="1176074" y="139813"/>
                </a:lnTo>
                <a:lnTo>
                  <a:pt x="1176074" y="148037"/>
                </a:lnTo>
                <a:close/>
                <a:moveTo>
                  <a:pt x="1143177" y="148037"/>
                </a:moveTo>
                <a:lnTo>
                  <a:pt x="1151401" y="148037"/>
                </a:lnTo>
                <a:lnTo>
                  <a:pt x="1159625" y="148037"/>
                </a:lnTo>
                <a:lnTo>
                  <a:pt x="1159625" y="156262"/>
                </a:lnTo>
                <a:lnTo>
                  <a:pt x="1151401" y="156262"/>
                </a:lnTo>
                <a:lnTo>
                  <a:pt x="1143177" y="156262"/>
                </a:lnTo>
                <a:close/>
                <a:moveTo>
                  <a:pt x="1118504" y="156262"/>
                </a:moveTo>
                <a:lnTo>
                  <a:pt x="1118504" y="148037"/>
                </a:lnTo>
                <a:lnTo>
                  <a:pt x="1126728" y="148037"/>
                </a:lnTo>
                <a:lnTo>
                  <a:pt x="1126728" y="156262"/>
                </a:lnTo>
                <a:close/>
                <a:moveTo>
                  <a:pt x="1159625" y="164486"/>
                </a:moveTo>
                <a:lnTo>
                  <a:pt x="1159625" y="156262"/>
                </a:lnTo>
                <a:lnTo>
                  <a:pt x="1167850" y="156262"/>
                </a:lnTo>
                <a:lnTo>
                  <a:pt x="1167850" y="164486"/>
                </a:lnTo>
                <a:close/>
                <a:moveTo>
                  <a:pt x="1126728" y="180934"/>
                </a:moveTo>
                <a:lnTo>
                  <a:pt x="1126728" y="172710"/>
                </a:lnTo>
                <a:lnTo>
                  <a:pt x="1126728" y="164486"/>
                </a:lnTo>
                <a:lnTo>
                  <a:pt x="1126728" y="156262"/>
                </a:lnTo>
                <a:lnTo>
                  <a:pt x="1134953" y="156262"/>
                </a:lnTo>
                <a:lnTo>
                  <a:pt x="1134953" y="164486"/>
                </a:lnTo>
                <a:lnTo>
                  <a:pt x="1134953" y="172710"/>
                </a:lnTo>
                <a:lnTo>
                  <a:pt x="1134953" y="180934"/>
                </a:lnTo>
                <a:close/>
                <a:moveTo>
                  <a:pt x="1200747" y="189159"/>
                </a:moveTo>
                <a:lnTo>
                  <a:pt x="1200747" y="180934"/>
                </a:lnTo>
                <a:lnTo>
                  <a:pt x="1200747" y="172710"/>
                </a:lnTo>
                <a:lnTo>
                  <a:pt x="1208971" y="172710"/>
                </a:lnTo>
                <a:lnTo>
                  <a:pt x="1208971" y="180934"/>
                </a:lnTo>
                <a:lnTo>
                  <a:pt x="1208971" y="189159"/>
                </a:lnTo>
                <a:close/>
                <a:moveTo>
                  <a:pt x="1184298" y="180934"/>
                </a:moveTo>
                <a:lnTo>
                  <a:pt x="1192523" y="180934"/>
                </a:lnTo>
                <a:lnTo>
                  <a:pt x="1192523" y="189159"/>
                </a:lnTo>
                <a:lnTo>
                  <a:pt x="1184298" y="189159"/>
                </a:lnTo>
                <a:close/>
                <a:moveTo>
                  <a:pt x="1118504" y="197383"/>
                </a:moveTo>
                <a:lnTo>
                  <a:pt x="1118504" y="189159"/>
                </a:lnTo>
                <a:lnTo>
                  <a:pt x="1126728" y="189159"/>
                </a:lnTo>
                <a:lnTo>
                  <a:pt x="1126728" y="197383"/>
                </a:lnTo>
                <a:close/>
                <a:moveTo>
                  <a:pt x="1192523" y="238505"/>
                </a:moveTo>
                <a:lnTo>
                  <a:pt x="1192523" y="230280"/>
                </a:lnTo>
                <a:lnTo>
                  <a:pt x="1192523" y="222056"/>
                </a:lnTo>
                <a:lnTo>
                  <a:pt x="1192523" y="213832"/>
                </a:lnTo>
                <a:lnTo>
                  <a:pt x="1192523" y="205607"/>
                </a:lnTo>
                <a:lnTo>
                  <a:pt x="1192523" y="197383"/>
                </a:lnTo>
                <a:lnTo>
                  <a:pt x="1200747" y="197383"/>
                </a:lnTo>
                <a:lnTo>
                  <a:pt x="1200747" y="205607"/>
                </a:lnTo>
                <a:lnTo>
                  <a:pt x="1200747" y="213832"/>
                </a:lnTo>
                <a:lnTo>
                  <a:pt x="1200747" y="222056"/>
                </a:lnTo>
                <a:lnTo>
                  <a:pt x="1208971" y="222056"/>
                </a:lnTo>
                <a:lnTo>
                  <a:pt x="1208971" y="230280"/>
                </a:lnTo>
                <a:lnTo>
                  <a:pt x="1217196" y="230280"/>
                </a:lnTo>
                <a:lnTo>
                  <a:pt x="1217196" y="238505"/>
                </a:lnTo>
                <a:lnTo>
                  <a:pt x="1225420" y="238505"/>
                </a:lnTo>
                <a:lnTo>
                  <a:pt x="1233644" y="238505"/>
                </a:lnTo>
                <a:lnTo>
                  <a:pt x="1233644" y="246729"/>
                </a:lnTo>
                <a:lnTo>
                  <a:pt x="1225420" y="246729"/>
                </a:lnTo>
                <a:lnTo>
                  <a:pt x="1217196" y="246729"/>
                </a:lnTo>
                <a:lnTo>
                  <a:pt x="1208971" y="246729"/>
                </a:lnTo>
                <a:lnTo>
                  <a:pt x="1208971" y="254953"/>
                </a:lnTo>
                <a:lnTo>
                  <a:pt x="1200747" y="254953"/>
                </a:lnTo>
                <a:lnTo>
                  <a:pt x="1200747" y="246729"/>
                </a:lnTo>
                <a:lnTo>
                  <a:pt x="1200747" y="238505"/>
                </a:lnTo>
                <a:close/>
                <a:moveTo>
                  <a:pt x="1176074" y="197383"/>
                </a:moveTo>
                <a:lnTo>
                  <a:pt x="1184298" y="197383"/>
                </a:lnTo>
                <a:lnTo>
                  <a:pt x="1184298" y="205607"/>
                </a:lnTo>
                <a:lnTo>
                  <a:pt x="1176074" y="205607"/>
                </a:lnTo>
                <a:close/>
                <a:moveTo>
                  <a:pt x="1118504" y="197383"/>
                </a:moveTo>
                <a:lnTo>
                  <a:pt x="1118504" y="205607"/>
                </a:lnTo>
                <a:lnTo>
                  <a:pt x="1110280" y="205607"/>
                </a:lnTo>
                <a:lnTo>
                  <a:pt x="1102055" y="205607"/>
                </a:lnTo>
                <a:lnTo>
                  <a:pt x="1093831" y="205607"/>
                </a:lnTo>
                <a:lnTo>
                  <a:pt x="1093831" y="197383"/>
                </a:lnTo>
                <a:lnTo>
                  <a:pt x="1102055" y="197383"/>
                </a:lnTo>
                <a:lnTo>
                  <a:pt x="1110280" y="197383"/>
                </a:lnTo>
                <a:close/>
                <a:moveTo>
                  <a:pt x="1167850" y="222056"/>
                </a:moveTo>
                <a:lnTo>
                  <a:pt x="1167850" y="213832"/>
                </a:lnTo>
                <a:lnTo>
                  <a:pt x="1176074" y="213832"/>
                </a:lnTo>
                <a:lnTo>
                  <a:pt x="1176074" y="222056"/>
                </a:lnTo>
                <a:lnTo>
                  <a:pt x="1176074" y="230280"/>
                </a:lnTo>
                <a:lnTo>
                  <a:pt x="1176074" y="238505"/>
                </a:lnTo>
                <a:lnTo>
                  <a:pt x="1176074" y="246729"/>
                </a:lnTo>
                <a:lnTo>
                  <a:pt x="1176074" y="254953"/>
                </a:lnTo>
                <a:lnTo>
                  <a:pt x="1167850" y="254953"/>
                </a:lnTo>
                <a:lnTo>
                  <a:pt x="1167850" y="246729"/>
                </a:lnTo>
                <a:lnTo>
                  <a:pt x="1167850" y="238505"/>
                </a:lnTo>
                <a:lnTo>
                  <a:pt x="1167850" y="230280"/>
                </a:lnTo>
                <a:close/>
                <a:moveTo>
                  <a:pt x="1077383" y="238505"/>
                </a:moveTo>
                <a:lnTo>
                  <a:pt x="1077383" y="230280"/>
                </a:lnTo>
                <a:lnTo>
                  <a:pt x="1085607" y="230280"/>
                </a:lnTo>
                <a:lnTo>
                  <a:pt x="1085607" y="238505"/>
                </a:lnTo>
                <a:close/>
                <a:moveTo>
                  <a:pt x="1085607" y="246729"/>
                </a:moveTo>
                <a:lnTo>
                  <a:pt x="1085607" y="238505"/>
                </a:lnTo>
                <a:lnTo>
                  <a:pt x="1093831" y="238505"/>
                </a:lnTo>
                <a:lnTo>
                  <a:pt x="1093831" y="246729"/>
                </a:lnTo>
                <a:close/>
                <a:moveTo>
                  <a:pt x="1184298" y="254953"/>
                </a:moveTo>
                <a:lnTo>
                  <a:pt x="1184298" y="246729"/>
                </a:lnTo>
                <a:lnTo>
                  <a:pt x="1192523" y="246729"/>
                </a:lnTo>
                <a:lnTo>
                  <a:pt x="1192523" y="254953"/>
                </a:lnTo>
                <a:close/>
                <a:moveTo>
                  <a:pt x="1110280" y="254953"/>
                </a:moveTo>
                <a:lnTo>
                  <a:pt x="1110280" y="246729"/>
                </a:lnTo>
                <a:lnTo>
                  <a:pt x="1118504" y="246729"/>
                </a:lnTo>
                <a:lnTo>
                  <a:pt x="1118504" y="254953"/>
                </a:lnTo>
                <a:close/>
                <a:moveTo>
                  <a:pt x="1225420" y="279626"/>
                </a:moveTo>
                <a:lnTo>
                  <a:pt x="1225420" y="271402"/>
                </a:lnTo>
                <a:lnTo>
                  <a:pt x="1217196" y="271402"/>
                </a:lnTo>
                <a:lnTo>
                  <a:pt x="1217196" y="263177"/>
                </a:lnTo>
                <a:lnTo>
                  <a:pt x="1208971" y="263177"/>
                </a:lnTo>
                <a:lnTo>
                  <a:pt x="1208971" y="254953"/>
                </a:lnTo>
                <a:lnTo>
                  <a:pt x="1217196" y="254953"/>
                </a:lnTo>
                <a:lnTo>
                  <a:pt x="1225420" y="254953"/>
                </a:lnTo>
                <a:lnTo>
                  <a:pt x="1233644" y="254953"/>
                </a:lnTo>
                <a:lnTo>
                  <a:pt x="1233644" y="246729"/>
                </a:lnTo>
                <a:lnTo>
                  <a:pt x="1241868" y="246729"/>
                </a:lnTo>
                <a:lnTo>
                  <a:pt x="1250093" y="246729"/>
                </a:lnTo>
                <a:lnTo>
                  <a:pt x="1250093" y="238505"/>
                </a:lnTo>
                <a:lnTo>
                  <a:pt x="1250093" y="230280"/>
                </a:lnTo>
                <a:lnTo>
                  <a:pt x="1258317" y="230280"/>
                </a:lnTo>
                <a:lnTo>
                  <a:pt x="1258317" y="238505"/>
                </a:lnTo>
                <a:lnTo>
                  <a:pt x="1258317" y="246729"/>
                </a:lnTo>
                <a:lnTo>
                  <a:pt x="1258317" y="254953"/>
                </a:lnTo>
                <a:lnTo>
                  <a:pt x="1250093" y="254953"/>
                </a:lnTo>
                <a:lnTo>
                  <a:pt x="1250093" y="263177"/>
                </a:lnTo>
                <a:lnTo>
                  <a:pt x="1241868" y="263177"/>
                </a:lnTo>
                <a:lnTo>
                  <a:pt x="1241868" y="271402"/>
                </a:lnTo>
                <a:lnTo>
                  <a:pt x="1241868" y="279626"/>
                </a:lnTo>
                <a:lnTo>
                  <a:pt x="1241868" y="287850"/>
                </a:lnTo>
                <a:lnTo>
                  <a:pt x="1241868" y="296075"/>
                </a:lnTo>
                <a:lnTo>
                  <a:pt x="1233644" y="296075"/>
                </a:lnTo>
                <a:lnTo>
                  <a:pt x="1225420" y="296075"/>
                </a:lnTo>
                <a:lnTo>
                  <a:pt x="1225420" y="287850"/>
                </a:lnTo>
                <a:lnTo>
                  <a:pt x="1217196" y="287850"/>
                </a:lnTo>
                <a:lnTo>
                  <a:pt x="1217196" y="279626"/>
                </a:lnTo>
                <a:close/>
                <a:moveTo>
                  <a:pt x="1225420" y="263177"/>
                </a:moveTo>
                <a:lnTo>
                  <a:pt x="1225420" y="271402"/>
                </a:lnTo>
                <a:lnTo>
                  <a:pt x="1233644" y="271402"/>
                </a:lnTo>
                <a:lnTo>
                  <a:pt x="1233644" y="263177"/>
                </a:lnTo>
                <a:close/>
                <a:moveTo>
                  <a:pt x="1176074" y="271402"/>
                </a:moveTo>
                <a:lnTo>
                  <a:pt x="1176074" y="263177"/>
                </a:lnTo>
                <a:lnTo>
                  <a:pt x="1184298" y="263177"/>
                </a:lnTo>
                <a:lnTo>
                  <a:pt x="1184298" y="271402"/>
                </a:lnTo>
                <a:lnTo>
                  <a:pt x="1184298" y="279626"/>
                </a:lnTo>
                <a:lnTo>
                  <a:pt x="1176074" y="279626"/>
                </a:lnTo>
                <a:close/>
                <a:moveTo>
                  <a:pt x="1208971" y="279626"/>
                </a:moveTo>
                <a:lnTo>
                  <a:pt x="1208971" y="271402"/>
                </a:lnTo>
                <a:lnTo>
                  <a:pt x="1217196" y="271402"/>
                </a:lnTo>
                <a:lnTo>
                  <a:pt x="1217196" y="279626"/>
                </a:lnTo>
                <a:close/>
                <a:moveTo>
                  <a:pt x="1167850" y="287850"/>
                </a:moveTo>
                <a:lnTo>
                  <a:pt x="1167850" y="279626"/>
                </a:lnTo>
                <a:lnTo>
                  <a:pt x="1176074" y="279626"/>
                </a:lnTo>
                <a:lnTo>
                  <a:pt x="1176074" y="287850"/>
                </a:lnTo>
                <a:close/>
                <a:moveTo>
                  <a:pt x="1217196" y="312523"/>
                </a:moveTo>
                <a:lnTo>
                  <a:pt x="1217196" y="304299"/>
                </a:lnTo>
                <a:lnTo>
                  <a:pt x="1225420" y="304299"/>
                </a:lnTo>
                <a:lnTo>
                  <a:pt x="1225420" y="312523"/>
                </a:lnTo>
                <a:close/>
                <a:moveTo>
                  <a:pt x="1200747" y="312523"/>
                </a:moveTo>
                <a:lnTo>
                  <a:pt x="1208971" y="312523"/>
                </a:lnTo>
                <a:lnTo>
                  <a:pt x="1208971" y="320747"/>
                </a:lnTo>
                <a:lnTo>
                  <a:pt x="1200747" y="320747"/>
                </a:lnTo>
                <a:close/>
                <a:moveTo>
                  <a:pt x="1192523" y="345420"/>
                </a:moveTo>
                <a:lnTo>
                  <a:pt x="1200747" y="345420"/>
                </a:lnTo>
                <a:lnTo>
                  <a:pt x="1200747" y="353645"/>
                </a:lnTo>
                <a:lnTo>
                  <a:pt x="1208971" y="353645"/>
                </a:lnTo>
                <a:lnTo>
                  <a:pt x="1217196" y="353645"/>
                </a:lnTo>
                <a:lnTo>
                  <a:pt x="1217196" y="345420"/>
                </a:lnTo>
                <a:lnTo>
                  <a:pt x="1217196" y="337196"/>
                </a:lnTo>
                <a:lnTo>
                  <a:pt x="1225420" y="337196"/>
                </a:lnTo>
                <a:lnTo>
                  <a:pt x="1225420" y="328972"/>
                </a:lnTo>
                <a:lnTo>
                  <a:pt x="1225420" y="320747"/>
                </a:lnTo>
                <a:lnTo>
                  <a:pt x="1233644" y="320747"/>
                </a:lnTo>
                <a:lnTo>
                  <a:pt x="1233644" y="328972"/>
                </a:lnTo>
                <a:lnTo>
                  <a:pt x="1241868" y="328972"/>
                </a:lnTo>
                <a:lnTo>
                  <a:pt x="1241868" y="320747"/>
                </a:lnTo>
                <a:lnTo>
                  <a:pt x="1241868" y="312523"/>
                </a:lnTo>
                <a:lnTo>
                  <a:pt x="1241868" y="304299"/>
                </a:lnTo>
                <a:lnTo>
                  <a:pt x="1250093" y="304299"/>
                </a:lnTo>
                <a:lnTo>
                  <a:pt x="1250093" y="312523"/>
                </a:lnTo>
                <a:lnTo>
                  <a:pt x="1250093" y="320747"/>
                </a:lnTo>
                <a:lnTo>
                  <a:pt x="1250093" y="328972"/>
                </a:lnTo>
                <a:lnTo>
                  <a:pt x="1258317" y="328972"/>
                </a:lnTo>
                <a:lnTo>
                  <a:pt x="1258317" y="337196"/>
                </a:lnTo>
                <a:lnTo>
                  <a:pt x="1250093" y="337196"/>
                </a:lnTo>
                <a:lnTo>
                  <a:pt x="1241868" y="337196"/>
                </a:lnTo>
                <a:lnTo>
                  <a:pt x="1241868" y="345420"/>
                </a:lnTo>
                <a:lnTo>
                  <a:pt x="1233644" y="345420"/>
                </a:lnTo>
                <a:lnTo>
                  <a:pt x="1233644" y="353645"/>
                </a:lnTo>
                <a:lnTo>
                  <a:pt x="1225420" y="353645"/>
                </a:lnTo>
                <a:lnTo>
                  <a:pt x="1225420" y="361869"/>
                </a:lnTo>
                <a:lnTo>
                  <a:pt x="1225420" y="370093"/>
                </a:lnTo>
                <a:lnTo>
                  <a:pt x="1233644" y="370093"/>
                </a:lnTo>
                <a:lnTo>
                  <a:pt x="1233644" y="378318"/>
                </a:lnTo>
                <a:lnTo>
                  <a:pt x="1233644" y="386542"/>
                </a:lnTo>
                <a:lnTo>
                  <a:pt x="1225420" y="386542"/>
                </a:lnTo>
                <a:lnTo>
                  <a:pt x="1225420" y="378318"/>
                </a:lnTo>
                <a:lnTo>
                  <a:pt x="1217196" y="378318"/>
                </a:lnTo>
                <a:lnTo>
                  <a:pt x="1217196" y="386542"/>
                </a:lnTo>
                <a:lnTo>
                  <a:pt x="1217196" y="394766"/>
                </a:lnTo>
                <a:lnTo>
                  <a:pt x="1217196" y="402990"/>
                </a:lnTo>
                <a:lnTo>
                  <a:pt x="1208971" y="402990"/>
                </a:lnTo>
                <a:lnTo>
                  <a:pt x="1208971" y="394766"/>
                </a:lnTo>
                <a:lnTo>
                  <a:pt x="1208971" y="386542"/>
                </a:lnTo>
                <a:lnTo>
                  <a:pt x="1208971" y="378318"/>
                </a:lnTo>
                <a:lnTo>
                  <a:pt x="1208971" y="370093"/>
                </a:lnTo>
                <a:lnTo>
                  <a:pt x="1208971" y="361869"/>
                </a:lnTo>
                <a:lnTo>
                  <a:pt x="1200747" y="361869"/>
                </a:lnTo>
                <a:lnTo>
                  <a:pt x="1192523" y="361869"/>
                </a:lnTo>
                <a:lnTo>
                  <a:pt x="1192523" y="353645"/>
                </a:lnTo>
                <a:close/>
                <a:moveTo>
                  <a:pt x="1200747" y="345420"/>
                </a:moveTo>
                <a:lnTo>
                  <a:pt x="1200747" y="337196"/>
                </a:lnTo>
                <a:lnTo>
                  <a:pt x="1208971" y="337196"/>
                </a:lnTo>
                <a:lnTo>
                  <a:pt x="1208971" y="345420"/>
                </a:lnTo>
                <a:close/>
                <a:moveTo>
                  <a:pt x="1167850" y="394766"/>
                </a:moveTo>
                <a:lnTo>
                  <a:pt x="1167850" y="386542"/>
                </a:lnTo>
                <a:lnTo>
                  <a:pt x="1176074" y="386542"/>
                </a:lnTo>
                <a:lnTo>
                  <a:pt x="1176074" y="394766"/>
                </a:lnTo>
                <a:close/>
                <a:moveTo>
                  <a:pt x="1184298" y="402990"/>
                </a:moveTo>
                <a:lnTo>
                  <a:pt x="1184298" y="394766"/>
                </a:lnTo>
                <a:lnTo>
                  <a:pt x="1192523" y="394766"/>
                </a:lnTo>
                <a:lnTo>
                  <a:pt x="1192523" y="402990"/>
                </a:lnTo>
                <a:close/>
                <a:moveTo>
                  <a:pt x="1200747" y="427663"/>
                </a:moveTo>
                <a:lnTo>
                  <a:pt x="1200747" y="435888"/>
                </a:lnTo>
                <a:lnTo>
                  <a:pt x="1192523" y="435888"/>
                </a:lnTo>
                <a:lnTo>
                  <a:pt x="1192523" y="427663"/>
                </a:lnTo>
                <a:lnTo>
                  <a:pt x="1192523" y="419439"/>
                </a:lnTo>
                <a:lnTo>
                  <a:pt x="1192523" y="411215"/>
                </a:lnTo>
                <a:lnTo>
                  <a:pt x="1200747" y="411215"/>
                </a:lnTo>
                <a:lnTo>
                  <a:pt x="1200747" y="419439"/>
                </a:lnTo>
                <a:close/>
                <a:moveTo>
                  <a:pt x="1208971" y="444112"/>
                </a:moveTo>
                <a:lnTo>
                  <a:pt x="1200747" y="444112"/>
                </a:lnTo>
                <a:lnTo>
                  <a:pt x="1200747" y="435888"/>
                </a:lnTo>
                <a:lnTo>
                  <a:pt x="1208971" y="435888"/>
                </a:lnTo>
                <a:close/>
                <a:moveTo>
                  <a:pt x="1932709" y="24673"/>
                </a:moveTo>
                <a:lnTo>
                  <a:pt x="1932709" y="16449"/>
                </a:lnTo>
                <a:lnTo>
                  <a:pt x="1932709" y="8224"/>
                </a:lnTo>
                <a:lnTo>
                  <a:pt x="1932709" y="0"/>
                </a:lnTo>
                <a:lnTo>
                  <a:pt x="1940933" y="0"/>
                </a:lnTo>
                <a:lnTo>
                  <a:pt x="1949158" y="0"/>
                </a:lnTo>
                <a:lnTo>
                  <a:pt x="1949158" y="8224"/>
                </a:lnTo>
                <a:lnTo>
                  <a:pt x="1949158" y="16449"/>
                </a:lnTo>
                <a:lnTo>
                  <a:pt x="1957382" y="16449"/>
                </a:lnTo>
                <a:lnTo>
                  <a:pt x="1965606" y="16449"/>
                </a:lnTo>
                <a:lnTo>
                  <a:pt x="1965606" y="8224"/>
                </a:lnTo>
                <a:lnTo>
                  <a:pt x="1973831" y="8224"/>
                </a:lnTo>
                <a:lnTo>
                  <a:pt x="1982055" y="8224"/>
                </a:lnTo>
                <a:lnTo>
                  <a:pt x="1982055" y="16449"/>
                </a:lnTo>
                <a:lnTo>
                  <a:pt x="1982055" y="24673"/>
                </a:lnTo>
                <a:lnTo>
                  <a:pt x="1990279" y="24673"/>
                </a:lnTo>
                <a:lnTo>
                  <a:pt x="1998503" y="24673"/>
                </a:lnTo>
                <a:lnTo>
                  <a:pt x="1998503" y="32897"/>
                </a:lnTo>
                <a:lnTo>
                  <a:pt x="1998503" y="41121"/>
                </a:lnTo>
                <a:lnTo>
                  <a:pt x="1990279" y="41121"/>
                </a:lnTo>
                <a:lnTo>
                  <a:pt x="1990279" y="49346"/>
                </a:lnTo>
                <a:lnTo>
                  <a:pt x="1990279" y="57570"/>
                </a:lnTo>
                <a:lnTo>
                  <a:pt x="1998503" y="57570"/>
                </a:lnTo>
                <a:lnTo>
                  <a:pt x="2006728" y="57570"/>
                </a:lnTo>
                <a:lnTo>
                  <a:pt x="2006728" y="65794"/>
                </a:lnTo>
                <a:lnTo>
                  <a:pt x="1998503" y="65794"/>
                </a:lnTo>
                <a:lnTo>
                  <a:pt x="1998503" y="74019"/>
                </a:lnTo>
                <a:lnTo>
                  <a:pt x="1998503" y="82243"/>
                </a:lnTo>
                <a:lnTo>
                  <a:pt x="1990279" y="82243"/>
                </a:lnTo>
                <a:lnTo>
                  <a:pt x="1982055" y="82243"/>
                </a:lnTo>
                <a:lnTo>
                  <a:pt x="1982055" y="74019"/>
                </a:lnTo>
                <a:lnTo>
                  <a:pt x="1982055" y="65794"/>
                </a:lnTo>
                <a:lnTo>
                  <a:pt x="1973831" y="65794"/>
                </a:lnTo>
                <a:lnTo>
                  <a:pt x="1973831" y="57570"/>
                </a:lnTo>
                <a:lnTo>
                  <a:pt x="1965606" y="57570"/>
                </a:lnTo>
                <a:lnTo>
                  <a:pt x="1965606" y="49346"/>
                </a:lnTo>
                <a:lnTo>
                  <a:pt x="1957382" y="49346"/>
                </a:lnTo>
                <a:lnTo>
                  <a:pt x="1957382" y="41121"/>
                </a:lnTo>
                <a:lnTo>
                  <a:pt x="1949158" y="41121"/>
                </a:lnTo>
                <a:lnTo>
                  <a:pt x="1949158" y="32897"/>
                </a:lnTo>
                <a:lnTo>
                  <a:pt x="1940933" y="32897"/>
                </a:lnTo>
                <a:lnTo>
                  <a:pt x="1932709" y="32897"/>
                </a:lnTo>
                <a:close/>
                <a:moveTo>
                  <a:pt x="1225420" y="189159"/>
                </a:moveTo>
                <a:lnTo>
                  <a:pt x="1225420" y="197383"/>
                </a:lnTo>
                <a:lnTo>
                  <a:pt x="1217196" y="197383"/>
                </a:lnTo>
                <a:lnTo>
                  <a:pt x="1217196" y="189159"/>
                </a:lnTo>
                <a:close/>
                <a:moveTo>
                  <a:pt x="1225420" y="197383"/>
                </a:moveTo>
                <a:lnTo>
                  <a:pt x="1233644" y="197383"/>
                </a:lnTo>
                <a:lnTo>
                  <a:pt x="1233644" y="205607"/>
                </a:lnTo>
                <a:lnTo>
                  <a:pt x="1225420" y="205607"/>
                </a:lnTo>
                <a:close/>
                <a:moveTo>
                  <a:pt x="1233644" y="205607"/>
                </a:moveTo>
                <a:lnTo>
                  <a:pt x="1241868" y="205607"/>
                </a:lnTo>
                <a:lnTo>
                  <a:pt x="1241868" y="213832"/>
                </a:lnTo>
                <a:lnTo>
                  <a:pt x="1241868" y="222056"/>
                </a:lnTo>
                <a:lnTo>
                  <a:pt x="1233644" y="222056"/>
                </a:lnTo>
                <a:lnTo>
                  <a:pt x="1233644" y="213832"/>
                </a:lnTo>
                <a:close/>
                <a:moveTo>
                  <a:pt x="1241868" y="222056"/>
                </a:moveTo>
                <a:lnTo>
                  <a:pt x="1250093" y="222056"/>
                </a:lnTo>
                <a:lnTo>
                  <a:pt x="1250093" y="230280"/>
                </a:lnTo>
                <a:lnTo>
                  <a:pt x="1241868" y="230280"/>
                </a:lnTo>
                <a:close/>
                <a:moveTo>
                  <a:pt x="1282990" y="263177"/>
                </a:moveTo>
                <a:lnTo>
                  <a:pt x="1282990" y="271402"/>
                </a:lnTo>
                <a:lnTo>
                  <a:pt x="1282990" y="279626"/>
                </a:lnTo>
                <a:lnTo>
                  <a:pt x="1282990" y="287850"/>
                </a:lnTo>
                <a:lnTo>
                  <a:pt x="1282990" y="296075"/>
                </a:lnTo>
                <a:lnTo>
                  <a:pt x="1274766" y="296075"/>
                </a:lnTo>
                <a:lnTo>
                  <a:pt x="1266541" y="296075"/>
                </a:lnTo>
                <a:lnTo>
                  <a:pt x="1266541" y="287850"/>
                </a:lnTo>
                <a:lnTo>
                  <a:pt x="1266541" y="279626"/>
                </a:lnTo>
                <a:lnTo>
                  <a:pt x="1274766" y="279626"/>
                </a:lnTo>
                <a:lnTo>
                  <a:pt x="1274766" y="271402"/>
                </a:lnTo>
                <a:lnTo>
                  <a:pt x="1274766" y="263177"/>
                </a:lnTo>
                <a:lnTo>
                  <a:pt x="1274766" y="254953"/>
                </a:lnTo>
                <a:lnTo>
                  <a:pt x="1266541" y="254953"/>
                </a:lnTo>
                <a:lnTo>
                  <a:pt x="1266541" y="246729"/>
                </a:lnTo>
                <a:lnTo>
                  <a:pt x="1274766" y="246729"/>
                </a:lnTo>
                <a:lnTo>
                  <a:pt x="1274766" y="238505"/>
                </a:lnTo>
                <a:lnTo>
                  <a:pt x="1282990" y="238505"/>
                </a:lnTo>
                <a:lnTo>
                  <a:pt x="1282990" y="246729"/>
                </a:lnTo>
                <a:lnTo>
                  <a:pt x="1282990" y="254953"/>
                </a:lnTo>
                <a:close/>
                <a:moveTo>
                  <a:pt x="1258317" y="296075"/>
                </a:moveTo>
                <a:lnTo>
                  <a:pt x="1258317" y="304299"/>
                </a:lnTo>
                <a:lnTo>
                  <a:pt x="1250093" y="304299"/>
                </a:lnTo>
                <a:lnTo>
                  <a:pt x="1250093" y="296075"/>
                </a:lnTo>
                <a:lnTo>
                  <a:pt x="1250093" y="287850"/>
                </a:lnTo>
                <a:lnTo>
                  <a:pt x="1250093" y="279626"/>
                </a:lnTo>
                <a:lnTo>
                  <a:pt x="1258317" y="279626"/>
                </a:lnTo>
                <a:lnTo>
                  <a:pt x="1258317" y="287850"/>
                </a:lnTo>
                <a:close/>
                <a:moveTo>
                  <a:pt x="1291214" y="296075"/>
                </a:moveTo>
                <a:lnTo>
                  <a:pt x="1291214" y="304299"/>
                </a:lnTo>
                <a:lnTo>
                  <a:pt x="1291214" y="312523"/>
                </a:lnTo>
                <a:lnTo>
                  <a:pt x="1282990" y="312523"/>
                </a:lnTo>
                <a:lnTo>
                  <a:pt x="1282990" y="304299"/>
                </a:lnTo>
                <a:lnTo>
                  <a:pt x="1282990" y="296075"/>
                </a:lnTo>
                <a:close/>
                <a:moveTo>
                  <a:pt x="1258317" y="312523"/>
                </a:moveTo>
                <a:lnTo>
                  <a:pt x="1258317" y="304299"/>
                </a:lnTo>
                <a:lnTo>
                  <a:pt x="1266541" y="304299"/>
                </a:lnTo>
                <a:lnTo>
                  <a:pt x="1266541" y="312523"/>
                </a:lnTo>
                <a:close/>
                <a:moveTo>
                  <a:pt x="1266541" y="320747"/>
                </a:moveTo>
                <a:lnTo>
                  <a:pt x="1266541" y="312523"/>
                </a:lnTo>
                <a:lnTo>
                  <a:pt x="1274766" y="312523"/>
                </a:lnTo>
                <a:lnTo>
                  <a:pt x="1274766" y="320747"/>
                </a:lnTo>
                <a:close/>
                <a:moveTo>
                  <a:pt x="1258317" y="320747"/>
                </a:moveTo>
                <a:lnTo>
                  <a:pt x="1266541" y="320747"/>
                </a:lnTo>
                <a:lnTo>
                  <a:pt x="1266541" y="328972"/>
                </a:lnTo>
                <a:lnTo>
                  <a:pt x="1258317" y="328972"/>
                </a:lnTo>
                <a:close/>
                <a:moveTo>
                  <a:pt x="1233644" y="370093"/>
                </a:moveTo>
                <a:lnTo>
                  <a:pt x="1233644" y="361869"/>
                </a:lnTo>
                <a:lnTo>
                  <a:pt x="1241868" y="361869"/>
                </a:lnTo>
                <a:lnTo>
                  <a:pt x="1250093" y="361869"/>
                </a:lnTo>
                <a:lnTo>
                  <a:pt x="1258317" y="361869"/>
                </a:lnTo>
                <a:lnTo>
                  <a:pt x="1266541" y="361869"/>
                </a:lnTo>
                <a:lnTo>
                  <a:pt x="1266541" y="353645"/>
                </a:lnTo>
                <a:lnTo>
                  <a:pt x="1266541" y="345420"/>
                </a:lnTo>
                <a:lnTo>
                  <a:pt x="1258317" y="345420"/>
                </a:lnTo>
                <a:lnTo>
                  <a:pt x="1258317" y="337196"/>
                </a:lnTo>
                <a:lnTo>
                  <a:pt x="1266541" y="337196"/>
                </a:lnTo>
                <a:lnTo>
                  <a:pt x="1274766" y="337196"/>
                </a:lnTo>
                <a:lnTo>
                  <a:pt x="1274766" y="345420"/>
                </a:lnTo>
                <a:lnTo>
                  <a:pt x="1274766" y="353645"/>
                </a:lnTo>
                <a:lnTo>
                  <a:pt x="1274766" y="361869"/>
                </a:lnTo>
                <a:lnTo>
                  <a:pt x="1274766" y="370093"/>
                </a:lnTo>
                <a:lnTo>
                  <a:pt x="1266541" y="370093"/>
                </a:lnTo>
                <a:lnTo>
                  <a:pt x="1258317" y="370093"/>
                </a:lnTo>
                <a:lnTo>
                  <a:pt x="1250093" y="370093"/>
                </a:lnTo>
                <a:lnTo>
                  <a:pt x="1241868" y="370093"/>
                </a:lnTo>
                <a:close/>
                <a:moveTo>
                  <a:pt x="1266541" y="378318"/>
                </a:moveTo>
                <a:lnTo>
                  <a:pt x="1274766" y="378318"/>
                </a:lnTo>
                <a:lnTo>
                  <a:pt x="1274766" y="386542"/>
                </a:lnTo>
                <a:lnTo>
                  <a:pt x="1266541" y="386542"/>
                </a:lnTo>
                <a:close/>
                <a:moveTo>
                  <a:pt x="1233644" y="386542"/>
                </a:moveTo>
                <a:lnTo>
                  <a:pt x="1241868" y="386542"/>
                </a:lnTo>
                <a:lnTo>
                  <a:pt x="1241868" y="394766"/>
                </a:lnTo>
                <a:lnTo>
                  <a:pt x="1233644" y="394766"/>
                </a:lnTo>
                <a:close/>
                <a:moveTo>
                  <a:pt x="1241868" y="394766"/>
                </a:moveTo>
                <a:lnTo>
                  <a:pt x="1250093" y="394766"/>
                </a:lnTo>
                <a:lnTo>
                  <a:pt x="1250093" y="402990"/>
                </a:lnTo>
                <a:lnTo>
                  <a:pt x="1250093" y="411215"/>
                </a:lnTo>
                <a:lnTo>
                  <a:pt x="1241868" y="411215"/>
                </a:lnTo>
                <a:lnTo>
                  <a:pt x="1241868" y="402990"/>
                </a:lnTo>
                <a:close/>
                <a:moveTo>
                  <a:pt x="1225420" y="394766"/>
                </a:moveTo>
                <a:lnTo>
                  <a:pt x="1233644" y="394766"/>
                </a:lnTo>
                <a:lnTo>
                  <a:pt x="1233644" y="402990"/>
                </a:lnTo>
                <a:lnTo>
                  <a:pt x="1225420" y="402990"/>
                </a:lnTo>
                <a:close/>
                <a:moveTo>
                  <a:pt x="1258317" y="419439"/>
                </a:moveTo>
                <a:lnTo>
                  <a:pt x="1258317" y="411215"/>
                </a:lnTo>
                <a:lnTo>
                  <a:pt x="1266541" y="411215"/>
                </a:lnTo>
                <a:lnTo>
                  <a:pt x="1266541" y="419439"/>
                </a:lnTo>
                <a:close/>
                <a:moveTo>
                  <a:pt x="1258317" y="427663"/>
                </a:moveTo>
                <a:lnTo>
                  <a:pt x="1250093" y="427663"/>
                </a:lnTo>
                <a:lnTo>
                  <a:pt x="1241868" y="427663"/>
                </a:lnTo>
                <a:lnTo>
                  <a:pt x="1241868" y="419439"/>
                </a:lnTo>
                <a:lnTo>
                  <a:pt x="1250093" y="419439"/>
                </a:lnTo>
                <a:lnTo>
                  <a:pt x="1258317" y="419439"/>
                </a:lnTo>
                <a:close/>
                <a:moveTo>
                  <a:pt x="1233644" y="435888"/>
                </a:moveTo>
                <a:lnTo>
                  <a:pt x="1233644" y="427663"/>
                </a:lnTo>
                <a:lnTo>
                  <a:pt x="1241868" y="427663"/>
                </a:lnTo>
                <a:lnTo>
                  <a:pt x="1241868" y="435888"/>
                </a:lnTo>
                <a:close/>
                <a:moveTo>
                  <a:pt x="2138316" y="24673"/>
                </a:moveTo>
                <a:lnTo>
                  <a:pt x="2138316" y="16449"/>
                </a:lnTo>
                <a:lnTo>
                  <a:pt x="2146541" y="16449"/>
                </a:lnTo>
                <a:lnTo>
                  <a:pt x="2146541" y="24673"/>
                </a:lnTo>
                <a:close/>
                <a:moveTo>
                  <a:pt x="2105419" y="41121"/>
                </a:moveTo>
                <a:lnTo>
                  <a:pt x="2097195" y="41121"/>
                </a:lnTo>
                <a:lnTo>
                  <a:pt x="2088971" y="41121"/>
                </a:lnTo>
                <a:lnTo>
                  <a:pt x="2088971" y="32897"/>
                </a:lnTo>
                <a:lnTo>
                  <a:pt x="2088971" y="24673"/>
                </a:lnTo>
                <a:lnTo>
                  <a:pt x="2097195" y="24673"/>
                </a:lnTo>
                <a:lnTo>
                  <a:pt x="2105419" y="24673"/>
                </a:lnTo>
                <a:lnTo>
                  <a:pt x="2105419" y="32897"/>
                </a:lnTo>
                <a:close/>
                <a:moveTo>
                  <a:pt x="2047849" y="32897"/>
                </a:moveTo>
                <a:lnTo>
                  <a:pt x="2047849" y="24673"/>
                </a:lnTo>
                <a:lnTo>
                  <a:pt x="2056074" y="24673"/>
                </a:lnTo>
                <a:lnTo>
                  <a:pt x="2056074" y="32897"/>
                </a:lnTo>
                <a:close/>
                <a:moveTo>
                  <a:pt x="2056074" y="32897"/>
                </a:moveTo>
                <a:lnTo>
                  <a:pt x="2064298" y="32897"/>
                </a:lnTo>
                <a:lnTo>
                  <a:pt x="2064298" y="41121"/>
                </a:lnTo>
                <a:lnTo>
                  <a:pt x="2056074" y="41121"/>
                </a:lnTo>
                <a:close/>
                <a:moveTo>
                  <a:pt x="2138316" y="41121"/>
                </a:moveTo>
                <a:lnTo>
                  <a:pt x="2130092" y="41121"/>
                </a:lnTo>
                <a:lnTo>
                  <a:pt x="2121868" y="41121"/>
                </a:lnTo>
                <a:lnTo>
                  <a:pt x="2121868" y="32897"/>
                </a:lnTo>
                <a:lnTo>
                  <a:pt x="2130092" y="32897"/>
                </a:lnTo>
                <a:lnTo>
                  <a:pt x="2138316" y="32897"/>
                </a:lnTo>
                <a:close/>
                <a:moveTo>
                  <a:pt x="2113644" y="41121"/>
                </a:moveTo>
                <a:lnTo>
                  <a:pt x="2121868" y="41121"/>
                </a:lnTo>
                <a:lnTo>
                  <a:pt x="2121868" y="49346"/>
                </a:lnTo>
                <a:lnTo>
                  <a:pt x="2113644" y="49346"/>
                </a:lnTo>
                <a:close/>
                <a:moveTo>
                  <a:pt x="2138316" y="49346"/>
                </a:moveTo>
                <a:lnTo>
                  <a:pt x="2138316" y="41121"/>
                </a:lnTo>
                <a:lnTo>
                  <a:pt x="2146541" y="41121"/>
                </a:lnTo>
                <a:lnTo>
                  <a:pt x="2154765" y="41121"/>
                </a:lnTo>
                <a:lnTo>
                  <a:pt x="2154765" y="49346"/>
                </a:lnTo>
                <a:lnTo>
                  <a:pt x="2146541" y="49346"/>
                </a:lnTo>
                <a:close/>
                <a:moveTo>
                  <a:pt x="2138316" y="49346"/>
                </a:moveTo>
                <a:lnTo>
                  <a:pt x="2138316" y="57570"/>
                </a:lnTo>
                <a:lnTo>
                  <a:pt x="2130092" y="57570"/>
                </a:lnTo>
                <a:lnTo>
                  <a:pt x="2121868" y="57570"/>
                </a:lnTo>
                <a:lnTo>
                  <a:pt x="2121868" y="49346"/>
                </a:lnTo>
                <a:lnTo>
                  <a:pt x="2130092" y="49346"/>
                </a:lnTo>
                <a:close/>
                <a:moveTo>
                  <a:pt x="2154765" y="57570"/>
                </a:moveTo>
                <a:lnTo>
                  <a:pt x="2154765" y="49346"/>
                </a:lnTo>
                <a:lnTo>
                  <a:pt x="2162989" y="49346"/>
                </a:lnTo>
                <a:lnTo>
                  <a:pt x="2162989" y="57570"/>
                </a:lnTo>
                <a:close/>
                <a:moveTo>
                  <a:pt x="2097195" y="74019"/>
                </a:moveTo>
                <a:lnTo>
                  <a:pt x="2097195" y="82243"/>
                </a:lnTo>
                <a:lnTo>
                  <a:pt x="2088971" y="82243"/>
                </a:lnTo>
                <a:lnTo>
                  <a:pt x="2088971" y="74019"/>
                </a:lnTo>
                <a:lnTo>
                  <a:pt x="2088971" y="65794"/>
                </a:lnTo>
                <a:lnTo>
                  <a:pt x="2088971" y="57570"/>
                </a:lnTo>
                <a:lnTo>
                  <a:pt x="2088971" y="49346"/>
                </a:lnTo>
                <a:lnTo>
                  <a:pt x="2097195" y="49346"/>
                </a:lnTo>
                <a:lnTo>
                  <a:pt x="2097195" y="57570"/>
                </a:lnTo>
                <a:lnTo>
                  <a:pt x="2097195" y="65794"/>
                </a:lnTo>
                <a:close/>
                <a:moveTo>
                  <a:pt x="2179438" y="65794"/>
                </a:moveTo>
                <a:lnTo>
                  <a:pt x="2171214" y="65794"/>
                </a:lnTo>
                <a:lnTo>
                  <a:pt x="2162989" y="65794"/>
                </a:lnTo>
                <a:lnTo>
                  <a:pt x="2162989" y="57570"/>
                </a:lnTo>
                <a:lnTo>
                  <a:pt x="2171214" y="57570"/>
                </a:lnTo>
                <a:lnTo>
                  <a:pt x="2179438" y="57570"/>
                </a:lnTo>
                <a:close/>
                <a:moveTo>
                  <a:pt x="2179438" y="74019"/>
                </a:moveTo>
                <a:lnTo>
                  <a:pt x="2179438" y="65794"/>
                </a:lnTo>
                <a:lnTo>
                  <a:pt x="2187662" y="65794"/>
                </a:lnTo>
                <a:lnTo>
                  <a:pt x="2187662" y="74019"/>
                </a:lnTo>
                <a:close/>
                <a:moveTo>
                  <a:pt x="2204111" y="74019"/>
                </a:moveTo>
                <a:lnTo>
                  <a:pt x="2204111" y="65794"/>
                </a:lnTo>
                <a:lnTo>
                  <a:pt x="2212335" y="65794"/>
                </a:lnTo>
                <a:lnTo>
                  <a:pt x="2212335" y="74019"/>
                </a:lnTo>
                <a:close/>
                <a:moveTo>
                  <a:pt x="2187662" y="82243"/>
                </a:moveTo>
                <a:lnTo>
                  <a:pt x="2187662" y="74019"/>
                </a:lnTo>
                <a:lnTo>
                  <a:pt x="2195887" y="74019"/>
                </a:lnTo>
                <a:lnTo>
                  <a:pt x="2195887" y="82243"/>
                </a:lnTo>
                <a:close/>
                <a:moveTo>
                  <a:pt x="2154765" y="82243"/>
                </a:moveTo>
                <a:lnTo>
                  <a:pt x="2154765" y="74019"/>
                </a:lnTo>
                <a:lnTo>
                  <a:pt x="2162989" y="74019"/>
                </a:lnTo>
                <a:lnTo>
                  <a:pt x="2162989" y="82243"/>
                </a:lnTo>
                <a:close/>
                <a:moveTo>
                  <a:pt x="2195887" y="90467"/>
                </a:moveTo>
                <a:lnTo>
                  <a:pt x="2195887" y="82243"/>
                </a:lnTo>
                <a:lnTo>
                  <a:pt x="2204111" y="82243"/>
                </a:lnTo>
                <a:lnTo>
                  <a:pt x="2204111" y="90467"/>
                </a:lnTo>
                <a:close/>
                <a:moveTo>
                  <a:pt x="2146541" y="90467"/>
                </a:moveTo>
                <a:lnTo>
                  <a:pt x="2146541" y="82243"/>
                </a:lnTo>
                <a:lnTo>
                  <a:pt x="2154765" y="82243"/>
                </a:lnTo>
                <a:lnTo>
                  <a:pt x="2154765" y="90467"/>
                </a:lnTo>
                <a:close/>
                <a:moveTo>
                  <a:pt x="2204111" y="98692"/>
                </a:moveTo>
                <a:lnTo>
                  <a:pt x="2212335" y="98692"/>
                </a:lnTo>
                <a:lnTo>
                  <a:pt x="2212335" y="106916"/>
                </a:lnTo>
                <a:lnTo>
                  <a:pt x="2204111" y="106916"/>
                </a:lnTo>
                <a:close/>
                <a:moveTo>
                  <a:pt x="2228784" y="98692"/>
                </a:moveTo>
                <a:lnTo>
                  <a:pt x="2228784" y="106916"/>
                </a:lnTo>
                <a:lnTo>
                  <a:pt x="2228784" y="115140"/>
                </a:lnTo>
                <a:lnTo>
                  <a:pt x="2220559" y="115140"/>
                </a:lnTo>
                <a:lnTo>
                  <a:pt x="2220559" y="106916"/>
                </a:lnTo>
                <a:lnTo>
                  <a:pt x="2220559" y="98692"/>
                </a:lnTo>
                <a:close/>
                <a:moveTo>
                  <a:pt x="2130092" y="115140"/>
                </a:moveTo>
                <a:lnTo>
                  <a:pt x="2121868" y="115140"/>
                </a:lnTo>
                <a:lnTo>
                  <a:pt x="2121868" y="106916"/>
                </a:lnTo>
                <a:lnTo>
                  <a:pt x="2130092" y="106916"/>
                </a:lnTo>
                <a:lnTo>
                  <a:pt x="2138316" y="106916"/>
                </a:lnTo>
                <a:lnTo>
                  <a:pt x="2138316" y="98692"/>
                </a:lnTo>
                <a:lnTo>
                  <a:pt x="2146541" y="98692"/>
                </a:lnTo>
                <a:lnTo>
                  <a:pt x="2146541" y="106916"/>
                </a:lnTo>
                <a:lnTo>
                  <a:pt x="2146541" y="115140"/>
                </a:lnTo>
                <a:lnTo>
                  <a:pt x="2138316" y="115140"/>
                </a:lnTo>
                <a:close/>
                <a:moveTo>
                  <a:pt x="2195887" y="123364"/>
                </a:moveTo>
                <a:lnTo>
                  <a:pt x="2195887" y="115140"/>
                </a:lnTo>
                <a:lnTo>
                  <a:pt x="2204111" y="115140"/>
                </a:lnTo>
                <a:lnTo>
                  <a:pt x="2204111" y="123364"/>
                </a:lnTo>
                <a:close/>
                <a:moveTo>
                  <a:pt x="2212335" y="164486"/>
                </a:moveTo>
                <a:lnTo>
                  <a:pt x="2212335" y="156262"/>
                </a:lnTo>
                <a:lnTo>
                  <a:pt x="2212335" y="148037"/>
                </a:lnTo>
                <a:lnTo>
                  <a:pt x="2212335" y="139813"/>
                </a:lnTo>
                <a:lnTo>
                  <a:pt x="2212335" y="131589"/>
                </a:lnTo>
                <a:lnTo>
                  <a:pt x="2212335" y="123364"/>
                </a:lnTo>
                <a:lnTo>
                  <a:pt x="2220559" y="123364"/>
                </a:lnTo>
                <a:lnTo>
                  <a:pt x="2220559" y="131589"/>
                </a:lnTo>
                <a:lnTo>
                  <a:pt x="2228784" y="131589"/>
                </a:lnTo>
                <a:lnTo>
                  <a:pt x="2237008" y="131589"/>
                </a:lnTo>
                <a:lnTo>
                  <a:pt x="2237008" y="139813"/>
                </a:lnTo>
                <a:lnTo>
                  <a:pt x="2237008" y="148037"/>
                </a:lnTo>
                <a:lnTo>
                  <a:pt x="2237008" y="156262"/>
                </a:lnTo>
                <a:lnTo>
                  <a:pt x="2245232" y="156262"/>
                </a:lnTo>
                <a:lnTo>
                  <a:pt x="2253457" y="156262"/>
                </a:lnTo>
                <a:lnTo>
                  <a:pt x="2261681" y="156262"/>
                </a:lnTo>
                <a:lnTo>
                  <a:pt x="2269905" y="156262"/>
                </a:lnTo>
                <a:lnTo>
                  <a:pt x="2269905" y="148037"/>
                </a:lnTo>
                <a:lnTo>
                  <a:pt x="2278129" y="148037"/>
                </a:lnTo>
                <a:lnTo>
                  <a:pt x="2278129" y="156262"/>
                </a:lnTo>
                <a:lnTo>
                  <a:pt x="2286354" y="156262"/>
                </a:lnTo>
                <a:lnTo>
                  <a:pt x="2286354" y="164486"/>
                </a:lnTo>
                <a:lnTo>
                  <a:pt x="2278129" y="164486"/>
                </a:lnTo>
                <a:lnTo>
                  <a:pt x="2278129" y="172710"/>
                </a:lnTo>
                <a:lnTo>
                  <a:pt x="2269905" y="172710"/>
                </a:lnTo>
                <a:lnTo>
                  <a:pt x="2261681" y="172710"/>
                </a:lnTo>
                <a:lnTo>
                  <a:pt x="2261681" y="180934"/>
                </a:lnTo>
                <a:lnTo>
                  <a:pt x="2261681" y="189159"/>
                </a:lnTo>
                <a:lnTo>
                  <a:pt x="2261681" y="197383"/>
                </a:lnTo>
                <a:lnTo>
                  <a:pt x="2269905" y="197383"/>
                </a:lnTo>
                <a:lnTo>
                  <a:pt x="2269905" y="205607"/>
                </a:lnTo>
                <a:lnTo>
                  <a:pt x="2278129" y="205607"/>
                </a:lnTo>
                <a:lnTo>
                  <a:pt x="2278129" y="213832"/>
                </a:lnTo>
                <a:lnTo>
                  <a:pt x="2269905" y="213832"/>
                </a:lnTo>
                <a:lnTo>
                  <a:pt x="2261681" y="213832"/>
                </a:lnTo>
                <a:lnTo>
                  <a:pt x="2261681" y="205607"/>
                </a:lnTo>
                <a:lnTo>
                  <a:pt x="2253457" y="205607"/>
                </a:lnTo>
                <a:lnTo>
                  <a:pt x="2253457" y="197383"/>
                </a:lnTo>
                <a:lnTo>
                  <a:pt x="2245232" y="197383"/>
                </a:lnTo>
                <a:lnTo>
                  <a:pt x="2245232" y="189159"/>
                </a:lnTo>
                <a:lnTo>
                  <a:pt x="2237008" y="189159"/>
                </a:lnTo>
                <a:lnTo>
                  <a:pt x="2237008" y="180934"/>
                </a:lnTo>
                <a:lnTo>
                  <a:pt x="2245232" y="180934"/>
                </a:lnTo>
                <a:lnTo>
                  <a:pt x="2245232" y="172710"/>
                </a:lnTo>
                <a:lnTo>
                  <a:pt x="2237008" y="172710"/>
                </a:lnTo>
                <a:lnTo>
                  <a:pt x="2228784" y="172710"/>
                </a:lnTo>
                <a:lnTo>
                  <a:pt x="2228784" y="164486"/>
                </a:lnTo>
                <a:lnTo>
                  <a:pt x="2228784" y="156262"/>
                </a:lnTo>
                <a:lnTo>
                  <a:pt x="2228784" y="148037"/>
                </a:lnTo>
                <a:lnTo>
                  <a:pt x="2220559" y="148037"/>
                </a:lnTo>
                <a:lnTo>
                  <a:pt x="2220559" y="156262"/>
                </a:lnTo>
                <a:lnTo>
                  <a:pt x="2220559" y="164486"/>
                </a:lnTo>
                <a:lnTo>
                  <a:pt x="2220559" y="172710"/>
                </a:lnTo>
                <a:lnTo>
                  <a:pt x="2212335" y="172710"/>
                </a:lnTo>
                <a:close/>
                <a:moveTo>
                  <a:pt x="2253457" y="172710"/>
                </a:moveTo>
                <a:lnTo>
                  <a:pt x="2261681" y="172710"/>
                </a:lnTo>
                <a:lnTo>
                  <a:pt x="2261681" y="164486"/>
                </a:lnTo>
                <a:lnTo>
                  <a:pt x="2253457" y="164486"/>
                </a:lnTo>
                <a:close/>
                <a:moveTo>
                  <a:pt x="2187662" y="131589"/>
                </a:moveTo>
                <a:lnTo>
                  <a:pt x="2195887" y="131589"/>
                </a:lnTo>
                <a:lnTo>
                  <a:pt x="2195887" y="139813"/>
                </a:lnTo>
                <a:lnTo>
                  <a:pt x="2195887" y="148037"/>
                </a:lnTo>
                <a:lnTo>
                  <a:pt x="2195887" y="156262"/>
                </a:lnTo>
                <a:lnTo>
                  <a:pt x="2187662" y="156262"/>
                </a:lnTo>
                <a:lnTo>
                  <a:pt x="2187662" y="148037"/>
                </a:lnTo>
                <a:lnTo>
                  <a:pt x="2187662" y="139813"/>
                </a:lnTo>
                <a:close/>
                <a:moveTo>
                  <a:pt x="2097195" y="139813"/>
                </a:moveTo>
                <a:lnTo>
                  <a:pt x="2105419" y="139813"/>
                </a:lnTo>
                <a:lnTo>
                  <a:pt x="2105419" y="148037"/>
                </a:lnTo>
                <a:lnTo>
                  <a:pt x="2097195" y="148037"/>
                </a:lnTo>
                <a:close/>
                <a:moveTo>
                  <a:pt x="2105419" y="148037"/>
                </a:moveTo>
                <a:lnTo>
                  <a:pt x="2113644" y="148037"/>
                </a:lnTo>
                <a:lnTo>
                  <a:pt x="2113644" y="156262"/>
                </a:lnTo>
                <a:lnTo>
                  <a:pt x="2105419" y="156262"/>
                </a:lnTo>
                <a:close/>
                <a:moveTo>
                  <a:pt x="2162989" y="164486"/>
                </a:moveTo>
                <a:lnTo>
                  <a:pt x="2162989" y="156262"/>
                </a:lnTo>
                <a:lnTo>
                  <a:pt x="2171214" y="156262"/>
                </a:lnTo>
                <a:lnTo>
                  <a:pt x="2171214" y="164486"/>
                </a:lnTo>
                <a:close/>
                <a:moveTo>
                  <a:pt x="2195887" y="172710"/>
                </a:moveTo>
                <a:lnTo>
                  <a:pt x="2195887" y="164486"/>
                </a:lnTo>
                <a:lnTo>
                  <a:pt x="2204111" y="164486"/>
                </a:lnTo>
                <a:lnTo>
                  <a:pt x="2204111" y="172710"/>
                </a:lnTo>
                <a:close/>
                <a:moveTo>
                  <a:pt x="2212335" y="189159"/>
                </a:moveTo>
                <a:lnTo>
                  <a:pt x="2212335" y="180934"/>
                </a:lnTo>
                <a:lnTo>
                  <a:pt x="2220559" y="180934"/>
                </a:lnTo>
                <a:lnTo>
                  <a:pt x="2220559" y="189159"/>
                </a:lnTo>
                <a:close/>
                <a:moveTo>
                  <a:pt x="2179438" y="180934"/>
                </a:moveTo>
                <a:lnTo>
                  <a:pt x="2187662" y="180934"/>
                </a:lnTo>
                <a:lnTo>
                  <a:pt x="2187662" y="189159"/>
                </a:lnTo>
                <a:lnTo>
                  <a:pt x="2179438" y="189159"/>
                </a:lnTo>
                <a:close/>
                <a:moveTo>
                  <a:pt x="2195887" y="189159"/>
                </a:moveTo>
                <a:lnTo>
                  <a:pt x="2204111" y="189159"/>
                </a:lnTo>
                <a:lnTo>
                  <a:pt x="2212335" y="189159"/>
                </a:lnTo>
                <a:lnTo>
                  <a:pt x="2212335" y="197383"/>
                </a:lnTo>
                <a:lnTo>
                  <a:pt x="2204111" y="197383"/>
                </a:lnTo>
                <a:lnTo>
                  <a:pt x="2195887" y="197383"/>
                </a:lnTo>
                <a:close/>
                <a:moveTo>
                  <a:pt x="2187662" y="197383"/>
                </a:moveTo>
                <a:lnTo>
                  <a:pt x="2195887" y="197383"/>
                </a:lnTo>
                <a:lnTo>
                  <a:pt x="2195887" y="205607"/>
                </a:lnTo>
                <a:lnTo>
                  <a:pt x="2187662" y="205607"/>
                </a:lnTo>
                <a:close/>
                <a:moveTo>
                  <a:pt x="2212335" y="205607"/>
                </a:moveTo>
                <a:lnTo>
                  <a:pt x="2220559" y="205607"/>
                </a:lnTo>
                <a:lnTo>
                  <a:pt x="2220559" y="213832"/>
                </a:lnTo>
                <a:lnTo>
                  <a:pt x="2212335" y="213832"/>
                </a:lnTo>
                <a:close/>
                <a:moveTo>
                  <a:pt x="2237008" y="222056"/>
                </a:moveTo>
                <a:lnTo>
                  <a:pt x="2228784" y="222056"/>
                </a:lnTo>
                <a:lnTo>
                  <a:pt x="2220559" y="222056"/>
                </a:lnTo>
                <a:lnTo>
                  <a:pt x="2220559" y="213832"/>
                </a:lnTo>
                <a:lnTo>
                  <a:pt x="2228784" y="213832"/>
                </a:lnTo>
                <a:lnTo>
                  <a:pt x="2237008" y="213832"/>
                </a:lnTo>
                <a:lnTo>
                  <a:pt x="2245232" y="213832"/>
                </a:lnTo>
                <a:lnTo>
                  <a:pt x="2245232" y="222056"/>
                </a:lnTo>
                <a:close/>
                <a:moveTo>
                  <a:pt x="2212335" y="312523"/>
                </a:moveTo>
                <a:lnTo>
                  <a:pt x="2212335" y="304299"/>
                </a:lnTo>
                <a:lnTo>
                  <a:pt x="2220559" y="304299"/>
                </a:lnTo>
                <a:lnTo>
                  <a:pt x="2220559" y="312523"/>
                </a:lnTo>
                <a:lnTo>
                  <a:pt x="2220559" y="320747"/>
                </a:lnTo>
                <a:lnTo>
                  <a:pt x="2212335" y="320747"/>
                </a:lnTo>
                <a:close/>
                <a:moveTo>
                  <a:pt x="2204111" y="337196"/>
                </a:moveTo>
                <a:lnTo>
                  <a:pt x="2204111" y="328972"/>
                </a:lnTo>
                <a:lnTo>
                  <a:pt x="2212335" y="328972"/>
                </a:lnTo>
                <a:lnTo>
                  <a:pt x="2212335" y="337196"/>
                </a:lnTo>
                <a:close/>
                <a:moveTo>
                  <a:pt x="2212335" y="345420"/>
                </a:moveTo>
                <a:lnTo>
                  <a:pt x="2220559" y="345420"/>
                </a:lnTo>
                <a:lnTo>
                  <a:pt x="2228784" y="345420"/>
                </a:lnTo>
                <a:lnTo>
                  <a:pt x="2237008" y="345420"/>
                </a:lnTo>
                <a:lnTo>
                  <a:pt x="2245232" y="345420"/>
                </a:lnTo>
                <a:lnTo>
                  <a:pt x="2245232" y="353645"/>
                </a:lnTo>
                <a:lnTo>
                  <a:pt x="2237008" y="353645"/>
                </a:lnTo>
                <a:lnTo>
                  <a:pt x="2228784" y="353645"/>
                </a:lnTo>
                <a:lnTo>
                  <a:pt x="2220559" y="353645"/>
                </a:lnTo>
                <a:lnTo>
                  <a:pt x="2212335" y="353645"/>
                </a:lnTo>
                <a:close/>
                <a:moveTo>
                  <a:pt x="2755138" y="8224"/>
                </a:moveTo>
                <a:lnTo>
                  <a:pt x="2755138" y="0"/>
                </a:lnTo>
                <a:lnTo>
                  <a:pt x="2763363" y="0"/>
                </a:lnTo>
                <a:lnTo>
                  <a:pt x="2763363" y="8224"/>
                </a:lnTo>
                <a:close/>
                <a:moveTo>
                  <a:pt x="2755138" y="32897"/>
                </a:moveTo>
                <a:lnTo>
                  <a:pt x="2755138" y="24673"/>
                </a:lnTo>
                <a:lnTo>
                  <a:pt x="2763363" y="24673"/>
                </a:lnTo>
                <a:lnTo>
                  <a:pt x="2771587" y="24673"/>
                </a:lnTo>
                <a:lnTo>
                  <a:pt x="2771587" y="16449"/>
                </a:lnTo>
                <a:lnTo>
                  <a:pt x="2779811" y="16449"/>
                </a:lnTo>
                <a:lnTo>
                  <a:pt x="2788036" y="16449"/>
                </a:lnTo>
                <a:lnTo>
                  <a:pt x="2788036" y="24673"/>
                </a:lnTo>
                <a:lnTo>
                  <a:pt x="2796260" y="24673"/>
                </a:lnTo>
                <a:lnTo>
                  <a:pt x="2796260" y="32897"/>
                </a:lnTo>
                <a:lnTo>
                  <a:pt x="2804484" y="32897"/>
                </a:lnTo>
                <a:lnTo>
                  <a:pt x="2812709" y="32897"/>
                </a:lnTo>
                <a:lnTo>
                  <a:pt x="2812709" y="41121"/>
                </a:lnTo>
                <a:lnTo>
                  <a:pt x="2812709" y="49346"/>
                </a:lnTo>
                <a:lnTo>
                  <a:pt x="2812709" y="57570"/>
                </a:lnTo>
                <a:lnTo>
                  <a:pt x="2812709" y="65794"/>
                </a:lnTo>
                <a:lnTo>
                  <a:pt x="2812709" y="74019"/>
                </a:lnTo>
                <a:lnTo>
                  <a:pt x="2804484" y="74019"/>
                </a:lnTo>
                <a:lnTo>
                  <a:pt x="2804484" y="82243"/>
                </a:lnTo>
                <a:lnTo>
                  <a:pt x="2796260" y="82243"/>
                </a:lnTo>
                <a:lnTo>
                  <a:pt x="2796260" y="74019"/>
                </a:lnTo>
                <a:lnTo>
                  <a:pt x="2788036" y="74019"/>
                </a:lnTo>
                <a:lnTo>
                  <a:pt x="2788036" y="65794"/>
                </a:lnTo>
                <a:lnTo>
                  <a:pt x="2779811" y="65794"/>
                </a:lnTo>
                <a:lnTo>
                  <a:pt x="2779811" y="57570"/>
                </a:lnTo>
                <a:lnTo>
                  <a:pt x="2779811" y="49346"/>
                </a:lnTo>
                <a:lnTo>
                  <a:pt x="2771587" y="49346"/>
                </a:lnTo>
                <a:lnTo>
                  <a:pt x="2763363" y="49346"/>
                </a:lnTo>
                <a:lnTo>
                  <a:pt x="2763363" y="41121"/>
                </a:lnTo>
                <a:lnTo>
                  <a:pt x="2755138" y="41121"/>
                </a:lnTo>
                <a:close/>
                <a:moveTo>
                  <a:pt x="2253457" y="123364"/>
                </a:moveTo>
                <a:lnTo>
                  <a:pt x="2253457" y="115140"/>
                </a:lnTo>
                <a:lnTo>
                  <a:pt x="2261681" y="115140"/>
                </a:lnTo>
                <a:lnTo>
                  <a:pt x="2261681" y="123364"/>
                </a:lnTo>
                <a:close/>
                <a:moveTo>
                  <a:pt x="2286354" y="131589"/>
                </a:moveTo>
                <a:lnTo>
                  <a:pt x="2294578" y="131589"/>
                </a:lnTo>
                <a:lnTo>
                  <a:pt x="2294578" y="139813"/>
                </a:lnTo>
                <a:lnTo>
                  <a:pt x="2286354" y="139813"/>
                </a:lnTo>
                <a:close/>
                <a:moveTo>
                  <a:pt x="2261681" y="139813"/>
                </a:moveTo>
                <a:lnTo>
                  <a:pt x="2261681" y="131589"/>
                </a:lnTo>
                <a:lnTo>
                  <a:pt x="2269905" y="131589"/>
                </a:lnTo>
                <a:lnTo>
                  <a:pt x="2269905" y="139813"/>
                </a:lnTo>
                <a:close/>
                <a:moveTo>
                  <a:pt x="2294578" y="156262"/>
                </a:moveTo>
                <a:lnTo>
                  <a:pt x="2294578" y="148037"/>
                </a:lnTo>
                <a:lnTo>
                  <a:pt x="2294578" y="139813"/>
                </a:lnTo>
                <a:lnTo>
                  <a:pt x="2302802" y="139813"/>
                </a:lnTo>
                <a:lnTo>
                  <a:pt x="2302802" y="148037"/>
                </a:lnTo>
                <a:lnTo>
                  <a:pt x="2302802" y="156262"/>
                </a:lnTo>
                <a:close/>
                <a:moveTo>
                  <a:pt x="2302802" y="172710"/>
                </a:moveTo>
                <a:lnTo>
                  <a:pt x="2294578" y="172710"/>
                </a:lnTo>
                <a:lnTo>
                  <a:pt x="2286354" y="172710"/>
                </a:lnTo>
                <a:lnTo>
                  <a:pt x="2286354" y="164486"/>
                </a:lnTo>
                <a:lnTo>
                  <a:pt x="2294578" y="164486"/>
                </a:lnTo>
                <a:lnTo>
                  <a:pt x="2302802" y="164486"/>
                </a:lnTo>
                <a:close/>
                <a:moveTo>
                  <a:pt x="2302802" y="180934"/>
                </a:moveTo>
                <a:lnTo>
                  <a:pt x="2302802" y="172710"/>
                </a:lnTo>
                <a:lnTo>
                  <a:pt x="2311027" y="172710"/>
                </a:lnTo>
                <a:lnTo>
                  <a:pt x="2311027" y="180934"/>
                </a:lnTo>
                <a:close/>
                <a:moveTo>
                  <a:pt x="2278129" y="197383"/>
                </a:moveTo>
                <a:lnTo>
                  <a:pt x="2278129" y="189159"/>
                </a:lnTo>
                <a:lnTo>
                  <a:pt x="2286354" y="189159"/>
                </a:lnTo>
                <a:lnTo>
                  <a:pt x="2286354" y="197383"/>
                </a:lnTo>
                <a:close/>
                <a:moveTo>
                  <a:pt x="2302802" y="205607"/>
                </a:moveTo>
                <a:lnTo>
                  <a:pt x="2302802" y="197383"/>
                </a:lnTo>
                <a:lnTo>
                  <a:pt x="2311027" y="197383"/>
                </a:lnTo>
                <a:lnTo>
                  <a:pt x="2311027" y="205607"/>
                </a:lnTo>
                <a:close/>
                <a:moveTo>
                  <a:pt x="2286354" y="205607"/>
                </a:moveTo>
                <a:lnTo>
                  <a:pt x="2286354" y="197383"/>
                </a:lnTo>
                <a:lnTo>
                  <a:pt x="2294578" y="197383"/>
                </a:lnTo>
                <a:lnTo>
                  <a:pt x="2294578" y="205607"/>
                </a:lnTo>
                <a:close/>
                <a:moveTo>
                  <a:pt x="2294578" y="213832"/>
                </a:moveTo>
                <a:lnTo>
                  <a:pt x="2294578" y="205607"/>
                </a:lnTo>
                <a:lnTo>
                  <a:pt x="2302802" y="205607"/>
                </a:lnTo>
                <a:lnTo>
                  <a:pt x="2302802" y="213832"/>
                </a:lnTo>
                <a:close/>
                <a:moveTo>
                  <a:pt x="2269905" y="222056"/>
                </a:moveTo>
                <a:lnTo>
                  <a:pt x="2278129" y="222056"/>
                </a:lnTo>
                <a:lnTo>
                  <a:pt x="2278129" y="230280"/>
                </a:lnTo>
                <a:lnTo>
                  <a:pt x="2269905" y="230280"/>
                </a:lnTo>
                <a:close/>
                <a:moveTo>
                  <a:pt x="2286354" y="230280"/>
                </a:moveTo>
                <a:lnTo>
                  <a:pt x="2286354" y="222056"/>
                </a:lnTo>
                <a:lnTo>
                  <a:pt x="2294578" y="222056"/>
                </a:lnTo>
                <a:lnTo>
                  <a:pt x="2294578" y="230280"/>
                </a:lnTo>
                <a:close/>
                <a:moveTo>
                  <a:pt x="2253457" y="222056"/>
                </a:moveTo>
                <a:lnTo>
                  <a:pt x="2253457" y="230280"/>
                </a:lnTo>
                <a:lnTo>
                  <a:pt x="2253457" y="238505"/>
                </a:lnTo>
                <a:lnTo>
                  <a:pt x="2245232" y="238505"/>
                </a:lnTo>
                <a:lnTo>
                  <a:pt x="2245232" y="230280"/>
                </a:lnTo>
                <a:lnTo>
                  <a:pt x="2245232" y="222056"/>
                </a:lnTo>
                <a:close/>
                <a:moveTo>
                  <a:pt x="2253457" y="246729"/>
                </a:moveTo>
                <a:lnTo>
                  <a:pt x="2253457" y="238505"/>
                </a:lnTo>
                <a:lnTo>
                  <a:pt x="2261681" y="238505"/>
                </a:lnTo>
                <a:lnTo>
                  <a:pt x="2269905" y="238505"/>
                </a:lnTo>
                <a:lnTo>
                  <a:pt x="2278129" y="238505"/>
                </a:lnTo>
                <a:lnTo>
                  <a:pt x="2278129" y="230280"/>
                </a:lnTo>
                <a:lnTo>
                  <a:pt x="2286354" y="230280"/>
                </a:lnTo>
                <a:lnTo>
                  <a:pt x="2286354" y="238505"/>
                </a:lnTo>
                <a:lnTo>
                  <a:pt x="2294578" y="238505"/>
                </a:lnTo>
                <a:lnTo>
                  <a:pt x="2294578" y="246729"/>
                </a:lnTo>
                <a:lnTo>
                  <a:pt x="2286354" y="246729"/>
                </a:lnTo>
                <a:lnTo>
                  <a:pt x="2278129" y="246729"/>
                </a:lnTo>
                <a:lnTo>
                  <a:pt x="2269905" y="246729"/>
                </a:lnTo>
                <a:lnTo>
                  <a:pt x="2261681" y="246729"/>
                </a:lnTo>
                <a:lnTo>
                  <a:pt x="2261681" y="254953"/>
                </a:lnTo>
                <a:lnTo>
                  <a:pt x="2261681" y="263177"/>
                </a:lnTo>
                <a:lnTo>
                  <a:pt x="2253457" y="263177"/>
                </a:lnTo>
                <a:lnTo>
                  <a:pt x="2245232" y="263177"/>
                </a:lnTo>
                <a:lnTo>
                  <a:pt x="2245232" y="271402"/>
                </a:lnTo>
                <a:lnTo>
                  <a:pt x="2253457" y="271402"/>
                </a:lnTo>
                <a:lnTo>
                  <a:pt x="2253457" y="279626"/>
                </a:lnTo>
                <a:lnTo>
                  <a:pt x="2261681" y="279626"/>
                </a:lnTo>
                <a:lnTo>
                  <a:pt x="2261681" y="287850"/>
                </a:lnTo>
                <a:lnTo>
                  <a:pt x="2253457" y="287850"/>
                </a:lnTo>
                <a:lnTo>
                  <a:pt x="2253457" y="296075"/>
                </a:lnTo>
                <a:lnTo>
                  <a:pt x="2253457" y="304299"/>
                </a:lnTo>
                <a:lnTo>
                  <a:pt x="2245232" y="304299"/>
                </a:lnTo>
                <a:lnTo>
                  <a:pt x="2245232" y="296075"/>
                </a:lnTo>
                <a:lnTo>
                  <a:pt x="2237008" y="296075"/>
                </a:lnTo>
                <a:lnTo>
                  <a:pt x="2237008" y="304299"/>
                </a:lnTo>
                <a:lnTo>
                  <a:pt x="2237008" y="312523"/>
                </a:lnTo>
                <a:lnTo>
                  <a:pt x="2228784" y="312523"/>
                </a:lnTo>
                <a:lnTo>
                  <a:pt x="2228784" y="304299"/>
                </a:lnTo>
                <a:lnTo>
                  <a:pt x="2228784" y="296075"/>
                </a:lnTo>
                <a:lnTo>
                  <a:pt x="2228784" y="287850"/>
                </a:lnTo>
                <a:lnTo>
                  <a:pt x="2228784" y="279626"/>
                </a:lnTo>
                <a:lnTo>
                  <a:pt x="2228784" y="271402"/>
                </a:lnTo>
                <a:lnTo>
                  <a:pt x="2237008" y="271402"/>
                </a:lnTo>
                <a:lnTo>
                  <a:pt x="2237008" y="263177"/>
                </a:lnTo>
                <a:lnTo>
                  <a:pt x="2237008" y="254953"/>
                </a:lnTo>
                <a:lnTo>
                  <a:pt x="2245232" y="254953"/>
                </a:lnTo>
                <a:lnTo>
                  <a:pt x="2245232" y="246729"/>
                </a:lnTo>
                <a:close/>
                <a:moveTo>
                  <a:pt x="2237008" y="230280"/>
                </a:moveTo>
                <a:lnTo>
                  <a:pt x="2237008" y="238505"/>
                </a:lnTo>
                <a:lnTo>
                  <a:pt x="2237008" y="246729"/>
                </a:lnTo>
                <a:lnTo>
                  <a:pt x="2228784" y="246729"/>
                </a:lnTo>
                <a:lnTo>
                  <a:pt x="2228784" y="238505"/>
                </a:lnTo>
                <a:lnTo>
                  <a:pt x="2228784" y="230280"/>
                </a:lnTo>
                <a:close/>
                <a:moveTo>
                  <a:pt x="2294578" y="254953"/>
                </a:moveTo>
                <a:lnTo>
                  <a:pt x="2294578" y="246729"/>
                </a:lnTo>
                <a:lnTo>
                  <a:pt x="2302802" y="246729"/>
                </a:lnTo>
                <a:lnTo>
                  <a:pt x="2302802" y="254953"/>
                </a:lnTo>
                <a:lnTo>
                  <a:pt x="2302802" y="263177"/>
                </a:lnTo>
                <a:lnTo>
                  <a:pt x="2294578" y="263177"/>
                </a:lnTo>
                <a:close/>
                <a:moveTo>
                  <a:pt x="2278129" y="271402"/>
                </a:moveTo>
                <a:lnTo>
                  <a:pt x="2278129" y="279626"/>
                </a:lnTo>
                <a:lnTo>
                  <a:pt x="2269905" y="279626"/>
                </a:lnTo>
                <a:lnTo>
                  <a:pt x="2261681" y="279626"/>
                </a:lnTo>
                <a:lnTo>
                  <a:pt x="2261681" y="271402"/>
                </a:lnTo>
                <a:lnTo>
                  <a:pt x="2269905" y="271402"/>
                </a:lnTo>
                <a:close/>
                <a:moveTo>
                  <a:pt x="2294578" y="279626"/>
                </a:moveTo>
                <a:lnTo>
                  <a:pt x="2294578" y="271402"/>
                </a:lnTo>
                <a:lnTo>
                  <a:pt x="2302802" y="271402"/>
                </a:lnTo>
                <a:lnTo>
                  <a:pt x="2302802" y="279626"/>
                </a:lnTo>
                <a:close/>
                <a:moveTo>
                  <a:pt x="2278129" y="279626"/>
                </a:moveTo>
                <a:lnTo>
                  <a:pt x="2286354" y="279626"/>
                </a:lnTo>
                <a:lnTo>
                  <a:pt x="2286354" y="287850"/>
                </a:lnTo>
                <a:lnTo>
                  <a:pt x="2278129" y="287850"/>
                </a:lnTo>
                <a:close/>
                <a:moveTo>
                  <a:pt x="2253457" y="312523"/>
                </a:moveTo>
                <a:lnTo>
                  <a:pt x="2253457" y="304299"/>
                </a:lnTo>
                <a:lnTo>
                  <a:pt x="2261681" y="304299"/>
                </a:lnTo>
                <a:lnTo>
                  <a:pt x="2261681" y="312523"/>
                </a:lnTo>
                <a:close/>
                <a:moveTo>
                  <a:pt x="2253457" y="320747"/>
                </a:moveTo>
                <a:lnTo>
                  <a:pt x="2245232" y="320747"/>
                </a:lnTo>
                <a:lnTo>
                  <a:pt x="2237008" y="320747"/>
                </a:lnTo>
                <a:lnTo>
                  <a:pt x="2237008" y="312523"/>
                </a:lnTo>
                <a:lnTo>
                  <a:pt x="2245232" y="312523"/>
                </a:lnTo>
                <a:lnTo>
                  <a:pt x="2253457" y="312523"/>
                </a:lnTo>
                <a:close/>
                <a:moveTo>
                  <a:pt x="2269905" y="320747"/>
                </a:moveTo>
                <a:lnTo>
                  <a:pt x="2278129" y="320747"/>
                </a:lnTo>
                <a:lnTo>
                  <a:pt x="2278129" y="328972"/>
                </a:lnTo>
                <a:lnTo>
                  <a:pt x="2269905" y="328972"/>
                </a:lnTo>
                <a:close/>
                <a:moveTo>
                  <a:pt x="2253457" y="345420"/>
                </a:moveTo>
                <a:lnTo>
                  <a:pt x="2253457" y="337196"/>
                </a:lnTo>
                <a:lnTo>
                  <a:pt x="2261681" y="337196"/>
                </a:lnTo>
                <a:lnTo>
                  <a:pt x="2261681" y="345420"/>
                </a:lnTo>
                <a:close/>
                <a:moveTo>
                  <a:pt x="2870279" y="16449"/>
                </a:moveTo>
                <a:lnTo>
                  <a:pt x="2870279" y="24673"/>
                </a:lnTo>
                <a:lnTo>
                  <a:pt x="2862054" y="24673"/>
                </a:lnTo>
                <a:lnTo>
                  <a:pt x="2853830" y="24673"/>
                </a:lnTo>
                <a:lnTo>
                  <a:pt x="2853830" y="16449"/>
                </a:lnTo>
                <a:lnTo>
                  <a:pt x="2862054" y="16449"/>
                </a:lnTo>
                <a:close/>
                <a:moveTo>
                  <a:pt x="2796260" y="24673"/>
                </a:moveTo>
                <a:lnTo>
                  <a:pt x="2796260" y="16449"/>
                </a:lnTo>
                <a:lnTo>
                  <a:pt x="2804484" y="16449"/>
                </a:lnTo>
                <a:lnTo>
                  <a:pt x="2804484" y="24673"/>
                </a:lnTo>
                <a:close/>
                <a:moveTo>
                  <a:pt x="2903176" y="32897"/>
                </a:moveTo>
                <a:lnTo>
                  <a:pt x="2903176" y="24673"/>
                </a:lnTo>
                <a:lnTo>
                  <a:pt x="2911400" y="24673"/>
                </a:lnTo>
                <a:lnTo>
                  <a:pt x="2911400" y="32897"/>
                </a:lnTo>
                <a:close/>
                <a:moveTo>
                  <a:pt x="2878503" y="32897"/>
                </a:moveTo>
                <a:lnTo>
                  <a:pt x="2886727" y="32897"/>
                </a:lnTo>
                <a:lnTo>
                  <a:pt x="2886727" y="41121"/>
                </a:lnTo>
                <a:lnTo>
                  <a:pt x="2878503" y="41121"/>
                </a:lnTo>
                <a:lnTo>
                  <a:pt x="2870279" y="41121"/>
                </a:lnTo>
                <a:lnTo>
                  <a:pt x="2862054" y="41121"/>
                </a:lnTo>
                <a:lnTo>
                  <a:pt x="2862054" y="32897"/>
                </a:lnTo>
                <a:lnTo>
                  <a:pt x="2870279" y="32897"/>
                </a:lnTo>
                <a:close/>
                <a:moveTo>
                  <a:pt x="2845606" y="49346"/>
                </a:moveTo>
                <a:lnTo>
                  <a:pt x="2845606" y="41121"/>
                </a:lnTo>
                <a:lnTo>
                  <a:pt x="2853830" y="41121"/>
                </a:lnTo>
                <a:lnTo>
                  <a:pt x="2862054" y="41121"/>
                </a:lnTo>
                <a:lnTo>
                  <a:pt x="2862054" y="49346"/>
                </a:lnTo>
                <a:lnTo>
                  <a:pt x="2862054" y="57570"/>
                </a:lnTo>
                <a:lnTo>
                  <a:pt x="2853830" y="57570"/>
                </a:lnTo>
                <a:lnTo>
                  <a:pt x="2853830" y="49346"/>
                </a:lnTo>
                <a:close/>
                <a:moveTo>
                  <a:pt x="2936073" y="49346"/>
                </a:moveTo>
                <a:lnTo>
                  <a:pt x="2936073" y="41121"/>
                </a:lnTo>
                <a:lnTo>
                  <a:pt x="2944297" y="41121"/>
                </a:lnTo>
                <a:lnTo>
                  <a:pt x="2944297" y="49346"/>
                </a:lnTo>
                <a:close/>
                <a:moveTo>
                  <a:pt x="2919624" y="74019"/>
                </a:moveTo>
                <a:lnTo>
                  <a:pt x="2911400" y="74019"/>
                </a:lnTo>
                <a:lnTo>
                  <a:pt x="2911400" y="65794"/>
                </a:lnTo>
                <a:lnTo>
                  <a:pt x="2911400" y="57570"/>
                </a:lnTo>
                <a:lnTo>
                  <a:pt x="2911400" y="49346"/>
                </a:lnTo>
                <a:lnTo>
                  <a:pt x="2919624" y="49346"/>
                </a:lnTo>
                <a:lnTo>
                  <a:pt x="2919624" y="57570"/>
                </a:lnTo>
                <a:lnTo>
                  <a:pt x="2927849" y="57570"/>
                </a:lnTo>
                <a:lnTo>
                  <a:pt x="2936073" y="57570"/>
                </a:lnTo>
                <a:lnTo>
                  <a:pt x="2936073" y="65794"/>
                </a:lnTo>
                <a:lnTo>
                  <a:pt x="2927849" y="65794"/>
                </a:lnTo>
                <a:lnTo>
                  <a:pt x="2919624" y="65794"/>
                </a:lnTo>
                <a:close/>
                <a:moveTo>
                  <a:pt x="2936073" y="74019"/>
                </a:moveTo>
                <a:lnTo>
                  <a:pt x="2936073" y="65794"/>
                </a:lnTo>
                <a:lnTo>
                  <a:pt x="2944297" y="65794"/>
                </a:lnTo>
                <a:lnTo>
                  <a:pt x="2944297" y="74019"/>
                </a:lnTo>
                <a:close/>
                <a:moveTo>
                  <a:pt x="2886727" y="98692"/>
                </a:moveTo>
                <a:lnTo>
                  <a:pt x="2878503" y="98692"/>
                </a:lnTo>
                <a:lnTo>
                  <a:pt x="2878503" y="90467"/>
                </a:lnTo>
                <a:lnTo>
                  <a:pt x="2878503" y="82243"/>
                </a:lnTo>
                <a:lnTo>
                  <a:pt x="2878503" y="74019"/>
                </a:lnTo>
                <a:lnTo>
                  <a:pt x="2878503" y="65794"/>
                </a:lnTo>
                <a:lnTo>
                  <a:pt x="2886727" y="65794"/>
                </a:lnTo>
                <a:lnTo>
                  <a:pt x="2886727" y="74019"/>
                </a:lnTo>
                <a:lnTo>
                  <a:pt x="2886727" y="82243"/>
                </a:lnTo>
                <a:lnTo>
                  <a:pt x="2886727" y="90467"/>
                </a:lnTo>
                <a:close/>
                <a:moveTo>
                  <a:pt x="2968970" y="65794"/>
                </a:moveTo>
                <a:lnTo>
                  <a:pt x="2977194" y="65794"/>
                </a:lnTo>
                <a:lnTo>
                  <a:pt x="2977194" y="74019"/>
                </a:lnTo>
                <a:lnTo>
                  <a:pt x="2968970" y="74019"/>
                </a:lnTo>
                <a:close/>
                <a:moveTo>
                  <a:pt x="2771587" y="65794"/>
                </a:moveTo>
                <a:lnTo>
                  <a:pt x="2779811" y="65794"/>
                </a:lnTo>
                <a:lnTo>
                  <a:pt x="2779811" y="74019"/>
                </a:lnTo>
                <a:lnTo>
                  <a:pt x="2771587" y="74019"/>
                </a:lnTo>
                <a:close/>
                <a:moveTo>
                  <a:pt x="2944297" y="82243"/>
                </a:moveTo>
                <a:lnTo>
                  <a:pt x="2944297" y="74019"/>
                </a:lnTo>
                <a:lnTo>
                  <a:pt x="2952522" y="74019"/>
                </a:lnTo>
                <a:lnTo>
                  <a:pt x="2952522" y="82243"/>
                </a:lnTo>
                <a:close/>
                <a:moveTo>
                  <a:pt x="2952522" y="90467"/>
                </a:moveTo>
                <a:lnTo>
                  <a:pt x="2952522" y="82243"/>
                </a:lnTo>
                <a:lnTo>
                  <a:pt x="2960746" y="82243"/>
                </a:lnTo>
                <a:lnTo>
                  <a:pt x="2960746" y="90467"/>
                </a:lnTo>
                <a:close/>
                <a:moveTo>
                  <a:pt x="2837381" y="98692"/>
                </a:moveTo>
                <a:lnTo>
                  <a:pt x="2829157" y="98692"/>
                </a:lnTo>
                <a:lnTo>
                  <a:pt x="2829157" y="90467"/>
                </a:lnTo>
                <a:lnTo>
                  <a:pt x="2837381" y="90467"/>
                </a:lnTo>
                <a:lnTo>
                  <a:pt x="2837381" y="82243"/>
                </a:lnTo>
                <a:lnTo>
                  <a:pt x="2845606" y="82243"/>
                </a:lnTo>
                <a:lnTo>
                  <a:pt x="2845606" y="90467"/>
                </a:lnTo>
                <a:lnTo>
                  <a:pt x="2845606" y="98692"/>
                </a:lnTo>
                <a:close/>
                <a:moveTo>
                  <a:pt x="2960746" y="98692"/>
                </a:moveTo>
                <a:lnTo>
                  <a:pt x="2960746" y="90467"/>
                </a:lnTo>
                <a:lnTo>
                  <a:pt x="2968970" y="90467"/>
                </a:lnTo>
                <a:lnTo>
                  <a:pt x="2968970" y="98692"/>
                </a:lnTo>
                <a:close/>
                <a:moveTo>
                  <a:pt x="2936073" y="106916"/>
                </a:moveTo>
                <a:lnTo>
                  <a:pt x="2936073" y="98692"/>
                </a:lnTo>
                <a:lnTo>
                  <a:pt x="2936073" y="90467"/>
                </a:lnTo>
                <a:lnTo>
                  <a:pt x="2944297" y="90467"/>
                </a:lnTo>
                <a:lnTo>
                  <a:pt x="2944297" y="98692"/>
                </a:lnTo>
                <a:lnTo>
                  <a:pt x="2944297" y="106916"/>
                </a:lnTo>
                <a:close/>
                <a:moveTo>
                  <a:pt x="2894951" y="123364"/>
                </a:moveTo>
                <a:lnTo>
                  <a:pt x="2894951" y="115140"/>
                </a:lnTo>
                <a:lnTo>
                  <a:pt x="2903176" y="115140"/>
                </a:lnTo>
                <a:lnTo>
                  <a:pt x="2903176" y="123364"/>
                </a:lnTo>
                <a:close/>
                <a:moveTo>
                  <a:pt x="2911400" y="131589"/>
                </a:moveTo>
                <a:lnTo>
                  <a:pt x="2919624" y="131589"/>
                </a:lnTo>
                <a:lnTo>
                  <a:pt x="2927849" y="131589"/>
                </a:lnTo>
                <a:lnTo>
                  <a:pt x="2927849" y="139813"/>
                </a:lnTo>
                <a:lnTo>
                  <a:pt x="2919624" y="139813"/>
                </a:lnTo>
                <a:lnTo>
                  <a:pt x="2911400" y="139813"/>
                </a:lnTo>
                <a:close/>
                <a:moveTo>
                  <a:pt x="2960746" y="148037"/>
                </a:moveTo>
                <a:lnTo>
                  <a:pt x="2968970" y="148037"/>
                </a:lnTo>
                <a:lnTo>
                  <a:pt x="2968970" y="156262"/>
                </a:lnTo>
                <a:lnTo>
                  <a:pt x="2968970" y="164486"/>
                </a:lnTo>
                <a:lnTo>
                  <a:pt x="2968970" y="172710"/>
                </a:lnTo>
                <a:lnTo>
                  <a:pt x="2960746" y="172710"/>
                </a:lnTo>
                <a:lnTo>
                  <a:pt x="2960746" y="164486"/>
                </a:lnTo>
                <a:lnTo>
                  <a:pt x="2960746" y="156262"/>
                </a:lnTo>
                <a:close/>
                <a:moveTo>
                  <a:pt x="2927849" y="156262"/>
                </a:moveTo>
                <a:lnTo>
                  <a:pt x="2936073" y="156262"/>
                </a:lnTo>
                <a:lnTo>
                  <a:pt x="2944297" y="156262"/>
                </a:lnTo>
                <a:lnTo>
                  <a:pt x="2944297" y="164486"/>
                </a:lnTo>
                <a:lnTo>
                  <a:pt x="2936073" y="164486"/>
                </a:lnTo>
                <a:lnTo>
                  <a:pt x="2927849" y="164486"/>
                </a:lnTo>
                <a:close/>
                <a:moveTo>
                  <a:pt x="2952522" y="189159"/>
                </a:moveTo>
                <a:lnTo>
                  <a:pt x="2952522" y="180934"/>
                </a:lnTo>
                <a:lnTo>
                  <a:pt x="2960746" y="180934"/>
                </a:lnTo>
                <a:lnTo>
                  <a:pt x="2960746" y="189159"/>
                </a:lnTo>
                <a:close/>
                <a:moveTo>
                  <a:pt x="2993643" y="205607"/>
                </a:moveTo>
                <a:lnTo>
                  <a:pt x="2985419" y="205607"/>
                </a:lnTo>
                <a:lnTo>
                  <a:pt x="2985419" y="197383"/>
                </a:lnTo>
                <a:lnTo>
                  <a:pt x="2977194" y="197383"/>
                </a:lnTo>
                <a:lnTo>
                  <a:pt x="2977194" y="189159"/>
                </a:lnTo>
                <a:lnTo>
                  <a:pt x="2985419" y="189159"/>
                </a:lnTo>
                <a:lnTo>
                  <a:pt x="2985419" y="180934"/>
                </a:lnTo>
                <a:lnTo>
                  <a:pt x="2977194" y="180934"/>
                </a:lnTo>
                <a:lnTo>
                  <a:pt x="2977194" y="172710"/>
                </a:lnTo>
                <a:lnTo>
                  <a:pt x="2985419" y="172710"/>
                </a:lnTo>
                <a:lnTo>
                  <a:pt x="2993643" y="172710"/>
                </a:lnTo>
                <a:lnTo>
                  <a:pt x="2993643" y="164486"/>
                </a:lnTo>
                <a:lnTo>
                  <a:pt x="2985419" y="164486"/>
                </a:lnTo>
                <a:lnTo>
                  <a:pt x="2977194" y="164486"/>
                </a:lnTo>
                <a:lnTo>
                  <a:pt x="2977194" y="156262"/>
                </a:lnTo>
                <a:lnTo>
                  <a:pt x="2985419" y="156262"/>
                </a:lnTo>
                <a:lnTo>
                  <a:pt x="2985419" y="148037"/>
                </a:lnTo>
                <a:lnTo>
                  <a:pt x="2985419" y="139813"/>
                </a:lnTo>
                <a:lnTo>
                  <a:pt x="2993643" y="139813"/>
                </a:lnTo>
                <a:lnTo>
                  <a:pt x="2993643" y="148037"/>
                </a:lnTo>
                <a:lnTo>
                  <a:pt x="2993643" y="156262"/>
                </a:lnTo>
                <a:lnTo>
                  <a:pt x="3001867" y="156262"/>
                </a:lnTo>
                <a:lnTo>
                  <a:pt x="3001867" y="164486"/>
                </a:lnTo>
                <a:lnTo>
                  <a:pt x="3001867" y="172710"/>
                </a:lnTo>
                <a:lnTo>
                  <a:pt x="3001867" y="180934"/>
                </a:lnTo>
                <a:lnTo>
                  <a:pt x="2993643" y="180934"/>
                </a:lnTo>
                <a:lnTo>
                  <a:pt x="2993643" y="189159"/>
                </a:lnTo>
                <a:lnTo>
                  <a:pt x="2993643" y="197383"/>
                </a:lnTo>
                <a:lnTo>
                  <a:pt x="3001867" y="197383"/>
                </a:lnTo>
                <a:lnTo>
                  <a:pt x="3001867" y="205607"/>
                </a:lnTo>
                <a:lnTo>
                  <a:pt x="3001867" y="213832"/>
                </a:lnTo>
                <a:lnTo>
                  <a:pt x="2993643" y="213832"/>
                </a:lnTo>
                <a:close/>
                <a:moveTo>
                  <a:pt x="2985419" y="222056"/>
                </a:moveTo>
                <a:lnTo>
                  <a:pt x="2977194" y="222056"/>
                </a:lnTo>
                <a:lnTo>
                  <a:pt x="2968970" y="222056"/>
                </a:lnTo>
                <a:lnTo>
                  <a:pt x="2968970" y="230280"/>
                </a:lnTo>
                <a:lnTo>
                  <a:pt x="2960746" y="230280"/>
                </a:lnTo>
                <a:lnTo>
                  <a:pt x="2960746" y="222056"/>
                </a:lnTo>
                <a:lnTo>
                  <a:pt x="2952522" y="222056"/>
                </a:lnTo>
                <a:lnTo>
                  <a:pt x="2952522" y="213832"/>
                </a:lnTo>
                <a:lnTo>
                  <a:pt x="2944297" y="213832"/>
                </a:lnTo>
                <a:lnTo>
                  <a:pt x="2944297" y="205607"/>
                </a:lnTo>
                <a:lnTo>
                  <a:pt x="2952522" y="205607"/>
                </a:lnTo>
                <a:lnTo>
                  <a:pt x="2960746" y="205607"/>
                </a:lnTo>
                <a:lnTo>
                  <a:pt x="2960746" y="213832"/>
                </a:lnTo>
                <a:lnTo>
                  <a:pt x="2968970" y="213832"/>
                </a:lnTo>
                <a:lnTo>
                  <a:pt x="2977194" y="213832"/>
                </a:lnTo>
                <a:lnTo>
                  <a:pt x="2985419" y="213832"/>
                </a:lnTo>
                <a:close/>
                <a:moveTo>
                  <a:pt x="2993643" y="271402"/>
                </a:moveTo>
                <a:lnTo>
                  <a:pt x="2985419" y="271402"/>
                </a:lnTo>
                <a:lnTo>
                  <a:pt x="2985419" y="263177"/>
                </a:lnTo>
                <a:lnTo>
                  <a:pt x="2985419" y="254953"/>
                </a:lnTo>
                <a:lnTo>
                  <a:pt x="2977194" y="254953"/>
                </a:lnTo>
                <a:lnTo>
                  <a:pt x="2977194" y="246729"/>
                </a:lnTo>
                <a:lnTo>
                  <a:pt x="2985419" y="246729"/>
                </a:lnTo>
                <a:lnTo>
                  <a:pt x="2985419" y="238505"/>
                </a:lnTo>
                <a:lnTo>
                  <a:pt x="2993643" y="238505"/>
                </a:lnTo>
                <a:lnTo>
                  <a:pt x="2993643" y="246729"/>
                </a:lnTo>
                <a:lnTo>
                  <a:pt x="2993643" y="254953"/>
                </a:lnTo>
                <a:lnTo>
                  <a:pt x="2993643" y="263177"/>
                </a:lnTo>
                <a:close/>
                <a:moveTo>
                  <a:pt x="2985419" y="320747"/>
                </a:moveTo>
                <a:lnTo>
                  <a:pt x="2977194" y="320747"/>
                </a:lnTo>
                <a:lnTo>
                  <a:pt x="2977194" y="312523"/>
                </a:lnTo>
                <a:lnTo>
                  <a:pt x="2977194" y="304299"/>
                </a:lnTo>
                <a:lnTo>
                  <a:pt x="2977194" y="296075"/>
                </a:lnTo>
                <a:lnTo>
                  <a:pt x="2977194" y="287850"/>
                </a:lnTo>
                <a:lnTo>
                  <a:pt x="2977194" y="279626"/>
                </a:lnTo>
                <a:lnTo>
                  <a:pt x="2985419" y="279626"/>
                </a:lnTo>
                <a:lnTo>
                  <a:pt x="2985419" y="287850"/>
                </a:lnTo>
                <a:lnTo>
                  <a:pt x="2993643" y="287850"/>
                </a:lnTo>
                <a:lnTo>
                  <a:pt x="3001867" y="287850"/>
                </a:lnTo>
                <a:lnTo>
                  <a:pt x="3001867" y="279626"/>
                </a:lnTo>
                <a:lnTo>
                  <a:pt x="3001867" y="271402"/>
                </a:lnTo>
                <a:lnTo>
                  <a:pt x="3010092" y="271402"/>
                </a:lnTo>
                <a:lnTo>
                  <a:pt x="3010092" y="263177"/>
                </a:lnTo>
                <a:lnTo>
                  <a:pt x="3018316" y="263177"/>
                </a:lnTo>
                <a:lnTo>
                  <a:pt x="3026540" y="263177"/>
                </a:lnTo>
                <a:lnTo>
                  <a:pt x="3034764" y="263177"/>
                </a:lnTo>
                <a:lnTo>
                  <a:pt x="3042989" y="263177"/>
                </a:lnTo>
                <a:lnTo>
                  <a:pt x="3042989" y="271402"/>
                </a:lnTo>
                <a:lnTo>
                  <a:pt x="3034764" y="271402"/>
                </a:lnTo>
                <a:lnTo>
                  <a:pt x="3026540" y="271402"/>
                </a:lnTo>
                <a:lnTo>
                  <a:pt x="3018316" y="271402"/>
                </a:lnTo>
                <a:lnTo>
                  <a:pt x="3018316" y="279626"/>
                </a:lnTo>
                <a:lnTo>
                  <a:pt x="3018316" y="287850"/>
                </a:lnTo>
                <a:lnTo>
                  <a:pt x="3010092" y="287850"/>
                </a:lnTo>
                <a:lnTo>
                  <a:pt x="3010092" y="296075"/>
                </a:lnTo>
                <a:lnTo>
                  <a:pt x="3001867" y="296075"/>
                </a:lnTo>
                <a:lnTo>
                  <a:pt x="3001867" y="304299"/>
                </a:lnTo>
                <a:lnTo>
                  <a:pt x="3010092" y="304299"/>
                </a:lnTo>
                <a:lnTo>
                  <a:pt x="3018316" y="304299"/>
                </a:lnTo>
                <a:lnTo>
                  <a:pt x="3026540" y="304299"/>
                </a:lnTo>
                <a:lnTo>
                  <a:pt x="3034764" y="304299"/>
                </a:lnTo>
                <a:lnTo>
                  <a:pt x="3034764" y="312523"/>
                </a:lnTo>
                <a:lnTo>
                  <a:pt x="3026540" y="312523"/>
                </a:lnTo>
                <a:lnTo>
                  <a:pt x="3018316" y="312523"/>
                </a:lnTo>
                <a:lnTo>
                  <a:pt x="3010092" y="312523"/>
                </a:lnTo>
                <a:lnTo>
                  <a:pt x="3001867" y="312523"/>
                </a:lnTo>
                <a:lnTo>
                  <a:pt x="3001867" y="320747"/>
                </a:lnTo>
                <a:lnTo>
                  <a:pt x="2993643" y="320747"/>
                </a:lnTo>
                <a:lnTo>
                  <a:pt x="2993643" y="312523"/>
                </a:lnTo>
                <a:lnTo>
                  <a:pt x="2985419" y="312523"/>
                </a:lnTo>
                <a:close/>
                <a:moveTo>
                  <a:pt x="2968970" y="328972"/>
                </a:moveTo>
                <a:lnTo>
                  <a:pt x="2977194" y="328972"/>
                </a:lnTo>
                <a:lnTo>
                  <a:pt x="2977194" y="337196"/>
                </a:lnTo>
                <a:lnTo>
                  <a:pt x="2977194" y="345420"/>
                </a:lnTo>
                <a:lnTo>
                  <a:pt x="2977194" y="353645"/>
                </a:lnTo>
                <a:lnTo>
                  <a:pt x="2968970" y="353645"/>
                </a:lnTo>
                <a:lnTo>
                  <a:pt x="2968970" y="345420"/>
                </a:lnTo>
                <a:lnTo>
                  <a:pt x="2968970" y="337196"/>
                </a:lnTo>
                <a:close/>
                <a:moveTo>
                  <a:pt x="2968970" y="378318"/>
                </a:moveTo>
                <a:lnTo>
                  <a:pt x="2968970" y="370093"/>
                </a:lnTo>
                <a:lnTo>
                  <a:pt x="2968970" y="361869"/>
                </a:lnTo>
                <a:lnTo>
                  <a:pt x="2977194" y="361869"/>
                </a:lnTo>
                <a:lnTo>
                  <a:pt x="2977194" y="370093"/>
                </a:lnTo>
                <a:lnTo>
                  <a:pt x="2977194" y="378318"/>
                </a:lnTo>
                <a:close/>
                <a:moveTo>
                  <a:pt x="2985419" y="90467"/>
                </a:moveTo>
                <a:lnTo>
                  <a:pt x="2993643" y="90467"/>
                </a:lnTo>
                <a:lnTo>
                  <a:pt x="2993643" y="98692"/>
                </a:lnTo>
                <a:lnTo>
                  <a:pt x="2985419" y="98692"/>
                </a:lnTo>
                <a:close/>
                <a:moveTo>
                  <a:pt x="2977194" y="115140"/>
                </a:moveTo>
                <a:lnTo>
                  <a:pt x="2985419" y="115140"/>
                </a:lnTo>
                <a:lnTo>
                  <a:pt x="2985419" y="123364"/>
                </a:lnTo>
                <a:lnTo>
                  <a:pt x="2985419" y="131589"/>
                </a:lnTo>
                <a:lnTo>
                  <a:pt x="2985419" y="139813"/>
                </a:lnTo>
                <a:lnTo>
                  <a:pt x="2977194" y="139813"/>
                </a:lnTo>
                <a:lnTo>
                  <a:pt x="2977194" y="131589"/>
                </a:lnTo>
                <a:lnTo>
                  <a:pt x="2977194" y="123364"/>
                </a:lnTo>
                <a:close/>
                <a:moveTo>
                  <a:pt x="2993643" y="131589"/>
                </a:moveTo>
                <a:lnTo>
                  <a:pt x="3001867" y="131589"/>
                </a:lnTo>
                <a:lnTo>
                  <a:pt x="3010092" y="131589"/>
                </a:lnTo>
                <a:lnTo>
                  <a:pt x="3010092" y="139813"/>
                </a:lnTo>
                <a:lnTo>
                  <a:pt x="3001867" y="139813"/>
                </a:lnTo>
                <a:lnTo>
                  <a:pt x="2993643" y="139813"/>
                </a:lnTo>
                <a:close/>
                <a:moveTo>
                  <a:pt x="3026540" y="156262"/>
                </a:moveTo>
                <a:lnTo>
                  <a:pt x="3026540" y="148037"/>
                </a:lnTo>
                <a:lnTo>
                  <a:pt x="3034764" y="148037"/>
                </a:lnTo>
                <a:lnTo>
                  <a:pt x="3042989" y="148037"/>
                </a:lnTo>
                <a:lnTo>
                  <a:pt x="3051213" y="148037"/>
                </a:lnTo>
                <a:lnTo>
                  <a:pt x="3051213" y="156262"/>
                </a:lnTo>
                <a:lnTo>
                  <a:pt x="3042989" y="156262"/>
                </a:lnTo>
                <a:lnTo>
                  <a:pt x="3034764" y="156262"/>
                </a:lnTo>
                <a:close/>
                <a:moveTo>
                  <a:pt x="3051213" y="156262"/>
                </a:moveTo>
                <a:lnTo>
                  <a:pt x="3059437" y="156262"/>
                </a:lnTo>
                <a:lnTo>
                  <a:pt x="3059437" y="164486"/>
                </a:lnTo>
                <a:lnTo>
                  <a:pt x="3051213" y="164486"/>
                </a:lnTo>
                <a:close/>
                <a:moveTo>
                  <a:pt x="3001867" y="180934"/>
                </a:moveTo>
                <a:lnTo>
                  <a:pt x="3010092" y="180934"/>
                </a:lnTo>
                <a:lnTo>
                  <a:pt x="3018316" y="180934"/>
                </a:lnTo>
                <a:lnTo>
                  <a:pt x="3026540" y="180934"/>
                </a:lnTo>
                <a:lnTo>
                  <a:pt x="3034764" y="180934"/>
                </a:lnTo>
                <a:lnTo>
                  <a:pt x="3034764" y="172710"/>
                </a:lnTo>
                <a:lnTo>
                  <a:pt x="3042989" y="172710"/>
                </a:lnTo>
                <a:lnTo>
                  <a:pt x="3042989" y="180934"/>
                </a:lnTo>
                <a:lnTo>
                  <a:pt x="3051213" y="180934"/>
                </a:lnTo>
                <a:lnTo>
                  <a:pt x="3051213" y="189159"/>
                </a:lnTo>
                <a:lnTo>
                  <a:pt x="3042989" y="189159"/>
                </a:lnTo>
                <a:lnTo>
                  <a:pt x="3042989" y="197383"/>
                </a:lnTo>
                <a:lnTo>
                  <a:pt x="3034764" y="197383"/>
                </a:lnTo>
                <a:lnTo>
                  <a:pt x="3026540" y="197383"/>
                </a:lnTo>
                <a:lnTo>
                  <a:pt x="3026540" y="189159"/>
                </a:lnTo>
                <a:lnTo>
                  <a:pt x="3018316" y="189159"/>
                </a:lnTo>
                <a:lnTo>
                  <a:pt x="3010092" y="189159"/>
                </a:lnTo>
                <a:lnTo>
                  <a:pt x="3001867" y="189159"/>
                </a:lnTo>
                <a:close/>
                <a:moveTo>
                  <a:pt x="3059437" y="180934"/>
                </a:moveTo>
                <a:lnTo>
                  <a:pt x="3059437" y="172710"/>
                </a:lnTo>
                <a:lnTo>
                  <a:pt x="3067662" y="172710"/>
                </a:lnTo>
                <a:lnTo>
                  <a:pt x="3067662" y="180934"/>
                </a:lnTo>
                <a:close/>
                <a:moveTo>
                  <a:pt x="3059437" y="205607"/>
                </a:moveTo>
                <a:lnTo>
                  <a:pt x="3059437" y="197383"/>
                </a:lnTo>
                <a:lnTo>
                  <a:pt x="3059437" y="189159"/>
                </a:lnTo>
                <a:lnTo>
                  <a:pt x="3067662" y="189159"/>
                </a:lnTo>
                <a:lnTo>
                  <a:pt x="3067662" y="197383"/>
                </a:lnTo>
                <a:lnTo>
                  <a:pt x="3067662" y="205607"/>
                </a:lnTo>
                <a:lnTo>
                  <a:pt x="3067662" y="213832"/>
                </a:lnTo>
                <a:lnTo>
                  <a:pt x="3067662" y="222056"/>
                </a:lnTo>
                <a:lnTo>
                  <a:pt x="3067662" y="230280"/>
                </a:lnTo>
                <a:lnTo>
                  <a:pt x="3067662" y="238505"/>
                </a:lnTo>
                <a:lnTo>
                  <a:pt x="3059437" y="238505"/>
                </a:lnTo>
                <a:lnTo>
                  <a:pt x="3051213" y="238505"/>
                </a:lnTo>
                <a:lnTo>
                  <a:pt x="3042989" y="238505"/>
                </a:lnTo>
                <a:lnTo>
                  <a:pt x="3034764" y="238505"/>
                </a:lnTo>
                <a:lnTo>
                  <a:pt x="3034764" y="230280"/>
                </a:lnTo>
                <a:lnTo>
                  <a:pt x="3034764" y="222056"/>
                </a:lnTo>
                <a:lnTo>
                  <a:pt x="3042989" y="222056"/>
                </a:lnTo>
                <a:lnTo>
                  <a:pt x="3051213" y="222056"/>
                </a:lnTo>
                <a:lnTo>
                  <a:pt x="3051213" y="230280"/>
                </a:lnTo>
                <a:lnTo>
                  <a:pt x="3059437" y="230280"/>
                </a:lnTo>
                <a:lnTo>
                  <a:pt x="3059437" y="222056"/>
                </a:lnTo>
                <a:lnTo>
                  <a:pt x="3059437" y="213832"/>
                </a:lnTo>
                <a:close/>
                <a:moveTo>
                  <a:pt x="3010092" y="246729"/>
                </a:moveTo>
                <a:lnTo>
                  <a:pt x="3010092" y="254953"/>
                </a:lnTo>
                <a:lnTo>
                  <a:pt x="3010092" y="263177"/>
                </a:lnTo>
                <a:lnTo>
                  <a:pt x="3001867" y="263177"/>
                </a:lnTo>
                <a:lnTo>
                  <a:pt x="3001867" y="254953"/>
                </a:lnTo>
                <a:lnTo>
                  <a:pt x="3001867" y="246729"/>
                </a:lnTo>
                <a:close/>
                <a:moveTo>
                  <a:pt x="3042989" y="296075"/>
                </a:moveTo>
                <a:lnTo>
                  <a:pt x="3042989" y="287850"/>
                </a:lnTo>
                <a:lnTo>
                  <a:pt x="3051213" y="287850"/>
                </a:lnTo>
                <a:lnTo>
                  <a:pt x="3051213" y="296075"/>
                </a:lnTo>
                <a:close/>
                <a:moveTo>
                  <a:pt x="3034764" y="304299"/>
                </a:moveTo>
                <a:lnTo>
                  <a:pt x="3034764" y="296075"/>
                </a:lnTo>
                <a:lnTo>
                  <a:pt x="3042989" y="296075"/>
                </a:lnTo>
                <a:lnTo>
                  <a:pt x="3042989" y="304299"/>
                </a:lnTo>
                <a:close/>
                <a:moveTo>
                  <a:pt x="3042989" y="320747"/>
                </a:moveTo>
                <a:lnTo>
                  <a:pt x="3051213" y="320747"/>
                </a:lnTo>
                <a:lnTo>
                  <a:pt x="3051213" y="328972"/>
                </a:lnTo>
                <a:lnTo>
                  <a:pt x="3042989" y="328972"/>
                </a:lnTo>
                <a:close/>
                <a:moveTo>
                  <a:pt x="3010092" y="328972"/>
                </a:moveTo>
                <a:lnTo>
                  <a:pt x="3018316" y="328972"/>
                </a:lnTo>
                <a:lnTo>
                  <a:pt x="3018316" y="337196"/>
                </a:lnTo>
                <a:lnTo>
                  <a:pt x="3010092" y="337196"/>
                </a:lnTo>
                <a:close/>
                <a:moveTo>
                  <a:pt x="3026540" y="361869"/>
                </a:moveTo>
                <a:lnTo>
                  <a:pt x="3026540" y="370093"/>
                </a:lnTo>
                <a:lnTo>
                  <a:pt x="3018316" y="370093"/>
                </a:lnTo>
                <a:lnTo>
                  <a:pt x="3018316" y="361869"/>
                </a:lnTo>
                <a:lnTo>
                  <a:pt x="3018316" y="353645"/>
                </a:lnTo>
                <a:lnTo>
                  <a:pt x="3018316" y="345420"/>
                </a:lnTo>
                <a:lnTo>
                  <a:pt x="3018316" y="337196"/>
                </a:lnTo>
                <a:lnTo>
                  <a:pt x="3026540" y="337196"/>
                </a:lnTo>
                <a:lnTo>
                  <a:pt x="3026540" y="345420"/>
                </a:lnTo>
                <a:lnTo>
                  <a:pt x="3026540" y="353645"/>
                </a:lnTo>
                <a:close/>
                <a:moveTo>
                  <a:pt x="3010092" y="378318"/>
                </a:moveTo>
                <a:lnTo>
                  <a:pt x="3010092" y="370093"/>
                </a:lnTo>
                <a:lnTo>
                  <a:pt x="3018316" y="370093"/>
                </a:lnTo>
                <a:lnTo>
                  <a:pt x="3018316" y="378318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9" name="Vector 9">
            <a:extLst xmlns:a="http://schemas.openxmlformats.org/drawingml/2006/main">
              <a:ext uri="{FF2B5EF4-FFF2-40B4-BE49-F238E27FC236}">
                <a16:creationId xmlns:a16="http://schemas.microsoft.com/office/drawing/2014/main" id="{A2DBD6EE-D7C8-468F-A4C7-27219696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608" y="3087951"/>
            <a:ext cx="127232" cy="10"/>
          </a:xfrm>
          <a:custGeom xmlns:a="http://schemas.openxmlformats.org/drawingml/2006/main">
            <a:pathLst>
              <a:path w="127232" h="10">
                <a:moveTo>
                  <a:pt x="0" y="0"/>
                </a:moveTo>
                <a:lnTo>
                  <a:pt x="1272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20">
            <a:solidFill>
              <a:srgbClr val="1D2227"/>
            </a:solidFill>
            <a:prstDash val="solid"/>
          </a:ln>
        </p:spPr>
      </p:sp>
      <p:sp>
        <p:nvSpPr>
          <p:cNvPr id="10" name="Text 10: 1 mm">
            <a:extLst xmlns:a="http://schemas.openxmlformats.org/drawingml/2006/main">
              <a:ext uri="{FF2B5EF4-FFF2-40B4-BE49-F238E27FC236}">
                <a16:creationId xmlns:a16="http://schemas.microsoft.com/office/drawing/2014/main" id="{D163FC95-47DB-490C-A134-08D588B2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1608" y="2973443"/>
            <a:ext cx="279400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mm</a:t>
            </a:r>
          </a:p>
        </p:txBody>
      </p:sp>
      <p:sp>
        <p:nvSpPr>
          <p:cNvPr id="11" name="Text 11: Regional map">
            <a:extLst xmlns:a="http://schemas.openxmlformats.org/drawingml/2006/main">
              <a:ext uri="{FF2B5EF4-FFF2-40B4-BE49-F238E27FC236}">
                <a16:creationId xmlns:a16="http://schemas.microsoft.com/office/drawing/2014/main" id="{6CE2010E-1A41-4241-9926-E99302CA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221" y="2364541"/>
            <a:ext cx="80886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Regional map</a:t>
            </a:r>
          </a:p>
        </p:txBody>
      </p:sp>
      <p:sp>
        <p:nvSpPr>
          <p:cNvPr id="12" name="Vector 12">
            <a:extLst xmlns:a="http://schemas.openxmlformats.org/drawingml/2006/main">
              <a:ext uri="{FF2B5EF4-FFF2-40B4-BE49-F238E27FC236}">
                <a16:creationId xmlns:a16="http://schemas.microsoft.com/office/drawing/2014/main" id="{751090D9-4407-40CF-AEC5-D6C76B31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2212848"/>
            <a:ext cx="2619207" cy="1223772"/>
          </a:xfrm>
          <a:custGeom xmlns:a="http://schemas.openxmlformats.org/drawingml/2006/main">
            <a:pathLst>
              <a:path w="2619207" h="1223772">
                <a:moveTo>
                  <a:pt x="0" y="1223772"/>
                </a:moveTo>
                <a:lnTo>
                  <a:pt x="2619207" y="1223772"/>
                </a:lnTo>
                <a:lnTo>
                  <a:pt x="26192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13" name="Vector 13">
            <a:extLst xmlns:a="http://schemas.openxmlformats.org/drawingml/2006/main">
              <a:ext uri="{FF2B5EF4-FFF2-40B4-BE49-F238E27FC236}">
                <a16:creationId xmlns:a16="http://schemas.microsoft.com/office/drawing/2014/main" id="{E42828E0-A9D3-498A-B7A6-6217DBD8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2212848"/>
            <a:ext cx="10" cy="1223772"/>
          </a:xfrm>
          <a:custGeom xmlns:a="http://schemas.openxmlformats.org/drawingml/2006/main">
            <a:pathLst>
              <a:path w="10" h="1223772">
                <a:moveTo>
                  <a:pt x="0" y="1223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50">
            <a:solidFill>
              <a:srgbClr val="ECEFF2"/>
            </a:solidFill>
            <a:prstDash val="solid"/>
          </a:ln>
        </p:spPr>
      </p:sp>
      <p:sp>
        <p:nvSpPr>
          <p:cNvPr id="14" name="mb658824633 14">
            <a:extLst xmlns:a="http://schemas.openxmlformats.org/drawingml/2006/main">
              <a:ext uri="{FF2B5EF4-FFF2-40B4-BE49-F238E27FC236}">
                <a16:creationId xmlns:a16="http://schemas.microsoft.com/office/drawing/2014/main" id="{9C1B6814-6B26-4090-AEBB-F473BB49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3436620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" name="Text 15: 0">
            <a:extLst xmlns:a="http://schemas.openxmlformats.org/drawingml/2006/main">
              <a:ext uri="{FF2B5EF4-FFF2-40B4-BE49-F238E27FC236}">
                <a16:creationId xmlns:a16="http://schemas.microsoft.com/office/drawing/2014/main" id="{25152564-D925-4705-8DE5-D5D9EF49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4337" y="3508232"/>
            <a:ext cx="81890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Vector 16">
            <a:extLst xmlns:a="http://schemas.openxmlformats.org/drawingml/2006/main">
              <a:ext uri="{FF2B5EF4-FFF2-40B4-BE49-F238E27FC236}">
                <a16:creationId xmlns:a16="http://schemas.microsoft.com/office/drawing/2014/main" id="{CBC1B7D2-DEA7-4B01-9C3D-297E85C1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14" y="2212848"/>
            <a:ext cx="10" cy="1223772"/>
          </a:xfrm>
          <a:custGeom xmlns:a="http://schemas.openxmlformats.org/drawingml/2006/main">
            <a:pathLst>
              <a:path w="10" h="1223772">
                <a:moveTo>
                  <a:pt x="0" y="1223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50">
            <a:solidFill>
              <a:srgbClr val="ECEFF2"/>
            </a:solidFill>
            <a:prstDash val="solid"/>
          </a:ln>
        </p:spPr>
      </p:sp>
      <p:sp>
        <p:nvSpPr>
          <p:cNvPr id="17" name="mb658824633 17">
            <a:extLst xmlns:a="http://schemas.openxmlformats.org/drawingml/2006/main">
              <a:ext uri="{FF2B5EF4-FFF2-40B4-BE49-F238E27FC236}">
                <a16:creationId xmlns:a16="http://schemas.microsoft.com/office/drawing/2014/main" id="{BA98DA1E-7849-4112-8062-FB1E0D36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14" y="3436620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8" name="Text 18: 50">
            <a:extLst xmlns:a="http://schemas.openxmlformats.org/drawingml/2006/main">
              <a:ext uri="{FF2B5EF4-FFF2-40B4-BE49-F238E27FC236}">
                <a16:creationId xmlns:a16="http://schemas.microsoft.com/office/drawing/2014/main" id="{01FE2F70-B8D9-42DE-A14E-56855258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2224" y="3508232"/>
            <a:ext cx="138379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9" name="Vector 19">
            <a:extLst xmlns:a="http://schemas.openxmlformats.org/drawingml/2006/main">
              <a:ext uri="{FF2B5EF4-FFF2-40B4-BE49-F238E27FC236}">
                <a16:creationId xmlns:a16="http://schemas.microsoft.com/office/drawing/2014/main" id="{5A925C5C-777D-4079-B41C-8B244F68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546" y="2212848"/>
            <a:ext cx="10" cy="1223772"/>
          </a:xfrm>
          <a:custGeom xmlns:a="http://schemas.openxmlformats.org/drawingml/2006/main">
            <a:pathLst>
              <a:path w="10" h="1223772">
                <a:moveTo>
                  <a:pt x="0" y="1223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50">
            <a:solidFill>
              <a:srgbClr val="ECEFF2"/>
            </a:solidFill>
            <a:prstDash val="solid"/>
          </a:ln>
        </p:spPr>
      </p:sp>
      <p:sp>
        <p:nvSpPr>
          <p:cNvPr id="20" name="mb658824633 20">
            <a:extLst xmlns:a="http://schemas.openxmlformats.org/drawingml/2006/main">
              <a:ext uri="{FF2B5EF4-FFF2-40B4-BE49-F238E27FC236}">
                <a16:creationId xmlns:a16="http://schemas.microsoft.com/office/drawing/2014/main" id="{BEB53FA4-0A7E-4786-83D0-B33F3D56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546" y="3436620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" name="Text 21: 100">
            <a:extLst xmlns:a="http://schemas.openxmlformats.org/drawingml/2006/main">
              <a:ext uri="{FF2B5EF4-FFF2-40B4-BE49-F238E27FC236}">
                <a16:creationId xmlns:a16="http://schemas.microsoft.com/office/drawing/2014/main" id="{271C5717-011D-459D-84CA-43579348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0111" y="3508232"/>
            <a:ext cx="194869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2" name="Text 22: Positive association">
            <a:extLst xmlns:a="http://schemas.openxmlformats.org/drawingml/2006/main">
              <a:ext uri="{FF2B5EF4-FFF2-40B4-BE49-F238E27FC236}">
                <a16:creationId xmlns:a16="http://schemas.microsoft.com/office/drawing/2014/main" id="{DF99D015-99A0-4ED4-8BCA-68C7320B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1763" y="2401927"/>
            <a:ext cx="102906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Positive association</a:t>
            </a:r>
          </a:p>
        </p:txBody>
      </p:sp>
      <p:sp>
        <p:nvSpPr>
          <p:cNvPr id="23" name="Text 23: Negative association">
            <a:extLst xmlns:a="http://schemas.openxmlformats.org/drawingml/2006/main">
              <a:ext uri="{FF2B5EF4-FFF2-40B4-BE49-F238E27FC236}">
                <a16:creationId xmlns:a16="http://schemas.microsoft.com/office/drawing/2014/main" id="{DDFA38B9-5567-4CE3-AAFD-BC71105A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0900" y="2761860"/>
            <a:ext cx="107993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Negative association</a:t>
            </a:r>
          </a:p>
        </p:txBody>
      </p:sp>
      <p:sp>
        <p:nvSpPr>
          <p:cNvPr id="24" name="Text 24: Not significant">
            <a:extLst xmlns:a="http://schemas.openxmlformats.org/drawingml/2006/main">
              <a:ext uri="{FF2B5EF4-FFF2-40B4-BE49-F238E27FC236}">
                <a16:creationId xmlns:a16="http://schemas.microsoft.com/office/drawing/2014/main" id="{33D62B33-E7F7-4305-920B-55578C96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7628" y="3121793"/>
            <a:ext cx="74320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significant</a:t>
            </a:r>
          </a:p>
        </p:txBody>
      </p:sp>
      <p:sp>
        <p:nvSpPr>
          <p:cNvPr id="25" name="Vector 25">
            <a:extLst xmlns:a="http://schemas.openxmlformats.org/drawingml/2006/main">
              <a:ext uri="{FF2B5EF4-FFF2-40B4-BE49-F238E27FC236}">
                <a16:creationId xmlns:a16="http://schemas.microsoft.com/office/drawing/2014/main" id="{76A1B002-F671-4071-9606-BA9AF4E0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2378417"/>
            <a:ext cx="757737" cy="172768"/>
          </a:xfrm>
          <a:custGeom xmlns:a="http://schemas.openxmlformats.org/drawingml/2006/main">
            <a:pathLst>
              <a:path w="757737" h="172768">
                <a:moveTo>
                  <a:pt x="0" y="172768"/>
                </a:moveTo>
                <a:lnTo>
                  <a:pt x="757737" y="172768"/>
                </a:lnTo>
                <a:lnTo>
                  <a:pt x="7577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6" name="Vector 26">
            <a:extLst xmlns:a="http://schemas.openxmlformats.org/drawingml/2006/main">
              <a:ext uri="{FF2B5EF4-FFF2-40B4-BE49-F238E27FC236}">
                <a16:creationId xmlns:a16="http://schemas.microsoft.com/office/drawing/2014/main" id="{C40E1931-25FC-4573-B976-88158BE3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2738350"/>
            <a:ext cx="795482" cy="172768"/>
          </a:xfrm>
          <a:custGeom xmlns:a="http://schemas.openxmlformats.org/drawingml/2006/main">
            <a:pathLst>
              <a:path w="795482" h="172768">
                <a:moveTo>
                  <a:pt x="0" y="172768"/>
                </a:moveTo>
                <a:lnTo>
                  <a:pt x="795482" y="172768"/>
                </a:lnTo>
                <a:lnTo>
                  <a:pt x="79548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7" name="Vector 27">
            <a:extLst xmlns:a="http://schemas.openxmlformats.org/drawingml/2006/main">
              <a:ext uri="{FF2B5EF4-FFF2-40B4-BE49-F238E27FC236}">
                <a16:creationId xmlns:a16="http://schemas.microsoft.com/office/drawing/2014/main" id="{55183AE9-D8BC-438E-8791-5E11C29B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3098283"/>
            <a:ext cx="559045" cy="172768"/>
          </a:xfrm>
          <a:custGeom xmlns:a="http://schemas.openxmlformats.org/drawingml/2006/main">
            <a:pathLst>
              <a:path w="559045" h="172768">
                <a:moveTo>
                  <a:pt x="0" y="172768"/>
                </a:moveTo>
                <a:lnTo>
                  <a:pt x="559045" y="172768"/>
                </a:lnTo>
                <a:lnTo>
                  <a:pt x="55904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8" name="Vector 28">
            <a:extLst xmlns:a="http://schemas.openxmlformats.org/drawingml/2006/main">
              <a:ext uri="{FF2B5EF4-FFF2-40B4-BE49-F238E27FC236}">
                <a16:creationId xmlns:a16="http://schemas.microsoft.com/office/drawing/2014/main" id="{F2B18943-E527-4BBD-8760-4A590FC6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3436620"/>
            <a:ext cx="2619207" cy="10"/>
          </a:xfrm>
          <a:custGeom xmlns:a="http://schemas.openxmlformats.org/drawingml/2006/main">
            <a:pathLst>
              <a:path w="2619207" h="10">
                <a:moveTo>
                  <a:pt x="0" y="0"/>
                </a:moveTo>
                <a:lnTo>
                  <a:pt x="2619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9" name="Text 29: 35.9%">
            <a:extLst xmlns:a="http://schemas.openxmlformats.org/drawingml/2006/main">
              <a:ext uri="{FF2B5EF4-FFF2-40B4-BE49-F238E27FC236}">
                <a16:creationId xmlns:a16="http://schemas.microsoft.com/office/drawing/2014/main" id="{9D32C2AA-DEA3-4542-8D73-0656865D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5264" y="2390042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35.9%</a:t>
            </a:r>
          </a:p>
        </p:txBody>
      </p:sp>
      <p:sp>
        <p:nvSpPr>
          <p:cNvPr id="30" name="Text 30: 37.7%">
            <a:extLst xmlns:a="http://schemas.openxmlformats.org/drawingml/2006/main">
              <a:ext uri="{FF2B5EF4-FFF2-40B4-BE49-F238E27FC236}">
                <a16:creationId xmlns:a16="http://schemas.microsoft.com/office/drawing/2014/main" id="{39140751-8A43-465E-8CDC-12C00195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3009" y="2749975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37.7%</a:t>
            </a:r>
          </a:p>
        </p:txBody>
      </p:sp>
      <p:sp>
        <p:nvSpPr>
          <p:cNvPr id="31" name="Text 31: 26.5%">
            <a:extLst xmlns:a="http://schemas.openxmlformats.org/drawingml/2006/main">
              <a:ext uri="{FF2B5EF4-FFF2-40B4-BE49-F238E27FC236}">
                <a16:creationId xmlns:a16="http://schemas.microsoft.com/office/drawing/2014/main" id="{9713D60A-CFB9-4E77-9DFE-579145EC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6572" y="3109908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26.5%</a:t>
            </a:r>
          </a:p>
        </p:txBody>
      </p:sp>
      <p:sp>
        <p:nvSpPr>
          <p:cNvPr id="32" name="Text 32: Covered area (%)">
            <a:extLst xmlns:a="http://schemas.openxmlformats.org/drawingml/2006/main">
              <a:ext uri="{FF2B5EF4-FFF2-40B4-BE49-F238E27FC236}">
                <a16:creationId xmlns:a16="http://schemas.microsoft.com/office/drawing/2014/main" id="{9A32BA71-46C4-4D81-A740-AB1A2533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1107" y="2018538"/>
            <a:ext cx="1027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Covered area (%)</a:t>
            </a: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FADF89-BF74-488A-9D0A-806D45D2B0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e6fd5bf524931"/>
          <a:stretch xmlns:a="http://schemas.openxmlformats.org/drawingml/2006/main"/>
        </p:blipFill>
        <p:spPr>
          <a:xfrm xmlns:a="http://schemas.openxmlformats.org/drawingml/2006/main">
            <a:off x="448056" y="4683036"/>
            <a:ext cx="3276600" cy="1483360"/>
          </a:xfrm>
          <a:prstGeom xmlns:a="http://schemas.openxmlformats.org/drawingml/2006/main" prst="rect">
            <a:avLst/>
          </a:prstGeom>
        </p:spPr>
      </p:pic>
      <p:sp>
        <p:nvSpPr>
          <p:cNvPr id="34" name="Vector 34">
            <a:extLst xmlns:a="http://schemas.openxmlformats.org/drawingml/2006/main">
              <a:ext uri="{FF2B5EF4-FFF2-40B4-BE49-F238E27FC236}">
                <a16:creationId xmlns:a16="http://schemas.microsoft.com/office/drawing/2014/main" id="{69238495-1E3E-4CE4-A93C-3BA78ABC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16" y="6055413"/>
            <a:ext cx="268928" cy="10"/>
          </a:xfrm>
          <a:custGeom xmlns:a="http://schemas.openxmlformats.org/drawingml/2006/main">
            <a:pathLst>
              <a:path w="268928" h="10">
                <a:moveTo>
                  <a:pt x="0" y="0"/>
                </a:moveTo>
                <a:lnTo>
                  <a:pt x="2689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20">
            <a:solidFill>
              <a:srgbClr val="1D2227"/>
            </a:solidFill>
            <a:prstDash val="solid"/>
          </a:ln>
        </p:spPr>
      </p:sp>
      <p:sp>
        <p:nvSpPr>
          <p:cNvPr id="35" name="Text 35: 1 mm">
            <a:extLst xmlns:a="http://schemas.openxmlformats.org/drawingml/2006/main">
              <a:ext uri="{FF2B5EF4-FFF2-40B4-BE49-F238E27FC236}">
                <a16:creationId xmlns:a16="http://schemas.microsoft.com/office/drawing/2014/main" id="{B3A9FC13-211A-4F87-AE72-D244CF0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016" y="5909132"/>
            <a:ext cx="279400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mm</a:t>
            </a:r>
          </a:p>
        </p:txBody>
      </p:sp>
      <p:sp>
        <p:nvSpPr>
          <p:cNvPr id="36" name="Text 36: H&amp;E">
            <a:extLst xmlns:a="http://schemas.openxmlformats.org/drawingml/2006/main">
              <a:ext uri="{FF2B5EF4-FFF2-40B4-BE49-F238E27FC236}">
                <a16:creationId xmlns:a16="http://schemas.microsoft.com/office/drawing/2014/main" id="{2469F130-C825-4BA5-A5AD-F49C72DE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1805" y="4492308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H&amp;E</a:t>
            </a:r>
          </a:p>
        </p:txBody>
      </p:sp>
      <p:sp>
        <p:nvSpPr>
          <p:cNvPr id="37" name="Vector 37">
            <a:extLst xmlns:a="http://schemas.openxmlformats.org/drawingml/2006/main">
              <a:ext uri="{FF2B5EF4-FFF2-40B4-BE49-F238E27FC236}">
                <a16:creationId xmlns:a16="http://schemas.microsoft.com/office/drawing/2014/main" id="{21FCD68C-579A-474A-B865-B0404FB8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028" y="4735022"/>
            <a:ext cx="2990673" cy="1382970"/>
          </a:xfrm>
          <a:custGeom xmlns:a="http://schemas.openxmlformats.org/drawingml/2006/main">
            <a:pathLst>
              <a:path w="2990673" h="1382970">
                <a:moveTo>
                  <a:pt x="414891" y="138297"/>
                </a:moveTo>
                <a:lnTo>
                  <a:pt x="414891" y="121010"/>
                </a:lnTo>
                <a:lnTo>
                  <a:pt x="414891" y="103723"/>
                </a:lnTo>
                <a:lnTo>
                  <a:pt x="414891" y="86436"/>
                </a:lnTo>
                <a:lnTo>
                  <a:pt x="432178" y="86436"/>
                </a:lnTo>
                <a:lnTo>
                  <a:pt x="449465" y="86436"/>
                </a:lnTo>
                <a:lnTo>
                  <a:pt x="449465" y="103723"/>
                </a:lnTo>
                <a:lnTo>
                  <a:pt x="449465" y="121010"/>
                </a:lnTo>
                <a:lnTo>
                  <a:pt x="432178" y="121010"/>
                </a:lnTo>
                <a:lnTo>
                  <a:pt x="432178" y="138297"/>
                </a:lnTo>
                <a:close/>
                <a:moveTo>
                  <a:pt x="397604" y="103723"/>
                </a:moveTo>
                <a:lnTo>
                  <a:pt x="380317" y="103723"/>
                </a:lnTo>
                <a:lnTo>
                  <a:pt x="363030" y="103723"/>
                </a:lnTo>
                <a:lnTo>
                  <a:pt x="363030" y="86436"/>
                </a:lnTo>
                <a:lnTo>
                  <a:pt x="380317" y="86436"/>
                </a:lnTo>
                <a:lnTo>
                  <a:pt x="397604" y="86436"/>
                </a:lnTo>
                <a:close/>
                <a:moveTo>
                  <a:pt x="380317" y="121010"/>
                </a:moveTo>
                <a:lnTo>
                  <a:pt x="397604" y="121010"/>
                </a:lnTo>
                <a:lnTo>
                  <a:pt x="397604" y="138297"/>
                </a:lnTo>
                <a:lnTo>
                  <a:pt x="397604" y="155584"/>
                </a:lnTo>
                <a:lnTo>
                  <a:pt x="380317" y="155584"/>
                </a:lnTo>
                <a:lnTo>
                  <a:pt x="363030" y="155584"/>
                </a:lnTo>
                <a:lnTo>
                  <a:pt x="363030" y="138297"/>
                </a:lnTo>
                <a:lnTo>
                  <a:pt x="380317" y="138297"/>
                </a:lnTo>
                <a:close/>
                <a:moveTo>
                  <a:pt x="328455" y="155584"/>
                </a:moveTo>
                <a:lnTo>
                  <a:pt x="345743" y="155584"/>
                </a:lnTo>
                <a:lnTo>
                  <a:pt x="363030" y="155584"/>
                </a:lnTo>
                <a:lnTo>
                  <a:pt x="363030" y="172871"/>
                </a:lnTo>
                <a:lnTo>
                  <a:pt x="345743" y="172871"/>
                </a:lnTo>
                <a:lnTo>
                  <a:pt x="328455" y="172871"/>
                </a:lnTo>
                <a:close/>
                <a:moveTo>
                  <a:pt x="397604" y="190158"/>
                </a:moveTo>
                <a:lnTo>
                  <a:pt x="380317" y="190158"/>
                </a:lnTo>
                <a:lnTo>
                  <a:pt x="380317" y="172871"/>
                </a:lnTo>
                <a:lnTo>
                  <a:pt x="397604" y="172871"/>
                </a:lnTo>
                <a:close/>
                <a:moveTo>
                  <a:pt x="328455" y="224733"/>
                </a:moveTo>
                <a:lnTo>
                  <a:pt x="328455" y="207446"/>
                </a:lnTo>
                <a:lnTo>
                  <a:pt x="345743" y="207446"/>
                </a:lnTo>
                <a:lnTo>
                  <a:pt x="345743" y="224733"/>
                </a:lnTo>
                <a:close/>
                <a:moveTo>
                  <a:pt x="345743" y="276594"/>
                </a:moveTo>
                <a:lnTo>
                  <a:pt x="363030" y="276594"/>
                </a:lnTo>
                <a:lnTo>
                  <a:pt x="380317" y="276594"/>
                </a:lnTo>
                <a:lnTo>
                  <a:pt x="397604" y="276594"/>
                </a:lnTo>
                <a:lnTo>
                  <a:pt x="397604" y="259307"/>
                </a:lnTo>
                <a:lnTo>
                  <a:pt x="414891" y="259307"/>
                </a:lnTo>
                <a:lnTo>
                  <a:pt x="432178" y="259307"/>
                </a:lnTo>
                <a:lnTo>
                  <a:pt x="432178" y="242020"/>
                </a:lnTo>
                <a:lnTo>
                  <a:pt x="449465" y="242020"/>
                </a:lnTo>
                <a:lnTo>
                  <a:pt x="466752" y="242020"/>
                </a:lnTo>
                <a:lnTo>
                  <a:pt x="466752" y="259307"/>
                </a:lnTo>
                <a:lnTo>
                  <a:pt x="484040" y="259307"/>
                </a:lnTo>
                <a:lnTo>
                  <a:pt x="501327" y="259307"/>
                </a:lnTo>
                <a:lnTo>
                  <a:pt x="518614" y="259307"/>
                </a:lnTo>
                <a:lnTo>
                  <a:pt x="535901" y="259307"/>
                </a:lnTo>
                <a:lnTo>
                  <a:pt x="553188" y="259307"/>
                </a:lnTo>
                <a:lnTo>
                  <a:pt x="553188" y="276594"/>
                </a:lnTo>
                <a:lnTo>
                  <a:pt x="570475" y="276594"/>
                </a:lnTo>
                <a:lnTo>
                  <a:pt x="570475" y="293881"/>
                </a:lnTo>
                <a:lnTo>
                  <a:pt x="570475" y="311168"/>
                </a:lnTo>
                <a:lnTo>
                  <a:pt x="553188" y="311168"/>
                </a:lnTo>
                <a:lnTo>
                  <a:pt x="553188" y="328455"/>
                </a:lnTo>
                <a:lnTo>
                  <a:pt x="535901" y="328455"/>
                </a:lnTo>
                <a:lnTo>
                  <a:pt x="518614" y="328455"/>
                </a:lnTo>
                <a:lnTo>
                  <a:pt x="518614" y="311168"/>
                </a:lnTo>
                <a:lnTo>
                  <a:pt x="501327" y="311168"/>
                </a:lnTo>
                <a:lnTo>
                  <a:pt x="484040" y="311168"/>
                </a:lnTo>
                <a:lnTo>
                  <a:pt x="466752" y="311168"/>
                </a:lnTo>
                <a:lnTo>
                  <a:pt x="466752" y="293881"/>
                </a:lnTo>
                <a:lnTo>
                  <a:pt x="449465" y="293881"/>
                </a:lnTo>
                <a:lnTo>
                  <a:pt x="449465" y="276594"/>
                </a:lnTo>
                <a:lnTo>
                  <a:pt x="432178" y="276594"/>
                </a:lnTo>
                <a:lnTo>
                  <a:pt x="414891" y="276594"/>
                </a:lnTo>
                <a:lnTo>
                  <a:pt x="414891" y="293881"/>
                </a:lnTo>
                <a:lnTo>
                  <a:pt x="397604" y="293881"/>
                </a:lnTo>
                <a:lnTo>
                  <a:pt x="380317" y="293881"/>
                </a:lnTo>
                <a:lnTo>
                  <a:pt x="363030" y="293881"/>
                </a:lnTo>
                <a:lnTo>
                  <a:pt x="345743" y="293881"/>
                </a:lnTo>
                <a:close/>
                <a:moveTo>
                  <a:pt x="242020" y="311168"/>
                </a:moveTo>
                <a:lnTo>
                  <a:pt x="224733" y="311168"/>
                </a:lnTo>
                <a:lnTo>
                  <a:pt x="224733" y="293881"/>
                </a:lnTo>
                <a:lnTo>
                  <a:pt x="224733" y="276594"/>
                </a:lnTo>
                <a:lnTo>
                  <a:pt x="242020" y="276594"/>
                </a:lnTo>
                <a:lnTo>
                  <a:pt x="259307" y="276594"/>
                </a:lnTo>
                <a:lnTo>
                  <a:pt x="259307" y="259307"/>
                </a:lnTo>
                <a:lnTo>
                  <a:pt x="276594" y="259307"/>
                </a:lnTo>
                <a:lnTo>
                  <a:pt x="276594" y="276594"/>
                </a:lnTo>
                <a:lnTo>
                  <a:pt x="276594" y="293881"/>
                </a:lnTo>
                <a:lnTo>
                  <a:pt x="259307" y="293881"/>
                </a:lnTo>
                <a:lnTo>
                  <a:pt x="242020" y="293881"/>
                </a:lnTo>
                <a:close/>
                <a:moveTo>
                  <a:pt x="311168" y="363030"/>
                </a:moveTo>
                <a:lnTo>
                  <a:pt x="293881" y="363030"/>
                </a:lnTo>
                <a:lnTo>
                  <a:pt x="276594" y="363030"/>
                </a:lnTo>
                <a:lnTo>
                  <a:pt x="276594" y="345743"/>
                </a:lnTo>
                <a:lnTo>
                  <a:pt x="259307" y="345743"/>
                </a:lnTo>
                <a:lnTo>
                  <a:pt x="259307" y="328455"/>
                </a:lnTo>
                <a:lnTo>
                  <a:pt x="259307" y="311168"/>
                </a:lnTo>
                <a:lnTo>
                  <a:pt x="276594" y="311168"/>
                </a:lnTo>
                <a:lnTo>
                  <a:pt x="293881" y="311168"/>
                </a:lnTo>
                <a:lnTo>
                  <a:pt x="293881" y="328455"/>
                </a:lnTo>
                <a:lnTo>
                  <a:pt x="311168" y="328455"/>
                </a:lnTo>
                <a:lnTo>
                  <a:pt x="328455" y="328455"/>
                </a:lnTo>
                <a:lnTo>
                  <a:pt x="328455" y="345743"/>
                </a:lnTo>
                <a:lnTo>
                  <a:pt x="328455" y="363030"/>
                </a:lnTo>
                <a:close/>
                <a:moveTo>
                  <a:pt x="414891" y="380317"/>
                </a:moveTo>
                <a:lnTo>
                  <a:pt x="414891" y="363030"/>
                </a:lnTo>
                <a:lnTo>
                  <a:pt x="432178" y="363030"/>
                </a:lnTo>
                <a:lnTo>
                  <a:pt x="432178" y="345743"/>
                </a:lnTo>
                <a:lnTo>
                  <a:pt x="414891" y="345743"/>
                </a:lnTo>
                <a:lnTo>
                  <a:pt x="414891" y="328455"/>
                </a:lnTo>
                <a:lnTo>
                  <a:pt x="414891" y="311168"/>
                </a:lnTo>
                <a:lnTo>
                  <a:pt x="432178" y="311168"/>
                </a:lnTo>
                <a:lnTo>
                  <a:pt x="449465" y="311168"/>
                </a:lnTo>
                <a:lnTo>
                  <a:pt x="449465" y="328455"/>
                </a:lnTo>
                <a:lnTo>
                  <a:pt x="449465" y="345743"/>
                </a:lnTo>
                <a:lnTo>
                  <a:pt x="466752" y="345743"/>
                </a:lnTo>
                <a:lnTo>
                  <a:pt x="466752" y="363030"/>
                </a:lnTo>
                <a:lnTo>
                  <a:pt x="466752" y="380317"/>
                </a:lnTo>
                <a:lnTo>
                  <a:pt x="484040" y="380317"/>
                </a:lnTo>
                <a:lnTo>
                  <a:pt x="484040" y="397604"/>
                </a:lnTo>
                <a:lnTo>
                  <a:pt x="484040" y="414891"/>
                </a:lnTo>
                <a:lnTo>
                  <a:pt x="501327" y="414891"/>
                </a:lnTo>
                <a:lnTo>
                  <a:pt x="501327" y="432178"/>
                </a:lnTo>
                <a:lnTo>
                  <a:pt x="518614" y="432178"/>
                </a:lnTo>
                <a:lnTo>
                  <a:pt x="518614" y="449465"/>
                </a:lnTo>
                <a:lnTo>
                  <a:pt x="518614" y="466752"/>
                </a:lnTo>
                <a:lnTo>
                  <a:pt x="501327" y="466752"/>
                </a:lnTo>
                <a:lnTo>
                  <a:pt x="501327" y="449465"/>
                </a:lnTo>
                <a:lnTo>
                  <a:pt x="484040" y="449465"/>
                </a:lnTo>
                <a:lnTo>
                  <a:pt x="484040" y="432178"/>
                </a:lnTo>
                <a:lnTo>
                  <a:pt x="466752" y="432178"/>
                </a:lnTo>
                <a:lnTo>
                  <a:pt x="449465" y="432178"/>
                </a:lnTo>
                <a:lnTo>
                  <a:pt x="449465" y="414891"/>
                </a:lnTo>
                <a:lnTo>
                  <a:pt x="449465" y="397604"/>
                </a:lnTo>
                <a:lnTo>
                  <a:pt x="432178" y="397604"/>
                </a:lnTo>
                <a:lnTo>
                  <a:pt x="432178" y="380317"/>
                </a:lnTo>
                <a:close/>
                <a:moveTo>
                  <a:pt x="380317" y="432178"/>
                </a:moveTo>
                <a:lnTo>
                  <a:pt x="363030" y="432178"/>
                </a:lnTo>
                <a:lnTo>
                  <a:pt x="363030" y="414891"/>
                </a:lnTo>
                <a:lnTo>
                  <a:pt x="345743" y="414891"/>
                </a:lnTo>
                <a:lnTo>
                  <a:pt x="345743" y="397604"/>
                </a:lnTo>
                <a:lnTo>
                  <a:pt x="345743" y="380317"/>
                </a:lnTo>
                <a:lnTo>
                  <a:pt x="345743" y="363030"/>
                </a:lnTo>
                <a:lnTo>
                  <a:pt x="363030" y="363030"/>
                </a:lnTo>
                <a:lnTo>
                  <a:pt x="363030" y="380317"/>
                </a:lnTo>
                <a:lnTo>
                  <a:pt x="380317" y="380317"/>
                </a:lnTo>
                <a:lnTo>
                  <a:pt x="380317" y="397604"/>
                </a:lnTo>
                <a:lnTo>
                  <a:pt x="380317" y="414891"/>
                </a:lnTo>
                <a:lnTo>
                  <a:pt x="397604" y="414891"/>
                </a:lnTo>
                <a:lnTo>
                  <a:pt x="397604" y="432178"/>
                </a:lnTo>
                <a:lnTo>
                  <a:pt x="397604" y="449465"/>
                </a:lnTo>
                <a:lnTo>
                  <a:pt x="397604" y="466752"/>
                </a:lnTo>
                <a:lnTo>
                  <a:pt x="380317" y="466752"/>
                </a:lnTo>
                <a:lnTo>
                  <a:pt x="380317" y="449465"/>
                </a:lnTo>
                <a:close/>
                <a:moveTo>
                  <a:pt x="103723" y="501327"/>
                </a:moveTo>
                <a:lnTo>
                  <a:pt x="121010" y="501327"/>
                </a:lnTo>
                <a:lnTo>
                  <a:pt x="121010" y="484040"/>
                </a:lnTo>
                <a:lnTo>
                  <a:pt x="121010" y="466752"/>
                </a:lnTo>
                <a:lnTo>
                  <a:pt x="138297" y="466752"/>
                </a:lnTo>
                <a:lnTo>
                  <a:pt x="138297" y="449465"/>
                </a:lnTo>
                <a:lnTo>
                  <a:pt x="155584" y="449465"/>
                </a:lnTo>
                <a:lnTo>
                  <a:pt x="172871" y="449465"/>
                </a:lnTo>
                <a:lnTo>
                  <a:pt x="172871" y="466752"/>
                </a:lnTo>
                <a:lnTo>
                  <a:pt x="155584" y="466752"/>
                </a:lnTo>
                <a:lnTo>
                  <a:pt x="155584" y="484040"/>
                </a:lnTo>
                <a:lnTo>
                  <a:pt x="155584" y="501327"/>
                </a:lnTo>
                <a:lnTo>
                  <a:pt x="155584" y="518614"/>
                </a:lnTo>
                <a:lnTo>
                  <a:pt x="138297" y="518614"/>
                </a:lnTo>
                <a:lnTo>
                  <a:pt x="138297" y="535901"/>
                </a:lnTo>
                <a:lnTo>
                  <a:pt x="121010" y="535901"/>
                </a:lnTo>
                <a:lnTo>
                  <a:pt x="121010" y="553188"/>
                </a:lnTo>
                <a:lnTo>
                  <a:pt x="103723" y="553188"/>
                </a:lnTo>
                <a:lnTo>
                  <a:pt x="103723" y="535901"/>
                </a:lnTo>
                <a:lnTo>
                  <a:pt x="103723" y="518614"/>
                </a:lnTo>
                <a:close/>
                <a:moveTo>
                  <a:pt x="207446" y="484040"/>
                </a:moveTo>
                <a:lnTo>
                  <a:pt x="190158" y="484040"/>
                </a:lnTo>
                <a:lnTo>
                  <a:pt x="190158" y="466752"/>
                </a:lnTo>
                <a:lnTo>
                  <a:pt x="207446" y="466752"/>
                </a:lnTo>
                <a:close/>
                <a:moveTo>
                  <a:pt x="69149" y="535901"/>
                </a:moveTo>
                <a:lnTo>
                  <a:pt x="51861" y="535901"/>
                </a:lnTo>
                <a:lnTo>
                  <a:pt x="51861" y="518614"/>
                </a:lnTo>
                <a:lnTo>
                  <a:pt x="69149" y="518614"/>
                </a:lnTo>
                <a:close/>
                <a:moveTo>
                  <a:pt x="121010" y="622337"/>
                </a:moveTo>
                <a:lnTo>
                  <a:pt x="138297" y="622337"/>
                </a:lnTo>
                <a:lnTo>
                  <a:pt x="155584" y="622337"/>
                </a:lnTo>
                <a:lnTo>
                  <a:pt x="155584" y="639624"/>
                </a:lnTo>
                <a:lnTo>
                  <a:pt x="138297" y="639624"/>
                </a:lnTo>
                <a:lnTo>
                  <a:pt x="121010" y="639624"/>
                </a:lnTo>
                <a:lnTo>
                  <a:pt x="103723" y="639624"/>
                </a:lnTo>
                <a:lnTo>
                  <a:pt x="103723" y="622337"/>
                </a:lnTo>
                <a:lnTo>
                  <a:pt x="103723" y="605049"/>
                </a:lnTo>
                <a:lnTo>
                  <a:pt x="121010" y="605049"/>
                </a:lnTo>
                <a:close/>
                <a:moveTo>
                  <a:pt x="363030" y="656911"/>
                </a:moveTo>
                <a:lnTo>
                  <a:pt x="363030" y="639624"/>
                </a:lnTo>
                <a:lnTo>
                  <a:pt x="380317" y="639624"/>
                </a:lnTo>
                <a:lnTo>
                  <a:pt x="380317" y="656911"/>
                </a:lnTo>
                <a:close/>
                <a:moveTo>
                  <a:pt x="17287" y="656911"/>
                </a:moveTo>
                <a:lnTo>
                  <a:pt x="17287" y="639624"/>
                </a:lnTo>
                <a:lnTo>
                  <a:pt x="34574" y="639624"/>
                </a:lnTo>
                <a:lnTo>
                  <a:pt x="34574" y="656911"/>
                </a:lnTo>
                <a:close/>
                <a:moveTo>
                  <a:pt x="259307" y="708772"/>
                </a:moveTo>
                <a:lnTo>
                  <a:pt x="259307" y="691485"/>
                </a:lnTo>
                <a:lnTo>
                  <a:pt x="276594" y="691485"/>
                </a:lnTo>
                <a:lnTo>
                  <a:pt x="293881" y="691485"/>
                </a:lnTo>
                <a:lnTo>
                  <a:pt x="293881" y="674198"/>
                </a:lnTo>
                <a:lnTo>
                  <a:pt x="311168" y="674198"/>
                </a:lnTo>
                <a:lnTo>
                  <a:pt x="328455" y="674198"/>
                </a:lnTo>
                <a:lnTo>
                  <a:pt x="345743" y="674198"/>
                </a:lnTo>
                <a:lnTo>
                  <a:pt x="363030" y="674198"/>
                </a:lnTo>
                <a:lnTo>
                  <a:pt x="380317" y="674198"/>
                </a:lnTo>
                <a:lnTo>
                  <a:pt x="380317" y="691485"/>
                </a:lnTo>
                <a:lnTo>
                  <a:pt x="380317" y="708772"/>
                </a:lnTo>
                <a:lnTo>
                  <a:pt x="363030" y="708772"/>
                </a:lnTo>
                <a:lnTo>
                  <a:pt x="345743" y="708772"/>
                </a:lnTo>
                <a:lnTo>
                  <a:pt x="328455" y="708772"/>
                </a:lnTo>
                <a:lnTo>
                  <a:pt x="311168" y="708772"/>
                </a:lnTo>
                <a:lnTo>
                  <a:pt x="311168" y="726059"/>
                </a:lnTo>
                <a:lnTo>
                  <a:pt x="293881" y="726059"/>
                </a:lnTo>
                <a:lnTo>
                  <a:pt x="276594" y="726059"/>
                </a:lnTo>
                <a:lnTo>
                  <a:pt x="276594" y="708772"/>
                </a:lnTo>
                <a:close/>
                <a:moveTo>
                  <a:pt x="449465" y="708772"/>
                </a:moveTo>
                <a:lnTo>
                  <a:pt x="432178" y="708772"/>
                </a:lnTo>
                <a:lnTo>
                  <a:pt x="414891" y="708772"/>
                </a:lnTo>
                <a:lnTo>
                  <a:pt x="414891" y="691485"/>
                </a:lnTo>
                <a:lnTo>
                  <a:pt x="414891" y="674198"/>
                </a:lnTo>
                <a:lnTo>
                  <a:pt x="432178" y="674198"/>
                </a:lnTo>
                <a:lnTo>
                  <a:pt x="449465" y="674198"/>
                </a:lnTo>
                <a:lnTo>
                  <a:pt x="449465" y="656911"/>
                </a:lnTo>
                <a:lnTo>
                  <a:pt x="466752" y="656911"/>
                </a:lnTo>
                <a:lnTo>
                  <a:pt x="484040" y="656911"/>
                </a:lnTo>
                <a:lnTo>
                  <a:pt x="484040" y="674198"/>
                </a:lnTo>
                <a:lnTo>
                  <a:pt x="466752" y="674198"/>
                </a:lnTo>
                <a:lnTo>
                  <a:pt x="466752" y="691485"/>
                </a:lnTo>
                <a:lnTo>
                  <a:pt x="449465" y="691485"/>
                </a:lnTo>
                <a:close/>
                <a:moveTo>
                  <a:pt x="103723" y="708772"/>
                </a:moveTo>
                <a:lnTo>
                  <a:pt x="103723" y="691485"/>
                </a:lnTo>
                <a:lnTo>
                  <a:pt x="121010" y="691485"/>
                </a:lnTo>
                <a:lnTo>
                  <a:pt x="138297" y="691485"/>
                </a:lnTo>
                <a:lnTo>
                  <a:pt x="138297" y="708772"/>
                </a:lnTo>
                <a:lnTo>
                  <a:pt x="121010" y="708772"/>
                </a:lnTo>
                <a:lnTo>
                  <a:pt x="121010" y="726059"/>
                </a:lnTo>
                <a:lnTo>
                  <a:pt x="121010" y="743347"/>
                </a:lnTo>
                <a:lnTo>
                  <a:pt x="103723" y="743347"/>
                </a:lnTo>
                <a:lnTo>
                  <a:pt x="103723" y="760634"/>
                </a:lnTo>
                <a:lnTo>
                  <a:pt x="103723" y="777921"/>
                </a:lnTo>
                <a:lnTo>
                  <a:pt x="86436" y="777921"/>
                </a:lnTo>
                <a:lnTo>
                  <a:pt x="69149" y="777921"/>
                </a:lnTo>
                <a:lnTo>
                  <a:pt x="69149" y="760634"/>
                </a:lnTo>
                <a:lnTo>
                  <a:pt x="69149" y="743347"/>
                </a:lnTo>
                <a:lnTo>
                  <a:pt x="69149" y="726059"/>
                </a:lnTo>
                <a:lnTo>
                  <a:pt x="86436" y="726059"/>
                </a:lnTo>
                <a:lnTo>
                  <a:pt x="86436" y="708772"/>
                </a:lnTo>
                <a:close/>
                <a:moveTo>
                  <a:pt x="138297" y="726059"/>
                </a:moveTo>
                <a:lnTo>
                  <a:pt x="138297" y="708772"/>
                </a:lnTo>
                <a:lnTo>
                  <a:pt x="155584" y="708772"/>
                </a:lnTo>
                <a:lnTo>
                  <a:pt x="172871" y="708772"/>
                </a:lnTo>
                <a:lnTo>
                  <a:pt x="172871" y="726059"/>
                </a:lnTo>
                <a:lnTo>
                  <a:pt x="155584" y="726059"/>
                </a:lnTo>
                <a:close/>
                <a:moveTo>
                  <a:pt x="207446" y="743347"/>
                </a:moveTo>
                <a:lnTo>
                  <a:pt x="224733" y="743347"/>
                </a:lnTo>
                <a:lnTo>
                  <a:pt x="224733" y="760634"/>
                </a:lnTo>
                <a:lnTo>
                  <a:pt x="207446" y="760634"/>
                </a:lnTo>
                <a:lnTo>
                  <a:pt x="190158" y="760634"/>
                </a:lnTo>
                <a:lnTo>
                  <a:pt x="190158" y="743347"/>
                </a:lnTo>
                <a:lnTo>
                  <a:pt x="172871" y="743347"/>
                </a:lnTo>
                <a:lnTo>
                  <a:pt x="172871" y="726059"/>
                </a:lnTo>
                <a:lnTo>
                  <a:pt x="190158" y="726059"/>
                </a:lnTo>
                <a:lnTo>
                  <a:pt x="207446" y="726059"/>
                </a:lnTo>
                <a:close/>
                <a:moveTo>
                  <a:pt x="34574" y="743347"/>
                </a:moveTo>
                <a:lnTo>
                  <a:pt x="34574" y="760634"/>
                </a:lnTo>
                <a:lnTo>
                  <a:pt x="17287" y="760634"/>
                </a:lnTo>
                <a:lnTo>
                  <a:pt x="0" y="760634"/>
                </a:lnTo>
                <a:lnTo>
                  <a:pt x="0" y="743347"/>
                </a:lnTo>
                <a:lnTo>
                  <a:pt x="17287" y="743347"/>
                </a:lnTo>
                <a:lnTo>
                  <a:pt x="17287" y="726059"/>
                </a:lnTo>
                <a:lnTo>
                  <a:pt x="34574" y="726059"/>
                </a:lnTo>
                <a:close/>
                <a:moveTo>
                  <a:pt x="242020" y="743347"/>
                </a:moveTo>
                <a:lnTo>
                  <a:pt x="224733" y="743347"/>
                </a:lnTo>
                <a:lnTo>
                  <a:pt x="224733" y="726059"/>
                </a:lnTo>
                <a:lnTo>
                  <a:pt x="242020" y="726059"/>
                </a:lnTo>
                <a:close/>
                <a:moveTo>
                  <a:pt x="138297" y="812495"/>
                </a:moveTo>
                <a:lnTo>
                  <a:pt x="121010" y="812495"/>
                </a:lnTo>
                <a:lnTo>
                  <a:pt x="121010" y="795208"/>
                </a:lnTo>
                <a:lnTo>
                  <a:pt x="121010" y="777921"/>
                </a:lnTo>
                <a:lnTo>
                  <a:pt x="121010" y="760634"/>
                </a:lnTo>
                <a:lnTo>
                  <a:pt x="138297" y="760634"/>
                </a:lnTo>
                <a:lnTo>
                  <a:pt x="138297" y="743347"/>
                </a:lnTo>
                <a:lnTo>
                  <a:pt x="155584" y="743347"/>
                </a:lnTo>
                <a:lnTo>
                  <a:pt x="155584" y="760634"/>
                </a:lnTo>
                <a:lnTo>
                  <a:pt x="172871" y="760634"/>
                </a:lnTo>
                <a:lnTo>
                  <a:pt x="172871" y="777921"/>
                </a:lnTo>
                <a:lnTo>
                  <a:pt x="155584" y="777921"/>
                </a:lnTo>
                <a:lnTo>
                  <a:pt x="155584" y="795208"/>
                </a:lnTo>
                <a:lnTo>
                  <a:pt x="138297" y="795208"/>
                </a:lnTo>
                <a:close/>
                <a:moveTo>
                  <a:pt x="172871" y="829782"/>
                </a:moveTo>
                <a:lnTo>
                  <a:pt x="155584" y="829782"/>
                </a:lnTo>
                <a:lnTo>
                  <a:pt x="155584" y="812495"/>
                </a:lnTo>
                <a:lnTo>
                  <a:pt x="172871" y="812495"/>
                </a:lnTo>
                <a:close/>
                <a:moveTo>
                  <a:pt x="449465" y="1348396"/>
                </a:moveTo>
                <a:lnTo>
                  <a:pt x="449465" y="1331109"/>
                </a:lnTo>
                <a:lnTo>
                  <a:pt x="449465" y="1313822"/>
                </a:lnTo>
                <a:lnTo>
                  <a:pt x="432178" y="1313822"/>
                </a:lnTo>
                <a:lnTo>
                  <a:pt x="432178" y="1296535"/>
                </a:lnTo>
                <a:lnTo>
                  <a:pt x="414891" y="1296535"/>
                </a:lnTo>
                <a:lnTo>
                  <a:pt x="414891" y="1279247"/>
                </a:lnTo>
                <a:lnTo>
                  <a:pt x="432178" y="1279247"/>
                </a:lnTo>
                <a:lnTo>
                  <a:pt x="432178" y="1261960"/>
                </a:lnTo>
                <a:lnTo>
                  <a:pt x="449465" y="1261960"/>
                </a:lnTo>
                <a:lnTo>
                  <a:pt x="449465" y="1244673"/>
                </a:lnTo>
                <a:lnTo>
                  <a:pt x="466752" y="1244673"/>
                </a:lnTo>
                <a:lnTo>
                  <a:pt x="484040" y="1244673"/>
                </a:lnTo>
                <a:lnTo>
                  <a:pt x="484040" y="1261960"/>
                </a:lnTo>
                <a:lnTo>
                  <a:pt x="501327" y="1261960"/>
                </a:lnTo>
                <a:lnTo>
                  <a:pt x="518614" y="1261960"/>
                </a:lnTo>
                <a:lnTo>
                  <a:pt x="518614" y="1244673"/>
                </a:lnTo>
                <a:lnTo>
                  <a:pt x="535901" y="1244673"/>
                </a:lnTo>
                <a:lnTo>
                  <a:pt x="535901" y="1227386"/>
                </a:lnTo>
                <a:lnTo>
                  <a:pt x="553188" y="1227386"/>
                </a:lnTo>
                <a:lnTo>
                  <a:pt x="553188" y="1210099"/>
                </a:lnTo>
                <a:lnTo>
                  <a:pt x="570475" y="1210099"/>
                </a:lnTo>
                <a:lnTo>
                  <a:pt x="570475" y="1192812"/>
                </a:lnTo>
                <a:lnTo>
                  <a:pt x="570475" y="1175525"/>
                </a:lnTo>
                <a:lnTo>
                  <a:pt x="553188" y="1175525"/>
                </a:lnTo>
                <a:lnTo>
                  <a:pt x="535901" y="1175525"/>
                </a:lnTo>
                <a:lnTo>
                  <a:pt x="535901" y="1192812"/>
                </a:lnTo>
                <a:lnTo>
                  <a:pt x="535901" y="1210099"/>
                </a:lnTo>
                <a:lnTo>
                  <a:pt x="518614" y="1210099"/>
                </a:lnTo>
                <a:lnTo>
                  <a:pt x="518614" y="1192812"/>
                </a:lnTo>
                <a:lnTo>
                  <a:pt x="518614" y="1175525"/>
                </a:lnTo>
                <a:lnTo>
                  <a:pt x="518614" y="1158238"/>
                </a:lnTo>
                <a:lnTo>
                  <a:pt x="518614" y="1140950"/>
                </a:lnTo>
                <a:lnTo>
                  <a:pt x="535901" y="1140950"/>
                </a:lnTo>
                <a:lnTo>
                  <a:pt x="553188" y="1140950"/>
                </a:lnTo>
                <a:lnTo>
                  <a:pt x="570475" y="1140950"/>
                </a:lnTo>
                <a:lnTo>
                  <a:pt x="570475" y="1158238"/>
                </a:lnTo>
                <a:lnTo>
                  <a:pt x="587762" y="1158238"/>
                </a:lnTo>
                <a:lnTo>
                  <a:pt x="587762" y="1175525"/>
                </a:lnTo>
                <a:lnTo>
                  <a:pt x="605049" y="1175525"/>
                </a:lnTo>
                <a:lnTo>
                  <a:pt x="605049" y="1158238"/>
                </a:lnTo>
                <a:lnTo>
                  <a:pt x="622337" y="1158238"/>
                </a:lnTo>
                <a:lnTo>
                  <a:pt x="622337" y="1140950"/>
                </a:lnTo>
                <a:lnTo>
                  <a:pt x="639624" y="1140950"/>
                </a:lnTo>
                <a:lnTo>
                  <a:pt x="639624" y="1158238"/>
                </a:lnTo>
                <a:lnTo>
                  <a:pt x="639624" y="1175525"/>
                </a:lnTo>
                <a:lnTo>
                  <a:pt x="656911" y="1175525"/>
                </a:lnTo>
                <a:lnTo>
                  <a:pt x="656911" y="1158238"/>
                </a:lnTo>
                <a:lnTo>
                  <a:pt x="674198" y="1158238"/>
                </a:lnTo>
                <a:lnTo>
                  <a:pt x="674198" y="1175525"/>
                </a:lnTo>
                <a:lnTo>
                  <a:pt x="691485" y="1175525"/>
                </a:lnTo>
                <a:lnTo>
                  <a:pt x="691485" y="1192812"/>
                </a:lnTo>
                <a:lnTo>
                  <a:pt x="708772" y="1192812"/>
                </a:lnTo>
                <a:lnTo>
                  <a:pt x="708772" y="1175525"/>
                </a:lnTo>
                <a:lnTo>
                  <a:pt x="726059" y="1175525"/>
                </a:lnTo>
                <a:lnTo>
                  <a:pt x="726059" y="1158238"/>
                </a:lnTo>
                <a:lnTo>
                  <a:pt x="743347" y="1158238"/>
                </a:lnTo>
                <a:lnTo>
                  <a:pt x="760634" y="1158238"/>
                </a:lnTo>
                <a:lnTo>
                  <a:pt x="777921" y="1158238"/>
                </a:lnTo>
                <a:lnTo>
                  <a:pt x="777921" y="1175525"/>
                </a:lnTo>
                <a:lnTo>
                  <a:pt x="795208" y="1175525"/>
                </a:lnTo>
                <a:lnTo>
                  <a:pt x="795208" y="1192812"/>
                </a:lnTo>
                <a:lnTo>
                  <a:pt x="777921" y="1192812"/>
                </a:lnTo>
                <a:lnTo>
                  <a:pt x="777921" y="1210099"/>
                </a:lnTo>
                <a:lnTo>
                  <a:pt x="777921" y="1227386"/>
                </a:lnTo>
                <a:lnTo>
                  <a:pt x="795208" y="1227386"/>
                </a:lnTo>
                <a:lnTo>
                  <a:pt x="795208" y="1244673"/>
                </a:lnTo>
                <a:lnTo>
                  <a:pt x="812495" y="1244673"/>
                </a:lnTo>
                <a:lnTo>
                  <a:pt x="812495" y="1261960"/>
                </a:lnTo>
                <a:lnTo>
                  <a:pt x="812495" y="1279247"/>
                </a:lnTo>
                <a:lnTo>
                  <a:pt x="795208" y="1279247"/>
                </a:lnTo>
                <a:lnTo>
                  <a:pt x="795208" y="1296535"/>
                </a:lnTo>
                <a:lnTo>
                  <a:pt x="795208" y="1313822"/>
                </a:lnTo>
                <a:lnTo>
                  <a:pt x="777921" y="1313822"/>
                </a:lnTo>
                <a:lnTo>
                  <a:pt x="777921" y="1331109"/>
                </a:lnTo>
                <a:lnTo>
                  <a:pt x="777921" y="1348396"/>
                </a:lnTo>
                <a:lnTo>
                  <a:pt x="760634" y="1348396"/>
                </a:lnTo>
                <a:lnTo>
                  <a:pt x="743347" y="1348396"/>
                </a:lnTo>
                <a:lnTo>
                  <a:pt x="743347" y="1331109"/>
                </a:lnTo>
                <a:lnTo>
                  <a:pt x="726059" y="1331109"/>
                </a:lnTo>
                <a:lnTo>
                  <a:pt x="726059" y="1348396"/>
                </a:lnTo>
                <a:lnTo>
                  <a:pt x="708772" y="1348396"/>
                </a:lnTo>
                <a:lnTo>
                  <a:pt x="691485" y="1348396"/>
                </a:lnTo>
                <a:lnTo>
                  <a:pt x="691485" y="1365683"/>
                </a:lnTo>
                <a:lnTo>
                  <a:pt x="674198" y="1365683"/>
                </a:lnTo>
                <a:lnTo>
                  <a:pt x="656911" y="1365683"/>
                </a:lnTo>
                <a:lnTo>
                  <a:pt x="656911" y="1348396"/>
                </a:lnTo>
                <a:lnTo>
                  <a:pt x="639624" y="1348396"/>
                </a:lnTo>
                <a:lnTo>
                  <a:pt x="639624" y="1331109"/>
                </a:lnTo>
                <a:lnTo>
                  <a:pt x="622337" y="1331109"/>
                </a:lnTo>
                <a:lnTo>
                  <a:pt x="622337" y="1313822"/>
                </a:lnTo>
                <a:lnTo>
                  <a:pt x="605049" y="1313822"/>
                </a:lnTo>
                <a:lnTo>
                  <a:pt x="605049" y="1296535"/>
                </a:lnTo>
                <a:lnTo>
                  <a:pt x="587762" y="1296535"/>
                </a:lnTo>
                <a:lnTo>
                  <a:pt x="570475" y="1296535"/>
                </a:lnTo>
                <a:lnTo>
                  <a:pt x="570475" y="1313822"/>
                </a:lnTo>
                <a:lnTo>
                  <a:pt x="553188" y="1313822"/>
                </a:lnTo>
                <a:lnTo>
                  <a:pt x="553188" y="1331109"/>
                </a:lnTo>
                <a:lnTo>
                  <a:pt x="535901" y="1331109"/>
                </a:lnTo>
                <a:lnTo>
                  <a:pt x="535901" y="1348396"/>
                </a:lnTo>
                <a:lnTo>
                  <a:pt x="518614" y="1348396"/>
                </a:lnTo>
                <a:lnTo>
                  <a:pt x="518614" y="1365683"/>
                </a:lnTo>
                <a:lnTo>
                  <a:pt x="501327" y="1365683"/>
                </a:lnTo>
                <a:lnTo>
                  <a:pt x="501327" y="1348396"/>
                </a:lnTo>
                <a:lnTo>
                  <a:pt x="484040" y="1348396"/>
                </a:lnTo>
                <a:lnTo>
                  <a:pt x="466752" y="1348396"/>
                </a:lnTo>
                <a:lnTo>
                  <a:pt x="466752" y="1365683"/>
                </a:lnTo>
                <a:lnTo>
                  <a:pt x="466752" y="1382970"/>
                </a:lnTo>
                <a:lnTo>
                  <a:pt x="449465" y="1382970"/>
                </a:lnTo>
                <a:lnTo>
                  <a:pt x="449465" y="1365683"/>
                </a:lnTo>
                <a:close/>
                <a:moveTo>
                  <a:pt x="691485" y="1296535"/>
                </a:moveTo>
                <a:lnTo>
                  <a:pt x="674198" y="1296535"/>
                </a:lnTo>
                <a:lnTo>
                  <a:pt x="674198" y="1313822"/>
                </a:lnTo>
                <a:lnTo>
                  <a:pt x="691485" y="1313822"/>
                </a:lnTo>
                <a:lnTo>
                  <a:pt x="691485" y="1331109"/>
                </a:lnTo>
                <a:lnTo>
                  <a:pt x="708772" y="1331109"/>
                </a:lnTo>
                <a:lnTo>
                  <a:pt x="708772" y="1313822"/>
                </a:lnTo>
                <a:lnTo>
                  <a:pt x="726059" y="1313822"/>
                </a:lnTo>
                <a:lnTo>
                  <a:pt x="726059" y="1296535"/>
                </a:lnTo>
                <a:lnTo>
                  <a:pt x="708772" y="1296535"/>
                </a:lnTo>
                <a:lnTo>
                  <a:pt x="708772" y="1279247"/>
                </a:lnTo>
                <a:lnTo>
                  <a:pt x="691485" y="1279247"/>
                </a:lnTo>
                <a:close/>
                <a:moveTo>
                  <a:pt x="535901" y="1296535"/>
                </a:moveTo>
                <a:lnTo>
                  <a:pt x="553188" y="1296535"/>
                </a:lnTo>
                <a:lnTo>
                  <a:pt x="553188" y="1279247"/>
                </a:lnTo>
                <a:lnTo>
                  <a:pt x="553188" y="1261960"/>
                </a:lnTo>
                <a:lnTo>
                  <a:pt x="535901" y="1261960"/>
                </a:lnTo>
                <a:lnTo>
                  <a:pt x="535901" y="1279247"/>
                </a:lnTo>
                <a:close/>
                <a:moveTo>
                  <a:pt x="484040" y="0"/>
                </a:moveTo>
                <a:lnTo>
                  <a:pt x="501327" y="0"/>
                </a:lnTo>
                <a:lnTo>
                  <a:pt x="501327" y="17287"/>
                </a:lnTo>
                <a:lnTo>
                  <a:pt x="501327" y="34574"/>
                </a:lnTo>
                <a:lnTo>
                  <a:pt x="484040" y="34574"/>
                </a:lnTo>
                <a:lnTo>
                  <a:pt x="484040" y="17287"/>
                </a:lnTo>
                <a:close/>
                <a:moveTo>
                  <a:pt x="570475" y="86436"/>
                </a:moveTo>
                <a:lnTo>
                  <a:pt x="553188" y="86436"/>
                </a:lnTo>
                <a:lnTo>
                  <a:pt x="553188" y="69149"/>
                </a:lnTo>
                <a:lnTo>
                  <a:pt x="553188" y="51861"/>
                </a:lnTo>
                <a:lnTo>
                  <a:pt x="535901" y="51861"/>
                </a:lnTo>
                <a:lnTo>
                  <a:pt x="535901" y="34574"/>
                </a:lnTo>
                <a:lnTo>
                  <a:pt x="535901" y="17287"/>
                </a:lnTo>
                <a:lnTo>
                  <a:pt x="553188" y="17287"/>
                </a:lnTo>
                <a:lnTo>
                  <a:pt x="553188" y="34574"/>
                </a:lnTo>
                <a:lnTo>
                  <a:pt x="570475" y="34574"/>
                </a:lnTo>
                <a:lnTo>
                  <a:pt x="570475" y="51861"/>
                </a:lnTo>
                <a:lnTo>
                  <a:pt x="570475" y="69149"/>
                </a:lnTo>
                <a:lnTo>
                  <a:pt x="587762" y="69149"/>
                </a:lnTo>
                <a:lnTo>
                  <a:pt x="587762" y="86436"/>
                </a:lnTo>
                <a:lnTo>
                  <a:pt x="605049" y="86436"/>
                </a:lnTo>
                <a:lnTo>
                  <a:pt x="605049" y="103723"/>
                </a:lnTo>
                <a:lnTo>
                  <a:pt x="587762" y="103723"/>
                </a:lnTo>
                <a:lnTo>
                  <a:pt x="570475" y="103723"/>
                </a:lnTo>
                <a:close/>
                <a:moveTo>
                  <a:pt x="501327" y="103723"/>
                </a:moveTo>
                <a:lnTo>
                  <a:pt x="484040" y="103723"/>
                </a:lnTo>
                <a:lnTo>
                  <a:pt x="484040" y="86436"/>
                </a:lnTo>
                <a:lnTo>
                  <a:pt x="501327" y="86436"/>
                </a:lnTo>
                <a:close/>
                <a:moveTo>
                  <a:pt x="518614" y="138297"/>
                </a:moveTo>
                <a:lnTo>
                  <a:pt x="518614" y="121010"/>
                </a:lnTo>
                <a:lnTo>
                  <a:pt x="501327" y="121010"/>
                </a:lnTo>
                <a:lnTo>
                  <a:pt x="501327" y="103723"/>
                </a:lnTo>
                <a:lnTo>
                  <a:pt x="518614" y="103723"/>
                </a:lnTo>
                <a:lnTo>
                  <a:pt x="535901" y="103723"/>
                </a:lnTo>
                <a:lnTo>
                  <a:pt x="553188" y="103723"/>
                </a:lnTo>
                <a:lnTo>
                  <a:pt x="570475" y="103723"/>
                </a:lnTo>
                <a:lnTo>
                  <a:pt x="570475" y="121010"/>
                </a:lnTo>
                <a:lnTo>
                  <a:pt x="553188" y="121010"/>
                </a:lnTo>
                <a:lnTo>
                  <a:pt x="553188" y="138297"/>
                </a:lnTo>
                <a:lnTo>
                  <a:pt x="553188" y="155584"/>
                </a:lnTo>
                <a:lnTo>
                  <a:pt x="535901" y="155584"/>
                </a:lnTo>
                <a:lnTo>
                  <a:pt x="535901" y="138297"/>
                </a:lnTo>
                <a:close/>
                <a:moveTo>
                  <a:pt x="501327" y="207446"/>
                </a:moveTo>
                <a:lnTo>
                  <a:pt x="484040" y="207446"/>
                </a:lnTo>
                <a:lnTo>
                  <a:pt x="484040" y="190158"/>
                </a:lnTo>
                <a:lnTo>
                  <a:pt x="501327" y="190158"/>
                </a:lnTo>
                <a:close/>
                <a:moveTo>
                  <a:pt x="484040" y="570475"/>
                </a:moveTo>
                <a:lnTo>
                  <a:pt x="466752" y="570475"/>
                </a:lnTo>
                <a:lnTo>
                  <a:pt x="466752" y="553188"/>
                </a:lnTo>
                <a:lnTo>
                  <a:pt x="484040" y="553188"/>
                </a:lnTo>
                <a:close/>
                <a:moveTo>
                  <a:pt x="501327" y="622337"/>
                </a:moveTo>
                <a:lnTo>
                  <a:pt x="501327" y="605049"/>
                </a:lnTo>
                <a:lnTo>
                  <a:pt x="518614" y="605049"/>
                </a:lnTo>
                <a:lnTo>
                  <a:pt x="535901" y="605049"/>
                </a:lnTo>
                <a:lnTo>
                  <a:pt x="553188" y="605049"/>
                </a:lnTo>
                <a:lnTo>
                  <a:pt x="570475" y="605049"/>
                </a:lnTo>
                <a:lnTo>
                  <a:pt x="570475" y="587762"/>
                </a:lnTo>
                <a:lnTo>
                  <a:pt x="587762" y="587762"/>
                </a:lnTo>
                <a:lnTo>
                  <a:pt x="587762" y="570475"/>
                </a:lnTo>
                <a:lnTo>
                  <a:pt x="605049" y="570475"/>
                </a:lnTo>
                <a:lnTo>
                  <a:pt x="605049" y="587762"/>
                </a:lnTo>
                <a:lnTo>
                  <a:pt x="622337" y="587762"/>
                </a:lnTo>
                <a:lnTo>
                  <a:pt x="622337" y="605049"/>
                </a:lnTo>
                <a:lnTo>
                  <a:pt x="639624" y="605049"/>
                </a:lnTo>
                <a:lnTo>
                  <a:pt x="639624" y="622337"/>
                </a:lnTo>
                <a:lnTo>
                  <a:pt x="656911" y="622337"/>
                </a:lnTo>
                <a:lnTo>
                  <a:pt x="674198" y="622337"/>
                </a:lnTo>
                <a:lnTo>
                  <a:pt x="674198" y="605049"/>
                </a:lnTo>
                <a:lnTo>
                  <a:pt x="691485" y="605049"/>
                </a:lnTo>
                <a:lnTo>
                  <a:pt x="691485" y="587762"/>
                </a:lnTo>
                <a:lnTo>
                  <a:pt x="708772" y="587762"/>
                </a:lnTo>
                <a:lnTo>
                  <a:pt x="708772" y="605049"/>
                </a:lnTo>
                <a:lnTo>
                  <a:pt x="726059" y="605049"/>
                </a:lnTo>
                <a:lnTo>
                  <a:pt x="743347" y="605049"/>
                </a:lnTo>
                <a:lnTo>
                  <a:pt x="743347" y="587762"/>
                </a:lnTo>
                <a:lnTo>
                  <a:pt x="726059" y="587762"/>
                </a:lnTo>
                <a:lnTo>
                  <a:pt x="726059" y="570475"/>
                </a:lnTo>
                <a:lnTo>
                  <a:pt x="726059" y="553188"/>
                </a:lnTo>
                <a:lnTo>
                  <a:pt x="743347" y="553188"/>
                </a:lnTo>
                <a:lnTo>
                  <a:pt x="760634" y="553188"/>
                </a:lnTo>
                <a:lnTo>
                  <a:pt x="760634" y="570475"/>
                </a:lnTo>
                <a:lnTo>
                  <a:pt x="760634" y="587762"/>
                </a:lnTo>
                <a:lnTo>
                  <a:pt x="760634" y="605049"/>
                </a:lnTo>
                <a:lnTo>
                  <a:pt x="760634" y="622337"/>
                </a:lnTo>
                <a:lnTo>
                  <a:pt x="777921" y="622337"/>
                </a:lnTo>
                <a:lnTo>
                  <a:pt x="795208" y="622337"/>
                </a:lnTo>
                <a:lnTo>
                  <a:pt x="812495" y="622337"/>
                </a:lnTo>
                <a:lnTo>
                  <a:pt x="829782" y="622337"/>
                </a:lnTo>
                <a:lnTo>
                  <a:pt x="847069" y="622337"/>
                </a:lnTo>
                <a:lnTo>
                  <a:pt x="847069" y="605049"/>
                </a:lnTo>
                <a:lnTo>
                  <a:pt x="864356" y="605049"/>
                </a:lnTo>
                <a:lnTo>
                  <a:pt x="864356" y="587762"/>
                </a:lnTo>
                <a:lnTo>
                  <a:pt x="881644" y="587762"/>
                </a:lnTo>
                <a:lnTo>
                  <a:pt x="881644" y="605049"/>
                </a:lnTo>
                <a:lnTo>
                  <a:pt x="881644" y="622337"/>
                </a:lnTo>
                <a:lnTo>
                  <a:pt x="881644" y="639624"/>
                </a:lnTo>
                <a:lnTo>
                  <a:pt x="864356" y="639624"/>
                </a:lnTo>
                <a:lnTo>
                  <a:pt x="864356" y="656911"/>
                </a:lnTo>
                <a:lnTo>
                  <a:pt x="847069" y="656911"/>
                </a:lnTo>
                <a:lnTo>
                  <a:pt x="847069" y="674198"/>
                </a:lnTo>
                <a:lnTo>
                  <a:pt x="829782" y="674198"/>
                </a:lnTo>
                <a:lnTo>
                  <a:pt x="812495" y="674198"/>
                </a:lnTo>
                <a:lnTo>
                  <a:pt x="795208" y="674198"/>
                </a:lnTo>
                <a:lnTo>
                  <a:pt x="795208" y="656911"/>
                </a:lnTo>
                <a:lnTo>
                  <a:pt x="777921" y="656911"/>
                </a:lnTo>
                <a:lnTo>
                  <a:pt x="777921" y="674198"/>
                </a:lnTo>
                <a:lnTo>
                  <a:pt x="760634" y="674198"/>
                </a:lnTo>
                <a:lnTo>
                  <a:pt x="760634" y="691485"/>
                </a:lnTo>
                <a:lnTo>
                  <a:pt x="760634" y="708772"/>
                </a:lnTo>
                <a:lnTo>
                  <a:pt x="760634" y="726059"/>
                </a:lnTo>
                <a:lnTo>
                  <a:pt x="777921" y="726059"/>
                </a:lnTo>
                <a:lnTo>
                  <a:pt x="777921" y="743347"/>
                </a:lnTo>
                <a:lnTo>
                  <a:pt x="777921" y="760634"/>
                </a:lnTo>
                <a:lnTo>
                  <a:pt x="777921" y="777921"/>
                </a:lnTo>
                <a:lnTo>
                  <a:pt x="760634" y="777921"/>
                </a:lnTo>
                <a:lnTo>
                  <a:pt x="743347" y="777921"/>
                </a:lnTo>
                <a:lnTo>
                  <a:pt x="743347" y="760634"/>
                </a:lnTo>
                <a:lnTo>
                  <a:pt x="743347" y="743347"/>
                </a:lnTo>
                <a:lnTo>
                  <a:pt x="743347" y="726059"/>
                </a:lnTo>
                <a:lnTo>
                  <a:pt x="743347" y="708772"/>
                </a:lnTo>
                <a:lnTo>
                  <a:pt x="743347" y="691485"/>
                </a:lnTo>
                <a:lnTo>
                  <a:pt x="743347" y="674198"/>
                </a:lnTo>
                <a:lnTo>
                  <a:pt x="726059" y="674198"/>
                </a:lnTo>
                <a:lnTo>
                  <a:pt x="726059" y="656911"/>
                </a:lnTo>
                <a:lnTo>
                  <a:pt x="708772" y="656911"/>
                </a:lnTo>
                <a:lnTo>
                  <a:pt x="708772" y="674198"/>
                </a:lnTo>
                <a:lnTo>
                  <a:pt x="691485" y="674198"/>
                </a:lnTo>
                <a:lnTo>
                  <a:pt x="691485" y="691485"/>
                </a:lnTo>
                <a:lnTo>
                  <a:pt x="691485" y="708772"/>
                </a:lnTo>
                <a:lnTo>
                  <a:pt x="674198" y="708772"/>
                </a:lnTo>
                <a:lnTo>
                  <a:pt x="674198" y="726059"/>
                </a:lnTo>
                <a:lnTo>
                  <a:pt x="656911" y="726059"/>
                </a:lnTo>
                <a:lnTo>
                  <a:pt x="656911" y="708772"/>
                </a:lnTo>
                <a:lnTo>
                  <a:pt x="639624" y="708772"/>
                </a:lnTo>
                <a:lnTo>
                  <a:pt x="622337" y="708772"/>
                </a:lnTo>
                <a:lnTo>
                  <a:pt x="605049" y="708772"/>
                </a:lnTo>
                <a:lnTo>
                  <a:pt x="587762" y="708772"/>
                </a:lnTo>
                <a:lnTo>
                  <a:pt x="587762" y="691485"/>
                </a:lnTo>
                <a:lnTo>
                  <a:pt x="605049" y="691485"/>
                </a:lnTo>
                <a:lnTo>
                  <a:pt x="622337" y="691485"/>
                </a:lnTo>
                <a:lnTo>
                  <a:pt x="622337" y="674198"/>
                </a:lnTo>
                <a:lnTo>
                  <a:pt x="639624" y="674198"/>
                </a:lnTo>
                <a:lnTo>
                  <a:pt x="656911" y="674198"/>
                </a:lnTo>
                <a:lnTo>
                  <a:pt x="656911" y="656911"/>
                </a:lnTo>
                <a:lnTo>
                  <a:pt x="639624" y="656911"/>
                </a:lnTo>
                <a:lnTo>
                  <a:pt x="639624" y="639624"/>
                </a:lnTo>
                <a:lnTo>
                  <a:pt x="622337" y="639624"/>
                </a:lnTo>
                <a:lnTo>
                  <a:pt x="605049" y="639624"/>
                </a:lnTo>
                <a:lnTo>
                  <a:pt x="605049" y="656911"/>
                </a:lnTo>
                <a:lnTo>
                  <a:pt x="587762" y="656911"/>
                </a:lnTo>
                <a:lnTo>
                  <a:pt x="570475" y="656911"/>
                </a:lnTo>
                <a:lnTo>
                  <a:pt x="553188" y="656911"/>
                </a:lnTo>
                <a:lnTo>
                  <a:pt x="553188" y="639624"/>
                </a:lnTo>
                <a:lnTo>
                  <a:pt x="553188" y="622337"/>
                </a:lnTo>
                <a:lnTo>
                  <a:pt x="535901" y="622337"/>
                </a:lnTo>
                <a:lnTo>
                  <a:pt x="518614" y="622337"/>
                </a:lnTo>
                <a:lnTo>
                  <a:pt x="518614" y="639624"/>
                </a:lnTo>
                <a:lnTo>
                  <a:pt x="501327" y="639624"/>
                </a:lnTo>
                <a:close/>
                <a:moveTo>
                  <a:pt x="570475" y="639624"/>
                </a:moveTo>
                <a:lnTo>
                  <a:pt x="587762" y="639624"/>
                </a:lnTo>
                <a:lnTo>
                  <a:pt x="587762" y="622337"/>
                </a:lnTo>
                <a:lnTo>
                  <a:pt x="570475" y="622337"/>
                </a:lnTo>
                <a:close/>
                <a:moveTo>
                  <a:pt x="449465" y="639624"/>
                </a:moveTo>
                <a:lnTo>
                  <a:pt x="449465" y="622337"/>
                </a:lnTo>
                <a:lnTo>
                  <a:pt x="466752" y="622337"/>
                </a:lnTo>
                <a:lnTo>
                  <a:pt x="466752" y="639624"/>
                </a:lnTo>
                <a:close/>
                <a:moveTo>
                  <a:pt x="553188" y="1365683"/>
                </a:moveTo>
                <a:lnTo>
                  <a:pt x="553188" y="1348396"/>
                </a:lnTo>
                <a:lnTo>
                  <a:pt x="553188" y="1331109"/>
                </a:lnTo>
                <a:lnTo>
                  <a:pt x="570475" y="1331109"/>
                </a:lnTo>
                <a:lnTo>
                  <a:pt x="570475" y="1348396"/>
                </a:lnTo>
                <a:lnTo>
                  <a:pt x="570475" y="1365683"/>
                </a:lnTo>
                <a:close/>
                <a:moveTo>
                  <a:pt x="622337" y="190158"/>
                </a:moveTo>
                <a:lnTo>
                  <a:pt x="622337" y="172871"/>
                </a:lnTo>
                <a:lnTo>
                  <a:pt x="622337" y="155584"/>
                </a:lnTo>
                <a:lnTo>
                  <a:pt x="605049" y="155584"/>
                </a:lnTo>
                <a:lnTo>
                  <a:pt x="605049" y="138297"/>
                </a:lnTo>
                <a:lnTo>
                  <a:pt x="622337" y="138297"/>
                </a:lnTo>
                <a:lnTo>
                  <a:pt x="622337" y="121010"/>
                </a:lnTo>
                <a:lnTo>
                  <a:pt x="639624" y="121010"/>
                </a:lnTo>
                <a:lnTo>
                  <a:pt x="639624" y="138297"/>
                </a:lnTo>
                <a:lnTo>
                  <a:pt x="639624" y="155584"/>
                </a:lnTo>
                <a:lnTo>
                  <a:pt x="656911" y="155584"/>
                </a:lnTo>
                <a:lnTo>
                  <a:pt x="656911" y="172871"/>
                </a:lnTo>
                <a:lnTo>
                  <a:pt x="656911" y="190158"/>
                </a:lnTo>
                <a:lnTo>
                  <a:pt x="656911" y="207446"/>
                </a:lnTo>
                <a:lnTo>
                  <a:pt x="674198" y="207446"/>
                </a:lnTo>
                <a:lnTo>
                  <a:pt x="674198" y="224733"/>
                </a:lnTo>
                <a:lnTo>
                  <a:pt x="674198" y="242020"/>
                </a:lnTo>
                <a:lnTo>
                  <a:pt x="656911" y="242020"/>
                </a:lnTo>
                <a:lnTo>
                  <a:pt x="656911" y="224733"/>
                </a:lnTo>
                <a:lnTo>
                  <a:pt x="639624" y="224733"/>
                </a:lnTo>
                <a:lnTo>
                  <a:pt x="639624" y="207446"/>
                </a:lnTo>
                <a:lnTo>
                  <a:pt x="622337" y="207446"/>
                </a:lnTo>
                <a:close/>
                <a:moveTo>
                  <a:pt x="639624" y="345743"/>
                </a:moveTo>
                <a:lnTo>
                  <a:pt x="639624" y="328455"/>
                </a:lnTo>
                <a:lnTo>
                  <a:pt x="639624" y="311168"/>
                </a:lnTo>
                <a:lnTo>
                  <a:pt x="622337" y="311168"/>
                </a:lnTo>
                <a:lnTo>
                  <a:pt x="622337" y="293881"/>
                </a:lnTo>
                <a:lnTo>
                  <a:pt x="605049" y="293881"/>
                </a:lnTo>
                <a:lnTo>
                  <a:pt x="605049" y="276594"/>
                </a:lnTo>
                <a:lnTo>
                  <a:pt x="622337" y="276594"/>
                </a:lnTo>
                <a:lnTo>
                  <a:pt x="639624" y="276594"/>
                </a:lnTo>
                <a:lnTo>
                  <a:pt x="656911" y="276594"/>
                </a:lnTo>
                <a:lnTo>
                  <a:pt x="674198" y="276594"/>
                </a:lnTo>
                <a:lnTo>
                  <a:pt x="674198" y="293881"/>
                </a:lnTo>
                <a:lnTo>
                  <a:pt x="656911" y="293881"/>
                </a:lnTo>
                <a:lnTo>
                  <a:pt x="656911" y="311168"/>
                </a:lnTo>
                <a:lnTo>
                  <a:pt x="656911" y="328455"/>
                </a:lnTo>
                <a:lnTo>
                  <a:pt x="656911" y="345743"/>
                </a:lnTo>
                <a:lnTo>
                  <a:pt x="674198" y="345743"/>
                </a:lnTo>
                <a:lnTo>
                  <a:pt x="674198" y="363030"/>
                </a:lnTo>
                <a:lnTo>
                  <a:pt x="691485" y="363030"/>
                </a:lnTo>
                <a:lnTo>
                  <a:pt x="691485" y="380317"/>
                </a:lnTo>
                <a:lnTo>
                  <a:pt x="691485" y="397604"/>
                </a:lnTo>
                <a:lnTo>
                  <a:pt x="674198" y="397604"/>
                </a:lnTo>
                <a:lnTo>
                  <a:pt x="674198" y="380317"/>
                </a:lnTo>
                <a:lnTo>
                  <a:pt x="656911" y="380317"/>
                </a:lnTo>
                <a:lnTo>
                  <a:pt x="656911" y="363030"/>
                </a:lnTo>
                <a:lnTo>
                  <a:pt x="639624" y="363030"/>
                </a:lnTo>
                <a:close/>
                <a:moveTo>
                  <a:pt x="570475" y="397604"/>
                </a:moveTo>
                <a:lnTo>
                  <a:pt x="587762" y="397604"/>
                </a:lnTo>
                <a:lnTo>
                  <a:pt x="587762" y="380317"/>
                </a:lnTo>
                <a:lnTo>
                  <a:pt x="587762" y="363030"/>
                </a:lnTo>
                <a:lnTo>
                  <a:pt x="587762" y="345743"/>
                </a:lnTo>
                <a:lnTo>
                  <a:pt x="605049" y="345743"/>
                </a:lnTo>
                <a:lnTo>
                  <a:pt x="605049" y="363030"/>
                </a:lnTo>
                <a:lnTo>
                  <a:pt x="622337" y="363030"/>
                </a:lnTo>
                <a:lnTo>
                  <a:pt x="622337" y="380317"/>
                </a:lnTo>
                <a:lnTo>
                  <a:pt x="622337" y="397604"/>
                </a:lnTo>
                <a:lnTo>
                  <a:pt x="605049" y="397604"/>
                </a:lnTo>
                <a:lnTo>
                  <a:pt x="605049" y="414891"/>
                </a:lnTo>
                <a:lnTo>
                  <a:pt x="587762" y="414891"/>
                </a:lnTo>
                <a:lnTo>
                  <a:pt x="587762" y="432178"/>
                </a:lnTo>
                <a:lnTo>
                  <a:pt x="570475" y="432178"/>
                </a:lnTo>
                <a:lnTo>
                  <a:pt x="570475" y="414891"/>
                </a:lnTo>
                <a:close/>
                <a:moveTo>
                  <a:pt x="674198" y="518614"/>
                </a:moveTo>
                <a:lnTo>
                  <a:pt x="656911" y="518614"/>
                </a:lnTo>
                <a:lnTo>
                  <a:pt x="656911" y="535901"/>
                </a:lnTo>
                <a:lnTo>
                  <a:pt x="639624" y="535901"/>
                </a:lnTo>
                <a:lnTo>
                  <a:pt x="639624" y="518614"/>
                </a:lnTo>
                <a:lnTo>
                  <a:pt x="639624" y="501327"/>
                </a:lnTo>
                <a:lnTo>
                  <a:pt x="656911" y="501327"/>
                </a:lnTo>
                <a:lnTo>
                  <a:pt x="656911" y="484040"/>
                </a:lnTo>
                <a:lnTo>
                  <a:pt x="674198" y="484040"/>
                </a:lnTo>
                <a:lnTo>
                  <a:pt x="691485" y="484040"/>
                </a:lnTo>
                <a:lnTo>
                  <a:pt x="691485" y="501327"/>
                </a:lnTo>
                <a:lnTo>
                  <a:pt x="674198" y="501327"/>
                </a:lnTo>
                <a:close/>
                <a:moveTo>
                  <a:pt x="622337" y="1365683"/>
                </a:moveTo>
                <a:lnTo>
                  <a:pt x="605049" y="1365683"/>
                </a:lnTo>
                <a:lnTo>
                  <a:pt x="605049" y="1348396"/>
                </a:lnTo>
                <a:lnTo>
                  <a:pt x="605049" y="1331109"/>
                </a:lnTo>
                <a:lnTo>
                  <a:pt x="622337" y="1331109"/>
                </a:lnTo>
                <a:lnTo>
                  <a:pt x="622337" y="1348396"/>
                </a:lnTo>
                <a:close/>
                <a:moveTo>
                  <a:pt x="708772" y="276594"/>
                </a:moveTo>
                <a:lnTo>
                  <a:pt x="691485" y="276594"/>
                </a:lnTo>
                <a:lnTo>
                  <a:pt x="691485" y="259307"/>
                </a:lnTo>
                <a:lnTo>
                  <a:pt x="708772" y="259307"/>
                </a:lnTo>
                <a:close/>
                <a:moveTo>
                  <a:pt x="760634" y="328455"/>
                </a:moveTo>
                <a:lnTo>
                  <a:pt x="743347" y="328455"/>
                </a:lnTo>
                <a:lnTo>
                  <a:pt x="743347" y="311168"/>
                </a:lnTo>
                <a:lnTo>
                  <a:pt x="760634" y="311168"/>
                </a:lnTo>
                <a:close/>
                <a:moveTo>
                  <a:pt x="708772" y="466752"/>
                </a:moveTo>
                <a:lnTo>
                  <a:pt x="708772" y="449465"/>
                </a:lnTo>
                <a:lnTo>
                  <a:pt x="708772" y="432178"/>
                </a:lnTo>
                <a:lnTo>
                  <a:pt x="708772" y="414891"/>
                </a:lnTo>
                <a:lnTo>
                  <a:pt x="708772" y="397604"/>
                </a:lnTo>
                <a:lnTo>
                  <a:pt x="726059" y="397604"/>
                </a:lnTo>
                <a:lnTo>
                  <a:pt x="726059" y="380317"/>
                </a:lnTo>
                <a:lnTo>
                  <a:pt x="743347" y="380317"/>
                </a:lnTo>
                <a:lnTo>
                  <a:pt x="743347" y="363030"/>
                </a:lnTo>
                <a:lnTo>
                  <a:pt x="760634" y="363030"/>
                </a:lnTo>
                <a:lnTo>
                  <a:pt x="760634" y="380317"/>
                </a:lnTo>
                <a:lnTo>
                  <a:pt x="760634" y="397604"/>
                </a:lnTo>
                <a:lnTo>
                  <a:pt x="760634" y="414891"/>
                </a:lnTo>
                <a:lnTo>
                  <a:pt x="743347" y="414891"/>
                </a:lnTo>
                <a:lnTo>
                  <a:pt x="743347" y="432178"/>
                </a:lnTo>
                <a:lnTo>
                  <a:pt x="726059" y="432178"/>
                </a:lnTo>
                <a:lnTo>
                  <a:pt x="726059" y="449465"/>
                </a:lnTo>
                <a:lnTo>
                  <a:pt x="726059" y="466752"/>
                </a:lnTo>
                <a:close/>
                <a:moveTo>
                  <a:pt x="777921" y="518614"/>
                </a:moveTo>
                <a:lnTo>
                  <a:pt x="777921" y="535901"/>
                </a:lnTo>
                <a:lnTo>
                  <a:pt x="760634" y="535901"/>
                </a:lnTo>
                <a:lnTo>
                  <a:pt x="743347" y="535901"/>
                </a:lnTo>
                <a:lnTo>
                  <a:pt x="743347" y="518614"/>
                </a:lnTo>
                <a:lnTo>
                  <a:pt x="760634" y="518614"/>
                </a:lnTo>
                <a:close/>
                <a:moveTo>
                  <a:pt x="674198" y="777921"/>
                </a:moveTo>
                <a:lnTo>
                  <a:pt x="674198" y="760634"/>
                </a:lnTo>
                <a:lnTo>
                  <a:pt x="691485" y="760634"/>
                </a:lnTo>
                <a:lnTo>
                  <a:pt x="691485" y="777921"/>
                </a:lnTo>
                <a:close/>
                <a:moveTo>
                  <a:pt x="743347" y="777921"/>
                </a:moveTo>
                <a:lnTo>
                  <a:pt x="743347" y="795208"/>
                </a:lnTo>
                <a:lnTo>
                  <a:pt x="760634" y="795208"/>
                </a:lnTo>
                <a:lnTo>
                  <a:pt x="760634" y="812495"/>
                </a:lnTo>
                <a:lnTo>
                  <a:pt x="760634" y="829782"/>
                </a:lnTo>
                <a:lnTo>
                  <a:pt x="743347" y="829782"/>
                </a:lnTo>
                <a:lnTo>
                  <a:pt x="726059" y="829782"/>
                </a:lnTo>
                <a:lnTo>
                  <a:pt x="726059" y="812495"/>
                </a:lnTo>
                <a:lnTo>
                  <a:pt x="726059" y="795208"/>
                </a:lnTo>
                <a:lnTo>
                  <a:pt x="726059" y="777921"/>
                </a:lnTo>
                <a:close/>
                <a:moveTo>
                  <a:pt x="812495" y="380317"/>
                </a:moveTo>
                <a:lnTo>
                  <a:pt x="795208" y="380317"/>
                </a:lnTo>
                <a:lnTo>
                  <a:pt x="795208" y="363030"/>
                </a:lnTo>
                <a:lnTo>
                  <a:pt x="795208" y="345743"/>
                </a:lnTo>
                <a:lnTo>
                  <a:pt x="812495" y="345743"/>
                </a:lnTo>
                <a:lnTo>
                  <a:pt x="812495" y="363030"/>
                </a:lnTo>
                <a:close/>
                <a:moveTo>
                  <a:pt x="795208" y="535901"/>
                </a:moveTo>
                <a:lnTo>
                  <a:pt x="795208" y="518614"/>
                </a:lnTo>
                <a:lnTo>
                  <a:pt x="777921" y="518614"/>
                </a:lnTo>
                <a:lnTo>
                  <a:pt x="777921" y="501327"/>
                </a:lnTo>
                <a:lnTo>
                  <a:pt x="777921" y="484040"/>
                </a:lnTo>
                <a:lnTo>
                  <a:pt x="777921" y="466752"/>
                </a:lnTo>
                <a:lnTo>
                  <a:pt x="777921" y="449465"/>
                </a:lnTo>
                <a:lnTo>
                  <a:pt x="795208" y="449465"/>
                </a:lnTo>
                <a:lnTo>
                  <a:pt x="812495" y="449465"/>
                </a:lnTo>
                <a:lnTo>
                  <a:pt x="829782" y="449465"/>
                </a:lnTo>
                <a:lnTo>
                  <a:pt x="847069" y="449465"/>
                </a:lnTo>
                <a:lnTo>
                  <a:pt x="847069" y="466752"/>
                </a:lnTo>
                <a:lnTo>
                  <a:pt x="847069" y="484040"/>
                </a:lnTo>
                <a:lnTo>
                  <a:pt x="829782" y="484040"/>
                </a:lnTo>
                <a:lnTo>
                  <a:pt x="829782" y="501327"/>
                </a:lnTo>
                <a:lnTo>
                  <a:pt x="829782" y="518614"/>
                </a:lnTo>
                <a:lnTo>
                  <a:pt x="812495" y="518614"/>
                </a:lnTo>
                <a:lnTo>
                  <a:pt x="812495" y="535901"/>
                </a:lnTo>
                <a:close/>
                <a:moveTo>
                  <a:pt x="968079" y="535901"/>
                </a:moveTo>
                <a:lnTo>
                  <a:pt x="950792" y="535901"/>
                </a:lnTo>
                <a:lnTo>
                  <a:pt x="950792" y="553188"/>
                </a:lnTo>
                <a:lnTo>
                  <a:pt x="933505" y="553188"/>
                </a:lnTo>
                <a:lnTo>
                  <a:pt x="933505" y="535901"/>
                </a:lnTo>
                <a:lnTo>
                  <a:pt x="916218" y="535901"/>
                </a:lnTo>
                <a:lnTo>
                  <a:pt x="916218" y="518614"/>
                </a:lnTo>
                <a:lnTo>
                  <a:pt x="916218" y="501327"/>
                </a:lnTo>
                <a:lnTo>
                  <a:pt x="933505" y="501327"/>
                </a:lnTo>
                <a:lnTo>
                  <a:pt x="950792" y="501327"/>
                </a:lnTo>
                <a:lnTo>
                  <a:pt x="950792" y="518614"/>
                </a:lnTo>
                <a:lnTo>
                  <a:pt x="968079" y="518614"/>
                </a:lnTo>
                <a:close/>
                <a:moveTo>
                  <a:pt x="812495" y="587762"/>
                </a:moveTo>
                <a:lnTo>
                  <a:pt x="795208" y="587762"/>
                </a:lnTo>
                <a:lnTo>
                  <a:pt x="795208" y="570475"/>
                </a:lnTo>
                <a:lnTo>
                  <a:pt x="795208" y="553188"/>
                </a:lnTo>
                <a:lnTo>
                  <a:pt x="812495" y="553188"/>
                </a:lnTo>
                <a:lnTo>
                  <a:pt x="812495" y="570475"/>
                </a:lnTo>
                <a:close/>
                <a:moveTo>
                  <a:pt x="1002653" y="605049"/>
                </a:moveTo>
                <a:lnTo>
                  <a:pt x="985366" y="605049"/>
                </a:lnTo>
                <a:lnTo>
                  <a:pt x="968079" y="605049"/>
                </a:lnTo>
                <a:lnTo>
                  <a:pt x="968079" y="587762"/>
                </a:lnTo>
                <a:lnTo>
                  <a:pt x="950792" y="587762"/>
                </a:lnTo>
                <a:lnTo>
                  <a:pt x="950792" y="570475"/>
                </a:lnTo>
                <a:lnTo>
                  <a:pt x="968079" y="570475"/>
                </a:lnTo>
                <a:lnTo>
                  <a:pt x="968079" y="553188"/>
                </a:lnTo>
                <a:lnTo>
                  <a:pt x="985366" y="553188"/>
                </a:lnTo>
                <a:lnTo>
                  <a:pt x="985366" y="570475"/>
                </a:lnTo>
                <a:lnTo>
                  <a:pt x="1002653" y="570475"/>
                </a:lnTo>
                <a:lnTo>
                  <a:pt x="1002653" y="587762"/>
                </a:lnTo>
                <a:close/>
                <a:moveTo>
                  <a:pt x="968079" y="639624"/>
                </a:moveTo>
                <a:lnTo>
                  <a:pt x="968079" y="622337"/>
                </a:lnTo>
                <a:lnTo>
                  <a:pt x="985366" y="622337"/>
                </a:lnTo>
                <a:lnTo>
                  <a:pt x="985366" y="639624"/>
                </a:lnTo>
                <a:lnTo>
                  <a:pt x="985366" y="656911"/>
                </a:lnTo>
                <a:lnTo>
                  <a:pt x="968079" y="656911"/>
                </a:lnTo>
                <a:close/>
                <a:moveTo>
                  <a:pt x="933505" y="639624"/>
                </a:moveTo>
                <a:lnTo>
                  <a:pt x="933505" y="656911"/>
                </a:lnTo>
                <a:lnTo>
                  <a:pt x="933505" y="674198"/>
                </a:lnTo>
                <a:lnTo>
                  <a:pt x="933505" y="691485"/>
                </a:lnTo>
                <a:lnTo>
                  <a:pt x="933505" y="708772"/>
                </a:lnTo>
                <a:lnTo>
                  <a:pt x="916218" y="708772"/>
                </a:lnTo>
                <a:lnTo>
                  <a:pt x="916218" y="726059"/>
                </a:lnTo>
                <a:lnTo>
                  <a:pt x="916218" y="743347"/>
                </a:lnTo>
                <a:lnTo>
                  <a:pt x="898931" y="743347"/>
                </a:lnTo>
                <a:lnTo>
                  <a:pt x="881644" y="743347"/>
                </a:lnTo>
                <a:lnTo>
                  <a:pt x="881644" y="726059"/>
                </a:lnTo>
                <a:lnTo>
                  <a:pt x="881644" y="708772"/>
                </a:lnTo>
                <a:lnTo>
                  <a:pt x="898931" y="708772"/>
                </a:lnTo>
                <a:lnTo>
                  <a:pt x="898931" y="691485"/>
                </a:lnTo>
                <a:lnTo>
                  <a:pt x="898931" y="674198"/>
                </a:lnTo>
                <a:lnTo>
                  <a:pt x="898931" y="656911"/>
                </a:lnTo>
                <a:lnTo>
                  <a:pt x="898931" y="639624"/>
                </a:lnTo>
                <a:lnTo>
                  <a:pt x="916218" y="639624"/>
                </a:lnTo>
                <a:close/>
                <a:moveTo>
                  <a:pt x="968079" y="708772"/>
                </a:moveTo>
                <a:lnTo>
                  <a:pt x="968079" y="691485"/>
                </a:lnTo>
                <a:lnTo>
                  <a:pt x="985366" y="691485"/>
                </a:lnTo>
                <a:lnTo>
                  <a:pt x="985366" y="708772"/>
                </a:lnTo>
                <a:close/>
                <a:moveTo>
                  <a:pt x="795208" y="743347"/>
                </a:moveTo>
                <a:lnTo>
                  <a:pt x="812495" y="743347"/>
                </a:lnTo>
                <a:lnTo>
                  <a:pt x="812495" y="726059"/>
                </a:lnTo>
                <a:lnTo>
                  <a:pt x="812495" y="708772"/>
                </a:lnTo>
                <a:lnTo>
                  <a:pt x="829782" y="708772"/>
                </a:lnTo>
                <a:lnTo>
                  <a:pt x="829782" y="691485"/>
                </a:lnTo>
                <a:lnTo>
                  <a:pt x="847069" y="691485"/>
                </a:lnTo>
                <a:lnTo>
                  <a:pt x="864356" y="691485"/>
                </a:lnTo>
                <a:lnTo>
                  <a:pt x="864356" y="708772"/>
                </a:lnTo>
                <a:lnTo>
                  <a:pt x="864356" y="726059"/>
                </a:lnTo>
                <a:lnTo>
                  <a:pt x="864356" y="743347"/>
                </a:lnTo>
                <a:lnTo>
                  <a:pt x="881644" y="743347"/>
                </a:lnTo>
                <a:lnTo>
                  <a:pt x="881644" y="760634"/>
                </a:lnTo>
                <a:lnTo>
                  <a:pt x="864356" y="760634"/>
                </a:lnTo>
                <a:lnTo>
                  <a:pt x="864356" y="777921"/>
                </a:lnTo>
                <a:lnTo>
                  <a:pt x="847069" y="777921"/>
                </a:lnTo>
                <a:lnTo>
                  <a:pt x="829782" y="777921"/>
                </a:lnTo>
                <a:lnTo>
                  <a:pt x="812495" y="777921"/>
                </a:lnTo>
                <a:lnTo>
                  <a:pt x="812495" y="760634"/>
                </a:lnTo>
                <a:lnTo>
                  <a:pt x="795208" y="760634"/>
                </a:lnTo>
                <a:close/>
                <a:moveTo>
                  <a:pt x="933505" y="812495"/>
                </a:moveTo>
                <a:lnTo>
                  <a:pt x="933505" y="795208"/>
                </a:lnTo>
                <a:lnTo>
                  <a:pt x="950792" y="795208"/>
                </a:lnTo>
                <a:lnTo>
                  <a:pt x="950792" y="777921"/>
                </a:lnTo>
                <a:lnTo>
                  <a:pt x="968079" y="777921"/>
                </a:lnTo>
                <a:lnTo>
                  <a:pt x="968079" y="760634"/>
                </a:lnTo>
                <a:lnTo>
                  <a:pt x="968079" y="743347"/>
                </a:lnTo>
                <a:lnTo>
                  <a:pt x="968079" y="726059"/>
                </a:lnTo>
                <a:lnTo>
                  <a:pt x="985366" y="726059"/>
                </a:lnTo>
                <a:lnTo>
                  <a:pt x="1002653" y="726059"/>
                </a:lnTo>
                <a:lnTo>
                  <a:pt x="1002653" y="743347"/>
                </a:lnTo>
                <a:lnTo>
                  <a:pt x="1002653" y="760634"/>
                </a:lnTo>
                <a:lnTo>
                  <a:pt x="1002653" y="777921"/>
                </a:lnTo>
                <a:lnTo>
                  <a:pt x="1002653" y="795208"/>
                </a:lnTo>
                <a:lnTo>
                  <a:pt x="1019941" y="795208"/>
                </a:lnTo>
                <a:lnTo>
                  <a:pt x="1019941" y="812495"/>
                </a:lnTo>
                <a:lnTo>
                  <a:pt x="1037228" y="812495"/>
                </a:lnTo>
                <a:lnTo>
                  <a:pt x="1054515" y="812495"/>
                </a:lnTo>
                <a:lnTo>
                  <a:pt x="1071802" y="812495"/>
                </a:lnTo>
                <a:lnTo>
                  <a:pt x="1071802" y="795208"/>
                </a:lnTo>
                <a:lnTo>
                  <a:pt x="1089089" y="795208"/>
                </a:lnTo>
                <a:lnTo>
                  <a:pt x="1089089" y="777921"/>
                </a:lnTo>
                <a:lnTo>
                  <a:pt x="1106376" y="777921"/>
                </a:lnTo>
                <a:lnTo>
                  <a:pt x="1123663" y="777921"/>
                </a:lnTo>
                <a:lnTo>
                  <a:pt x="1123663" y="760634"/>
                </a:lnTo>
                <a:lnTo>
                  <a:pt x="1140950" y="760634"/>
                </a:lnTo>
                <a:lnTo>
                  <a:pt x="1158238" y="760634"/>
                </a:lnTo>
                <a:lnTo>
                  <a:pt x="1175525" y="760634"/>
                </a:lnTo>
                <a:lnTo>
                  <a:pt x="1192812" y="760634"/>
                </a:lnTo>
                <a:lnTo>
                  <a:pt x="1210099" y="760634"/>
                </a:lnTo>
                <a:lnTo>
                  <a:pt x="1210099" y="743347"/>
                </a:lnTo>
                <a:lnTo>
                  <a:pt x="1227386" y="743347"/>
                </a:lnTo>
                <a:lnTo>
                  <a:pt x="1227386" y="726059"/>
                </a:lnTo>
                <a:lnTo>
                  <a:pt x="1210099" y="726059"/>
                </a:lnTo>
                <a:lnTo>
                  <a:pt x="1210099" y="708772"/>
                </a:lnTo>
                <a:lnTo>
                  <a:pt x="1210099" y="691485"/>
                </a:lnTo>
                <a:lnTo>
                  <a:pt x="1192812" y="691485"/>
                </a:lnTo>
                <a:lnTo>
                  <a:pt x="1192812" y="674198"/>
                </a:lnTo>
                <a:lnTo>
                  <a:pt x="1192812" y="656911"/>
                </a:lnTo>
                <a:lnTo>
                  <a:pt x="1210099" y="656911"/>
                </a:lnTo>
                <a:lnTo>
                  <a:pt x="1227386" y="656911"/>
                </a:lnTo>
                <a:lnTo>
                  <a:pt x="1227386" y="674198"/>
                </a:lnTo>
                <a:lnTo>
                  <a:pt x="1227386" y="691485"/>
                </a:lnTo>
                <a:lnTo>
                  <a:pt x="1244673" y="691485"/>
                </a:lnTo>
                <a:lnTo>
                  <a:pt x="1244673" y="708772"/>
                </a:lnTo>
                <a:lnTo>
                  <a:pt x="1244673" y="726059"/>
                </a:lnTo>
                <a:lnTo>
                  <a:pt x="1244673" y="743347"/>
                </a:lnTo>
                <a:lnTo>
                  <a:pt x="1244673" y="760634"/>
                </a:lnTo>
                <a:lnTo>
                  <a:pt x="1244673" y="777921"/>
                </a:lnTo>
                <a:lnTo>
                  <a:pt x="1227386" y="777921"/>
                </a:lnTo>
                <a:lnTo>
                  <a:pt x="1210099" y="777921"/>
                </a:lnTo>
                <a:lnTo>
                  <a:pt x="1210099" y="795208"/>
                </a:lnTo>
                <a:lnTo>
                  <a:pt x="1192812" y="795208"/>
                </a:lnTo>
                <a:lnTo>
                  <a:pt x="1175525" y="795208"/>
                </a:lnTo>
                <a:lnTo>
                  <a:pt x="1158238" y="795208"/>
                </a:lnTo>
                <a:lnTo>
                  <a:pt x="1140950" y="795208"/>
                </a:lnTo>
                <a:lnTo>
                  <a:pt x="1140950" y="812495"/>
                </a:lnTo>
                <a:lnTo>
                  <a:pt x="1140950" y="829782"/>
                </a:lnTo>
                <a:lnTo>
                  <a:pt x="1123663" y="829782"/>
                </a:lnTo>
                <a:lnTo>
                  <a:pt x="1106376" y="829782"/>
                </a:lnTo>
                <a:lnTo>
                  <a:pt x="1089089" y="829782"/>
                </a:lnTo>
                <a:lnTo>
                  <a:pt x="1089089" y="847069"/>
                </a:lnTo>
                <a:lnTo>
                  <a:pt x="1071802" y="847069"/>
                </a:lnTo>
                <a:lnTo>
                  <a:pt x="1054515" y="847069"/>
                </a:lnTo>
                <a:lnTo>
                  <a:pt x="1037228" y="847069"/>
                </a:lnTo>
                <a:lnTo>
                  <a:pt x="1019941" y="847069"/>
                </a:lnTo>
                <a:lnTo>
                  <a:pt x="1019941" y="829782"/>
                </a:lnTo>
                <a:lnTo>
                  <a:pt x="1002653" y="829782"/>
                </a:lnTo>
                <a:lnTo>
                  <a:pt x="985366" y="829782"/>
                </a:lnTo>
                <a:lnTo>
                  <a:pt x="968079" y="829782"/>
                </a:lnTo>
                <a:lnTo>
                  <a:pt x="968079" y="847069"/>
                </a:lnTo>
                <a:lnTo>
                  <a:pt x="950792" y="847069"/>
                </a:lnTo>
                <a:lnTo>
                  <a:pt x="933505" y="847069"/>
                </a:lnTo>
                <a:lnTo>
                  <a:pt x="916218" y="847069"/>
                </a:lnTo>
                <a:lnTo>
                  <a:pt x="916218" y="829782"/>
                </a:lnTo>
                <a:lnTo>
                  <a:pt x="916218" y="812495"/>
                </a:lnTo>
                <a:close/>
                <a:moveTo>
                  <a:pt x="847069" y="847069"/>
                </a:moveTo>
                <a:lnTo>
                  <a:pt x="847069" y="829782"/>
                </a:lnTo>
                <a:lnTo>
                  <a:pt x="847069" y="812495"/>
                </a:lnTo>
                <a:lnTo>
                  <a:pt x="829782" y="812495"/>
                </a:lnTo>
                <a:lnTo>
                  <a:pt x="812495" y="812495"/>
                </a:lnTo>
                <a:lnTo>
                  <a:pt x="812495" y="795208"/>
                </a:lnTo>
                <a:lnTo>
                  <a:pt x="829782" y="795208"/>
                </a:lnTo>
                <a:lnTo>
                  <a:pt x="847069" y="795208"/>
                </a:lnTo>
                <a:lnTo>
                  <a:pt x="864356" y="795208"/>
                </a:lnTo>
                <a:lnTo>
                  <a:pt x="864356" y="812495"/>
                </a:lnTo>
                <a:lnTo>
                  <a:pt x="881644" y="812495"/>
                </a:lnTo>
                <a:lnTo>
                  <a:pt x="881644" y="829782"/>
                </a:lnTo>
                <a:lnTo>
                  <a:pt x="881644" y="847069"/>
                </a:lnTo>
                <a:lnTo>
                  <a:pt x="864356" y="847069"/>
                </a:lnTo>
                <a:lnTo>
                  <a:pt x="864356" y="864356"/>
                </a:lnTo>
                <a:lnTo>
                  <a:pt x="847069" y="864356"/>
                </a:lnTo>
                <a:lnTo>
                  <a:pt x="829782" y="864356"/>
                </a:lnTo>
                <a:lnTo>
                  <a:pt x="812495" y="864356"/>
                </a:lnTo>
                <a:lnTo>
                  <a:pt x="812495" y="847069"/>
                </a:lnTo>
                <a:lnTo>
                  <a:pt x="795208" y="847069"/>
                </a:lnTo>
                <a:lnTo>
                  <a:pt x="795208" y="829782"/>
                </a:lnTo>
                <a:lnTo>
                  <a:pt x="812495" y="829782"/>
                </a:lnTo>
                <a:lnTo>
                  <a:pt x="829782" y="829782"/>
                </a:lnTo>
                <a:lnTo>
                  <a:pt x="829782" y="847069"/>
                </a:lnTo>
                <a:close/>
                <a:moveTo>
                  <a:pt x="1521267" y="380317"/>
                </a:moveTo>
                <a:lnTo>
                  <a:pt x="1503980" y="380317"/>
                </a:lnTo>
                <a:lnTo>
                  <a:pt x="1503980" y="363030"/>
                </a:lnTo>
                <a:lnTo>
                  <a:pt x="1503980" y="345743"/>
                </a:lnTo>
                <a:lnTo>
                  <a:pt x="1521267" y="345743"/>
                </a:lnTo>
                <a:lnTo>
                  <a:pt x="1521267" y="328455"/>
                </a:lnTo>
                <a:lnTo>
                  <a:pt x="1538554" y="328455"/>
                </a:lnTo>
                <a:lnTo>
                  <a:pt x="1555842" y="328455"/>
                </a:lnTo>
                <a:lnTo>
                  <a:pt x="1555842" y="345743"/>
                </a:lnTo>
                <a:lnTo>
                  <a:pt x="1538554" y="345743"/>
                </a:lnTo>
                <a:lnTo>
                  <a:pt x="1538554" y="363030"/>
                </a:lnTo>
                <a:lnTo>
                  <a:pt x="1538554" y="380317"/>
                </a:lnTo>
                <a:close/>
                <a:moveTo>
                  <a:pt x="1434832" y="432178"/>
                </a:moveTo>
                <a:lnTo>
                  <a:pt x="1434832" y="414891"/>
                </a:lnTo>
                <a:lnTo>
                  <a:pt x="1434832" y="397604"/>
                </a:lnTo>
                <a:lnTo>
                  <a:pt x="1452119" y="397604"/>
                </a:lnTo>
                <a:lnTo>
                  <a:pt x="1469406" y="397604"/>
                </a:lnTo>
                <a:lnTo>
                  <a:pt x="1486693" y="397604"/>
                </a:lnTo>
                <a:lnTo>
                  <a:pt x="1486693" y="414891"/>
                </a:lnTo>
                <a:lnTo>
                  <a:pt x="1486693" y="432178"/>
                </a:lnTo>
                <a:lnTo>
                  <a:pt x="1469406" y="432178"/>
                </a:lnTo>
                <a:lnTo>
                  <a:pt x="1469406" y="449465"/>
                </a:lnTo>
                <a:lnTo>
                  <a:pt x="1469406" y="466752"/>
                </a:lnTo>
                <a:lnTo>
                  <a:pt x="1452119" y="466752"/>
                </a:lnTo>
                <a:lnTo>
                  <a:pt x="1452119" y="484040"/>
                </a:lnTo>
                <a:lnTo>
                  <a:pt x="1452119" y="501327"/>
                </a:lnTo>
                <a:lnTo>
                  <a:pt x="1434832" y="501327"/>
                </a:lnTo>
                <a:lnTo>
                  <a:pt x="1434832" y="518614"/>
                </a:lnTo>
                <a:lnTo>
                  <a:pt x="1417544" y="518614"/>
                </a:lnTo>
                <a:lnTo>
                  <a:pt x="1417544" y="535901"/>
                </a:lnTo>
                <a:lnTo>
                  <a:pt x="1400257" y="535901"/>
                </a:lnTo>
                <a:lnTo>
                  <a:pt x="1382970" y="535901"/>
                </a:lnTo>
                <a:lnTo>
                  <a:pt x="1382970" y="553188"/>
                </a:lnTo>
                <a:lnTo>
                  <a:pt x="1365683" y="553188"/>
                </a:lnTo>
                <a:lnTo>
                  <a:pt x="1348396" y="553188"/>
                </a:lnTo>
                <a:lnTo>
                  <a:pt x="1331109" y="553188"/>
                </a:lnTo>
                <a:lnTo>
                  <a:pt x="1331109" y="570475"/>
                </a:lnTo>
                <a:lnTo>
                  <a:pt x="1331109" y="587762"/>
                </a:lnTo>
                <a:lnTo>
                  <a:pt x="1313822" y="587762"/>
                </a:lnTo>
                <a:lnTo>
                  <a:pt x="1313822" y="605049"/>
                </a:lnTo>
                <a:lnTo>
                  <a:pt x="1313822" y="622337"/>
                </a:lnTo>
                <a:lnTo>
                  <a:pt x="1331109" y="622337"/>
                </a:lnTo>
                <a:lnTo>
                  <a:pt x="1331109" y="639624"/>
                </a:lnTo>
                <a:lnTo>
                  <a:pt x="1313822" y="639624"/>
                </a:lnTo>
                <a:lnTo>
                  <a:pt x="1296535" y="639624"/>
                </a:lnTo>
                <a:lnTo>
                  <a:pt x="1296535" y="622337"/>
                </a:lnTo>
                <a:lnTo>
                  <a:pt x="1296535" y="605049"/>
                </a:lnTo>
                <a:lnTo>
                  <a:pt x="1279247" y="605049"/>
                </a:lnTo>
                <a:lnTo>
                  <a:pt x="1279247" y="587762"/>
                </a:lnTo>
                <a:lnTo>
                  <a:pt x="1296535" y="587762"/>
                </a:lnTo>
                <a:lnTo>
                  <a:pt x="1296535" y="570475"/>
                </a:lnTo>
                <a:lnTo>
                  <a:pt x="1296535" y="553188"/>
                </a:lnTo>
                <a:lnTo>
                  <a:pt x="1296535" y="535901"/>
                </a:lnTo>
                <a:lnTo>
                  <a:pt x="1313822" y="535901"/>
                </a:lnTo>
                <a:lnTo>
                  <a:pt x="1313822" y="518614"/>
                </a:lnTo>
                <a:lnTo>
                  <a:pt x="1331109" y="518614"/>
                </a:lnTo>
                <a:lnTo>
                  <a:pt x="1348396" y="518614"/>
                </a:lnTo>
                <a:lnTo>
                  <a:pt x="1348396" y="535901"/>
                </a:lnTo>
                <a:lnTo>
                  <a:pt x="1365683" y="535901"/>
                </a:lnTo>
                <a:lnTo>
                  <a:pt x="1365683" y="518614"/>
                </a:lnTo>
                <a:lnTo>
                  <a:pt x="1365683" y="501327"/>
                </a:lnTo>
                <a:lnTo>
                  <a:pt x="1348396" y="501327"/>
                </a:lnTo>
                <a:lnTo>
                  <a:pt x="1348396" y="484040"/>
                </a:lnTo>
                <a:lnTo>
                  <a:pt x="1365683" y="484040"/>
                </a:lnTo>
                <a:lnTo>
                  <a:pt x="1382970" y="484040"/>
                </a:lnTo>
                <a:lnTo>
                  <a:pt x="1400257" y="484040"/>
                </a:lnTo>
                <a:lnTo>
                  <a:pt x="1417544" y="484040"/>
                </a:lnTo>
                <a:lnTo>
                  <a:pt x="1417544" y="466752"/>
                </a:lnTo>
                <a:lnTo>
                  <a:pt x="1417544" y="449465"/>
                </a:lnTo>
                <a:lnTo>
                  <a:pt x="1434832" y="449465"/>
                </a:lnTo>
                <a:close/>
                <a:moveTo>
                  <a:pt x="1503980" y="553188"/>
                </a:moveTo>
                <a:lnTo>
                  <a:pt x="1486693" y="553188"/>
                </a:lnTo>
                <a:lnTo>
                  <a:pt x="1486693" y="535901"/>
                </a:lnTo>
                <a:lnTo>
                  <a:pt x="1503980" y="535901"/>
                </a:lnTo>
                <a:close/>
                <a:moveTo>
                  <a:pt x="1434832" y="691485"/>
                </a:moveTo>
                <a:lnTo>
                  <a:pt x="1452119" y="691485"/>
                </a:lnTo>
                <a:lnTo>
                  <a:pt x="1469406" y="691485"/>
                </a:lnTo>
                <a:lnTo>
                  <a:pt x="1469406" y="674198"/>
                </a:lnTo>
                <a:lnTo>
                  <a:pt x="1486693" y="674198"/>
                </a:lnTo>
                <a:lnTo>
                  <a:pt x="1486693" y="656911"/>
                </a:lnTo>
                <a:lnTo>
                  <a:pt x="1486693" y="639624"/>
                </a:lnTo>
                <a:lnTo>
                  <a:pt x="1503980" y="639624"/>
                </a:lnTo>
                <a:lnTo>
                  <a:pt x="1503980" y="622337"/>
                </a:lnTo>
                <a:lnTo>
                  <a:pt x="1521267" y="622337"/>
                </a:lnTo>
                <a:lnTo>
                  <a:pt x="1521267" y="605049"/>
                </a:lnTo>
                <a:lnTo>
                  <a:pt x="1538554" y="605049"/>
                </a:lnTo>
                <a:lnTo>
                  <a:pt x="1538554" y="622337"/>
                </a:lnTo>
                <a:lnTo>
                  <a:pt x="1538554" y="639624"/>
                </a:lnTo>
                <a:lnTo>
                  <a:pt x="1521267" y="639624"/>
                </a:lnTo>
                <a:lnTo>
                  <a:pt x="1521267" y="656911"/>
                </a:lnTo>
                <a:lnTo>
                  <a:pt x="1521267" y="674198"/>
                </a:lnTo>
                <a:lnTo>
                  <a:pt x="1503980" y="674198"/>
                </a:lnTo>
                <a:lnTo>
                  <a:pt x="1503980" y="691485"/>
                </a:lnTo>
                <a:lnTo>
                  <a:pt x="1486693" y="691485"/>
                </a:lnTo>
                <a:lnTo>
                  <a:pt x="1486693" y="708772"/>
                </a:lnTo>
                <a:lnTo>
                  <a:pt x="1469406" y="708772"/>
                </a:lnTo>
                <a:lnTo>
                  <a:pt x="1469406" y="726059"/>
                </a:lnTo>
                <a:lnTo>
                  <a:pt x="1452119" y="726059"/>
                </a:lnTo>
                <a:lnTo>
                  <a:pt x="1434832" y="726059"/>
                </a:lnTo>
                <a:lnTo>
                  <a:pt x="1434832" y="743347"/>
                </a:lnTo>
                <a:lnTo>
                  <a:pt x="1417544" y="743347"/>
                </a:lnTo>
                <a:lnTo>
                  <a:pt x="1417544" y="760634"/>
                </a:lnTo>
                <a:lnTo>
                  <a:pt x="1400257" y="760634"/>
                </a:lnTo>
                <a:lnTo>
                  <a:pt x="1400257" y="777921"/>
                </a:lnTo>
                <a:lnTo>
                  <a:pt x="1382970" y="777921"/>
                </a:lnTo>
                <a:lnTo>
                  <a:pt x="1365683" y="777921"/>
                </a:lnTo>
                <a:lnTo>
                  <a:pt x="1365683" y="760634"/>
                </a:lnTo>
                <a:lnTo>
                  <a:pt x="1365683" y="743347"/>
                </a:lnTo>
                <a:lnTo>
                  <a:pt x="1365683" y="726059"/>
                </a:lnTo>
                <a:lnTo>
                  <a:pt x="1348396" y="726059"/>
                </a:lnTo>
                <a:lnTo>
                  <a:pt x="1348396" y="708772"/>
                </a:lnTo>
                <a:lnTo>
                  <a:pt x="1365683" y="708772"/>
                </a:lnTo>
                <a:lnTo>
                  <a:pt x="1382970" y="708772"/>
                </a:lnTo>
                <a:lnTo>
                  <a:pt x="1382970" y="726059"/>
                </a:lnTo>
                <a:lnTo>
                  <a:pt x="1400257" y="726059"/>
                </a:lnTo>
                <a:lnTo>
                  <a:pt x="1400257" y="708772"/>
                </a:lnTo>
                <a:lnTo>
                  <a:pt x="1417544" y="708772"/>
                </a:lnTo>
                <a:lnTo>
                  <a:pt x="1417544" y="691485"/>
                </a:lnTo>
                <a:lnTo>
                  <a:pt x="1417544" y="674198"/>
                </a:lnTo>
                <a:lnTo>
                  <a:pt x="1434832" y="674198"/>
                </a:lnTo>
                <a:close/>
                <a:moveTo>
                  <a:pt x="1279247" y="674198"/>
                </a:moveTo>
                <a:lnTo>
                  <a:pt x="1279247" y="656911"/>
                </a:lnTo>
                <a:lnTo>
                  <a:pt x="1296535" y="656911"/>
                </a:lnTo>
                <a:lnTo>
                  <a:pt x="1296535" y="674198"/>
                </a:lnTo>
                <a:close/>
                <a:moveTo>
                  <a:pt x="1331109" y="691485"/>
                </a:moveTo>
                <a:lnTo>
                  <a:pt x="1313822" y="691485"/>
                </a:lnTo>
                <a:lnTo>
                  <a:pt x="1313822" y="674198"/>
                </a:lnTo>
                <a:lnTo>
                  <a:pt x="1331109" y="674198"/>
                </a:lnTo>
                <a:close/>
                <a:moveTo>
                  <a:pt x="1313822" y="726059"/>
                </a:moveTo>
                <a:lnTo>
                  <a:pt x="1331109" y="726059"/>
                </a:lnTo>
                <a:lnTo>
                  <a:pt x="1331109" y="743347"/>
                </a:lnTo>
                <a:lnTo>
                  <a:pt x="1331109" y="760634"/>
                </a:lnTo>
                <a:lnTo>
                  <a:pt x="1313822" y="760634"/>
                </a:lnTo>
                <a:lnTo>
                  <a:pt x="1313822" y="743347"/>
                </a:lnTo>
                <a:close/>
                <a:moveTo>
                  <a:pt x="1261960" y="812495"/>
                </a:moveTo>
                <a:lnTo>
                  <a:pt x="1261960" y="829782"/>
                </a:lnTo>
                <a:lnTo>
                  <a:pt x="1244673" y="829782"/>
                </a:lnTo>
                <a:lnTo>
                  <a:pt x="1244673" y="812495"/>
                </a:lnTo>
                <a:lnTo>
                  <a:pt x="1244673" y="795208"/>
                </a:lnTo>
                <a:lnTo>
                  <a:pt x="1261960" y="795208"/>
                </a:lnTo>
                <a:lnTo>
                  <a:pt x="1279247" y="795208"/>
                </a:lnTo>
                <a:lnTo>
                  <a:pt x="1279247" y="812495"/>
                </a:lnTo>
                <a:close/>
                <a:moveTo>
                  <a:pt x="1210099" y="881644"/>
                </a:moveTo>
                <a:lnTo>
                  <a:pt x="1192812" y="881644"/>
                </a:lnTo>
                <a:lnTo>
                  <a:pt x="1192812" y="864356"/>
                </a:lnTo>
                <a:lnTo>
                  <a:pt x="1210099" y="864356"/>
                </a:lnTo>
                <a:close/>
                <a:moveTo>
                  <a:pt x="1140950" y="950792"/>
                </a:moveTo>
                <a:lnTo>
                  <a:pt x="1123663" y="950792"/>
                </a:lnTo>
                <a:lnTo>
                  <a:pt x="1123663" y="933505"/>
                </a:lnTo>
                <a:lnTo>
                  <a:pt x="1140950" y="933505"/>
                </a:lnTo>
                <a:close/>
                <a:moveTo>
                  <a:pt x="1676851" y="138297"/>
                </a:moveTo>
                <a:lnTo>
                  <a:pt x="1694139" y="138297"/>
                </a:lnTo>
                <a:lnTo>
                  <a:pt x="1694139" y="155584"/>
                </a:lnTo>
                <a:lnTo>
                  <a:pt x="1694139" y="172871"/>
                </a:lnTo>
                <a:lnTo>
                  <a:pt x="1676851" y="172871"/>
                </a:lnTo>
                <a:lnTo>
                  <a:pt x="1659564" y="172871"/>
                </a:lnTo>
                <a:lnTo>
                  <a:pt x="1659564" y="190158"/>
                </a:lnTo>
                <a:lnTo>
                  <a:pt x="1659564" y="207446"/>
                </a:lnTo>
                <a:lnTo>
                  <a:pt x="1642277" y="207446"/>
                </a:lnTo>
                <a:lnTo>
                  <a:pt x="1642277" y="224733"/>
                </a:lnTo>
                <a:lnTo>
                  <a:pt x="1642277" y="242020"/>
                </a:lnTo>
                <a:lnTo>
                  <a:pt x="1624990" y="242020"/>
                </a:lnTo>
                <a:lnTo>
                  <a:pt x="1607703" y="242020"/>
                </a:lnTo>
                <a:lnTo>
                  <a:pt x="1607703" y="224733"/>
                </a:lnTo>
                <a:lnTo>
                  <a:pt x="1607703" y="207446"/>
                </a:lnTo>
                <a:lnTo>
                  <a:pt x="1624990" y="207446"/>
                </a:lnTo>
                <a:lnTo>
                  <a:pt x="1624990" y="190158"/>
                </a:lnTo>
                <a:lnTo>
                  <a:pt x="1624990" y="172871"/>
                </a:lnTo>
                <a:lnTo>
                  <a:pt x="1624990" y="155584"/>
                </a:lnTo>
                <a:lnTo>
                  <a:pt x="1624990" y="138297"/>
                </a:lnTo>
                <a:lnTo>
                  <a:pt x="1642277" y="138297"/>
                </a:lnTo>
                <a:lnTo>
                  <a:pt x="1659564" y="138297"/>
                </a:lnTo>
                <a:close/>
                <a:moveTo>
                  <a:pt x="1728713" y="172871"/>
                </a:moveTo>
                <a:lnTo>
                  <a:pt x="1711426" y="172871"/>
                </a:lnTo>
                <a:lnTo>
                  <a:pt x="1711426" y="155584"/>
                </a:lnTo>
                <a:lnTo>
                  <a:pt x="1728713" y="155584"/>
                </a:lnTo>
                <a:lnTo>
                  <a:pt x="1746000" y="155584"/>
                </a:lnTo>
                <a:lnTo>
                  <a:pt x="1763287" y="155584"/>
                </a:lnTo>
                <a:lnTo>
                  <a:pt x="1780574" y="155584"/>
                </a:lnTo>
                <a:lnTo>
                  <a:pt x="1797861" y="155584"/>
                </a:lnTo>
                <a:lnTo>
                  <a:pt x="1797861" y="172871"/>
                </a:lnTo>
                <a:lnTo>
                  <a:pt x="1815148" y="172871"/>
                </a:lnTo>
                <a:lnTo>
                  <a:pt x="1815148" y="190158"/>
                </a:lnTo>
                <a:lnTo>
                  <a:pt x="1815148" y="207446"/>
                </a:lnTo>
                <a:lnTo>
                  <a:pt x="1815148" y="224733"/>
                </a:lnTo>
                <a:lnTo>
                  <a:pt x="1832436" y="224733"/>
                </a:lnTo>
                <a:lnTo>
                  <a:pt x="1832436" y="242020"/>
                </a:lnTo>
                <a:lnTo>
                  <a:pt x="1832436" y="259307"/>
                </a:lnTo>
                <a:lnTo>
                  <a:pt x="1815148" y="259307"/>
                </a:lnTo>
                <a:lnTo>
                  <a:pt x="1797861" y="259307"/>
                </a:lnTo>
                <a:lnTo>
                  <a:pt x="1797861" y="242020"/>
                </a:lnTo>
                <a:lnTo>
                  <a:pt x="1797861" y="224733"/>
                </a:lnTo>
                <a:lnTo>
                  <a:pt x="1780574" y="224733"/>
                </a:lnTo>
                <a:lnTo>
                  <a:pt x="1780574" y="207446"/>
                </a:lnTo>
                <a:lnTo>
                  <a:pt x="1780574" y="190158"/>
                </a:lnTo>
                <a:lnTo>
                  <a:pt x="1763287" y="190158"/>
                </a:lnTo>
                <a:lnTo>
                  <a:pt x="1746000" y="190158"/>
                </a:lnTo>
                <a:lnTo>
                  <a:pt x="1728713" y="190158"/>
                </a:lnTo>
                <a:close/>
                <a:moveTo>
                  <a:pt x="1607703" y="276594"/>
                </a:moveTo>
                <a:lnTo>
                  <a:pt x="1590416" y="276594"/>
                </a:lnTo>
                <a:lnTo>
                  <a:pt x="1590416" y="259307"/>
                </a:lnTo>
                <a:lnTo>
                  <a:pt x="1607703" y="259307"/>
                </a:lnTo>
                <a:close/>
                <a:moveTo>
                  <a:pt x="1815148" y="328455"/>
                </a:moveTo>
                <a:lnTo>
                  <a:pt x="1815148" y="311168"/>
                </a:lnTo>
                <a:lnTo>
                  <a:pt x="1815148" y="293881"/>
                </a:lnTo>
                <a:lnTo>
                  <a:pt x="1832436" y="293881"/>
                </a:lnTo>
                <a:lnTo>
                  <a:pt x="1832436" y="311168"/>
                </a:lnTo>
                <a:lnTo>
                  <a:pt x="1849723" y="311168"/>
                </a:lnTo>
                <a:lnTo>
                  <a:pt x="1849723" y="328455"/>
                </a:lnTo>
                <a:lnTo>
                  <a:pt x="1867010" y="328455"/>
                </a:lnTo>
                <a:lnTo>
                  <a:pt x="1867010" y="345743"/>
                </a:lnTo>
                <a:lnTo>
                  <a:pt x="1849723" y="345743"/>
                </a:lnTo>
                <a:lnTo>
                  <a:pt x="1832436" y="345743"/>
                </a:lnTo>
                <a:lnTo>
                  <a:pt x="1815148" y="345743"/>
                </a:lnTo>
                <a:close/>
                <a:moveTo>
                  <a:pt x="1728713" y="432178"/>
                </a:moveTo>
                <a:lnTo>
                  <a:pt x="1728713" y="414891"/>
                </a:lnTo>
                <a:lnTo>
                  <a:pt x="1746000" y="414891"/>
                </a:lnTo>
                <a:lnTo>
                  <a:pt x="1746000" y="432178"/>
                </a:lnTo>
                <a:lnTo>
                  <a:pt x="1746000" y="449465"/>
                </a:lnTo>
                <a:lnTo>
                  <a:pt x="1746000" y="466752"/>
                </a:lnTo>
                <a:lnTo>
                  <a:pt x="1728713" y="466752"/>
                </a:lnTo>
                <a:lnTo>
                  <a:pt x="1728713" y="449465"/>
                </a:lnTo>
                <a:close/>
                <a:moveTo>
                  <a:pt x="1555842" y="535901"/>
                </a:moveTo>
                <a:lnTo>
                  <a:pt x="1555842" y="518614"/>
                </a:lnTo>
                <a:lnTo>
                  <a:pt x="1573129" y="518614"/>
                </a:lnTo>
                <a:lnTo>
                  <a:pt x="1590416" y="518614"/>
                </a:lnTo>
                <a:lnTo>
                  <a:pt x="1607703" y="518614"/>
                </a:lnTo>
                <a:lnTo>
                  <a:pt x="1624990" y="518614"/>
                </a:lnTo>
                <a:lnTo>
                  <a:pt x="1642277" y="518614"/>
                </a:lnTo>
                <a:lnTo>
                  <a:pt x="1642277" y="535901"/>
                </a:lnTo>
                <a:lnTo>
                  <a:pt x="1659564" y="535901"/>
                </a:lnTo>
                <a:lnTo>
                  <a:pt x="1676851" y="535901"/>
                </a:lnTo>
                <a:lnTo>
                  <a:pt x="1694139" y="535901"/>
                </a:lnTo>
                <a:lnTo>
                  <a:pt x="1711426" y="535901"/>
                </a:lnTo>
                <a:lnTo>
                  <a:pt x="1711426" y="553188"/>
                </a:lnTo>
                <a:lnTo>
                  <a:pt x="1711426" y="570475"/>
                </a:lnTo>
                <a:lnTo>
                  <a:pt x="1694139" y="570475"/>
                </a:lnTo>
                <a:lnTo>
                  <a:pt x="1694139" y="587762"/>
                </a:lnTo>
                <a:lnTo>
                  <a:pt x="1711426" y="587762"/>
                </a:lnTo>
                <a:lnTo>
                  <a:pt x="1711426" y="605049"/>
                </a:lnTo>
                <a:lnTo>
                  <a:pt x="1728713" y="605049"/>
                </a:lnTo>
                <a:lnTo>
                  <a:pt x="1746000" y="605049"/>
                </a:lnTo>
                <a:lnTo>
                  <a:pt x="1763287" y="605049"/>
                </a:lnTo>
                <a:lnTo>
                  <a:pt x="1763287" y="622337"/>
                </a:lnTo>
                <a:lnTo>
                  <a:pt x="1763287" y="639624"/>
                </a:lnTo>
                <a:lnTo>
                  <a:pt x="1746000" y="639624"/>
                </a:lnTo>
                <a:lnTo>
                  <a:pt x="1728713" y="639624"/>
                </a:lnTo>
                <a:lnTo>
                  <a:pt x="1711426" y="639624"/>
                </a:lnTo>
                <a:lnTo>
                  <a:pt x="1711426" y="622337"/>
                </a:lnTo>
                <a:lnTo>
                  <a:pt x="1694139" y="622337"/>
                </a:lnTo>
                <a:lnTo>
                  <a:pt x="1676851" y="622337"/>
                </a:lnTo>
                <a:lnTo>
                  <a:pt x="1659564" y="622337"/>
                </a:lnTo>
                <a:lnTo>
                  <a:pt x="1659564" y="605049"/>
                </a:lnTo>
                <a:lnTo>
                  <a:pt x="1659564" y="587762"/>
                </a:lnTo>
                <a:lnTo>
                  <a:pt x="1642277" y="587762"/>
                </a:lnTo>
                <a:lnTo>
                  <a:pt x="1642277" y="570475"/>
                </a:lnTo>
                <a:lnTo>
                  <a:pt x="1624990" y="570475"/>
                </a:lnTo>
                <a:lnTo>
                  <a:pt x="1624990" y="587762"/>
                </a:lnTo>
                <a:lnTo>
                  <a:pt x="1607703" y="587762"/>
                </a:lnTo>
                <a:lnTo>
                  <a:pt x="1590416" y="587762"/>
                </a:lnTo>
                <a:lnTo>
                  <a:pt x="1590416" y="570475"/>
                </a:lnTo>
                <a:lnTo>
                  <a:pt x="1573129" y="570475"/>
                </a:lnTo>
                <a:lnTo>
                  <a:pt x="1573129" y="587762"/>
                </a:lnTo>
                <a:lnTo>
                  <a:pt x="1555842" y="587762"/>
                </a:lnTo>
                <a:lnTo>
                  <a:pt x="1555842" y="605049"/>
                </a:lnTo>
                <a:lnTo>
                  <a:pt x="1538554" y="605049"/>
                </a:lnTo>
                <a:lnTo>
                  <a:pt x="1538554" y="587762"/>
                </a:lnTo>
                <a:lnTo>
                  <a:pt x="1538554" y="570475"/>
                </a:lnTo>
                <a:lnTo>
                  <a:pt x="1538554" y="553188"/>
                </a:lnTo>
                <a:lnTo>
                  <a:pt x="1538554" y="535901"/>
                </a:lnTo>
                <a:close/>
                <a:moveTo>
                  <a:pt x="1849723" y="656911"/>
                </a:moveTo>
                <a:lnTo>
                  <a:pt x="1832436" y="656911"/>
                </a:lnTo>
                <a:lnTo>
                  <a:pt x="1832436" y="674198"/>
                </a:lnTo>
                <a:lnTo>
                  <a:pt x="1815148" y="674198"/>
                </a:lnTo>
                <a:lnTo>
                  <a:pt x="1815148" y="656911"/>
                </a:lnTo>
                <a:lnTo>
                  <a:pt x="1797861" y="656911"/>
                </a:lnTo>
                <a:lnTo>
                  <a:pt x="1797861" y="639624"/>
                </a:lnTo>
                <a:lnTo>
                  <a:pt x="1797861" y="622337"/>
                </a:lnTo>
                <a:lnTo>
                  <a:pt x="1815148" y="622337"/>
                </a:lnTo>
                <a:lnTo>
                  <a:pt x="1832436" y="622337"/>
                </a:lnTo>
                <a:lnTo>
                  <a:pt x="1849723" y="622337"/>
                </a:lnTo>
                <a:lnTo>
                  <a:pt x="1849723" y="639624"/>
                </a:lnTo>
                <a:close/>
                <a:moveTo>
                  <a:pt x="1797861" y="726059"/>
                </a:moveTo>
                <a:lnTo>
                  <a:pt x="1797861" y="708772"/>
                </a:lnTo>
                <a:lnTo>
                  <a:pt x="1815148" y="708772"/>
                </a:lnTo>
                <a:lnTo>
                  <a:pt x="1815148" y="726059"/>
                </a:lnTo>
                <a:close/>
                <a:moveTo>
                  <a:pt x="1849723" y="847069"/>
                </a:moveTo>
                <a:lnTo>
                  <a:pt x="1849723" y="829782"/>
                </a:lnTo>
                <a:lnTo>
                  <a:pt x="1849723" y="812495"/>
                </a:lnTo>
                <a:lnTo>
                  <a:pt x="1849723" y="795208"/>
                </a:lnTo>
                <a:lnTo>
                  <a:pt x="1849723" y="777921"/>
                </a:lnTo>
                <a:lnTo>
                  <a:pt x="1832436" y="777921"/>
                </a:lnTo>
                <a:lnTo>
                  <a:pt x="1832436" y="760634"/>
                </a:lnTo>
                <a:lnTo>
                  <a:pt x="1832436" y="743347"/>
                </a:lnTo>
                <a:lnTo>
                  <a:pt x="1849723" y="743347"/>
                </a:lnTo>
                <a:lnTo>
                  <a:pt x="1849723" y="726059"/>
                </a:lnTo>
                <a:lnTo>
                  <a:pt x="1867010" y="726059"/>
                </a:lnTo>
                <a:lnTo>
                  <a:pt x="1867010" y="743347"/>
                </a:lnTo>
                <a:lnTo>
                  <a:pt x="1867010" y="760634"/>
                </a:lnTo>
                <a:lnTo>
                  <a:pt x="1867010" y="777921"/>
                </a:lnTo>
                <a:lnTo>
                  <a:pt x="1867010" y="795208"/>
                </a:lnTo>
                <a:lnTo>
                  <a:pt x="1867010" y="812495"/>
                </a:lnTo>
                <a:lnTo>
                  <a:pt x="1867010" y="829782"/>
                </a:lnTo>
                <a:lnTo>
                  <a:pt x="1884297" y="829782"/>
                </a:lnTo>
                <a:lnTo>
                  <a:pt x="1884297" y="847069"/>
                </a:lnTo>
                <a:lnTo>
                  <a:pt x="1901584" y="847069"/>
                </a:lnTo>
                <a:lnTo>
                  <a:pt x="1901584" y="864356"/>
                </a:lnTo>
                <a:lnTo>
                  <a:pt x="1918871" y="864356"/>
                </a:lnTo>
                <a:lnTo>
                  <a:pt x="1918871" y="881644"/>
                </a:lnTo>
                <a:lnTo>
                  <a:pt x="1901584" y="881644"/>
                </a:lnTo>
                <a:lnTo>
                  <a:pt x="1884297" y="881644"/>
                </a:lnTo>
                <a:lnTo>
                  <a:pt x="1884297" y="898931"/>
                </a:lnTo>
                <a:lnTo>
                  <a:pt x="1867010" y="898931"/>
                </a:lnTo>
                <a:lnTo>
                  <a:pt x="1867010" y="916218"/>
                </a:lnTo>
                <a:lnTo>
                  <a:pt x="1867010" y="933505"/>
                </a:lnTo>
                <a:lnTo>
                  <a:pt x="1849723" y="933505"/>
                </a:lnTo>
                <a:lnTo>
                  <a:pt x="1849723" y="916218"/>
                </a:lnTo>
                <a:lnTo>
                  <a:pt x="1849723" y="898931"/>
                </a:lnTo>
                <a:lnTo>
                  <a:pt x="1849723" y="881644"/>
                </a:lnTo>
                <a:lnTo>
                  <a:pt x="1867010" y="881644"/>
                </a:lnTo>
                <a:lnTo>
                  <a:pt x="1867010" y="864356"/>
                </a:lnTo>
                <a:lnTo>
                  <a:pt x="1867010" y="847069"/>
                </a:lnTo>
                <a:close/>
                <a:moveTo>
                  <a:pt x="1815148" y="777921"/>
                </a:moveTo>
                <a:lnTo>
                  <a:pt x="1815148" y="795208"/>
                </a:lnTo>
                <a:lnTo>
                  <a:pt x="1815148" y="812495"/>
                </a:lnTo>
                <a:lnTo>
                  <a:pt x="1815148" y="829782"/>
                </a:lnTo>
                <a:lnTo>
                  <a:pt x="1797861" y="829782"/>
                </a:lnTo>
                <a:lnTo>
                  <a:pt x="1797861" y="812495"/>
                </a:lnTo>
                <a:lnTo>
                  <a:pt x="1797861" y="795208"/>
                </a:lnTo>
                <a:lnTo>
                  <a:pt x="1797861" y="777921"/>
                </a:lnTo>
                <a:close/>
                <a:moveTo>
                  <a:pt x="1815148" y="916218"/>
                </a:moveTo>
                <a:lnTo>
                  <a:pt x="1797861" y="916218"/>
                </a:lnTo>
                <a:lnTo>
                  <a:pt x="1797861" y="898931"/>
                </a:lnTo>
                <a:lnTo>
                  <a:pt x="1815148" y="898931"/>
                </a:lnTo>
                <a:close/>
                <a:moveTo>
                  <a:pt x="1849723" y="1019941"/>
                </a:moveTo>
                <a:lnTo>
                  <a:pt x="1832436" y="1019941"/>
                </a:lnTo>
                <a:lnTo>
                  <a:pt x="1815148" y="1019941"/>
                </a:lnTo>
                <a:lnTo>
                  <a:pt x="1797861" y="1019941"/>
                </a:lnTo>
                <a:lnTo>
                  <a:pt x="1797861" y="1002653"/>
                </a:lnTo>
                <a:lnTo>
                  <a:pt x="1815148" y="1002653"/>
                </a:lnTo>
                <a:lnTo>
                  <a:pt x="1815148" y="985366"/>
                </a:lnTo>
                <a:lnTo>
                  <a:pt x="1832436" y="985366"/>
                </a:lnTo>
                <a:lnTo>
                  <a:pt x="1849723" y="985366"/>
                </a:lnTo>
                <a:lnTo>
                  <a:pt x="1849723" y="968079"/>
                </a:lnTo>
                <a:lnTo>
                  <a:pt x="1867010" y="968079"/>
                </a:lnTo>
                <a:lnTo>
                  <a:pt x="1867010" y="950792"/>
                </a:lnTo>
                <a:lnTo>
                  <a:pt x="1867010" y="933505"/>
                </a:lnTo>
                <a:lnTo>
                  <a:pt x="1884297" y="933505"/>
                </a:lnTo>
                <a:lnTo>
                  <a:pt x="1884297" y="950792"/>
                </a:lnTo>
                <a:lnTo>
                  <a:pt x="1901584" y="950792"/>
                </a:lnTo>
                <a:lnTo>
                  <a:pt x="1918871" y="950792"/>
                </a:lnTo>
                <a:lnTo>
                  <a:pt x="1918871" y="968079"/>
                </a:lnTo>
                <a:lnTo>
                  <a:pt x="1918871" y="985366"/>
                </a:lnTo>
                <a:lnTo>
                  <a:pt x="1918871" y="1002653"/>
                </a:lnTo>
                <a:lnTo>
                  <a:pt x="1918871" y="1019941"/>
                </a:lnTo>
                <a:lnTo>
                  <a:pt x="1918871" y="1037228"/>
                </a:lnTo>
                <a:lnTo>
                  <a:pt x="1936158" y="1037228"/>
                </a:lnTo>
                <a:lnTo>
                  <a:pt x="1936158" y="1019941"/>
                </a:lnTo>
                <a:lnTo>
                  <a:pt x="1953445" y="1019941"/>
                </a:lnTo>
                <a:lnTo>
                  <a:pt x="1953445" y="1002653"/>
                </a:lnTo>
                <a:lnTo>
                  <a:pt x="1953445" y="985366"/>
                </a:lnTo>
                <a:lnTo>
                  <a:pt x="1970733" y="985366"/>
                </a:lnTo>
                <a:lnTo>
                  <a:pt x="1970733" y="1002653"/>
                </a:lnTo>
                <a:lnTo>
                  <a:pt x="1970733" y="1019941"/>
                </a:lnTo>
                <a:lnTo>
                  <a:pt x="1970733" y="1037228"/>
                </a:lnTo>
                <a:lnTo>
                  <a:pt x="1953445" y="1037228"/>
                </a:lnTo>
                <a:lnTo>
                  <a:pt x="1953445" y="1054515"/>
                </a:lnTo>
                <a:lnTo>
                  <a:pt x="1936158" y="1054515"/>
                </a:lnTo>
                <a:lnTo>
                  <a:pt x="1936158" y="1071802"/>
                </a:lnTo>
                <a:lnTo>
                  <a:pt x="1936158" y="1089089"/>
                </a:lnTo>
                <a:lnTo>
                  <a:pt x="1918871" y="1089089"/>
                </a:lnTo>
                <a:lnTo>
                  <a:pt x="1901584" y="1089089"/>
                </a:lnTo>
                <a:lnTo>
                  <a:pt x="1901584" y="1106376"/>
                </a:lnTo>
                <a:lnTo>
                  <a:pt x="1884297" y="1106376"/>
                </a:lnTo>
                <a:lnTo>
                  <a:pt x="1867010" y="1106376"/>
                </a:lnTo>
                <a:lnTo>
                  <a:pt x="1867010" y="1089089"/>
                </a:lnTo>
                <a:lnTo>
                  <a:pt x="1849723" y="1089089"/>
                </a:lnTo>
                <a:lnTo>
                  <a:pt x="1849723" y="1071802"/>
                </a:lnTo>
                <a:lnTo>
                  <a:pt x="1867010" y="1071802"/>
                </a:lnTo>
                <a:lnTo>
                  <a:pt x="1867010" y="1054515"/>
                </a:lnTo>
                <a:lnTo>
                  <a:pt x="1884297" y="1054515"/>
                </a:lnTo>
                <a:lnTo>
                  <a:pt x="1884297" y="1037228"/>
                </a:lnTo>
                <a:lnTo>
                  <a:pt x="1884297" y="1019941"/>
                </a:lnTo>
                <a:lnTo>
                  <a:pt x="1867010" y="1019941"/>
                </a:lnTo>
                <a:close/>
                <a:moveTo>
                  <a:pt x="1797861" y="1192812"/>
                </a:moveTo>
                <a:lnTo>
                  <a:pt x="1797861" y="1210099"/>
                </a:lnTo>
                <a:lnTo>
                  <a:pt x="1780574" y="1210099"/>
                </a:lnTo>
                <a:lnTo>
                  <a:pt x="1780574" y="1192812"/>
                </a:lnTo>
                <a:lnTo>
                  <a:pt x="1763287" y="1192812"/>
                </a:lnTo>
                <a:lnTo>
                  <a:pt x="1746000" y="1192812"/>
                </a:lnTo>
                <a:lnTo>
                  <a:pt x="1746000" y="1175525"/>
                </a:lnTo>
                <a:lnTo>
                  <a:pt x="1746000" y="1158238"/>
                </a:lnTo>
                <a:lnTo>
                  <a:pt x="1746000" y="1140950"/>
                </a:lnTo>
                <a:lnTo>
                  <a:pt x="1763287" y="1140950"/>
                </a:lnTo>
                <a:lnTo>
                  <a:pt x="1763287" y="1158238"/>
                </a:lnTo>
                <a:lnTo>
                  <a:pt x="1763287" y="1175525"/>
                </a:lnTo>
                <a:lnTo>
                  <a:pt x="1780574" y="1175525"/>
                </a:lnTo>
                <a:lnTo>
                  <a:pt x="1797861" y="1175525"/>
                </a:lnTo>
                <a:close/>
                <a:moveTo>
                  <a:pt x="1832436" y="1210099"/>
                </a:moveTo>
                <a:lnTo>
                  <a:pt x="1832436" y="1227386"/>
                </a:lnTo>
                <a:lnTo>
                  <a:pt x="1832436" y="1244673"/>
                </a:lnTo>
                <a:lnTo>
                  <a:pt x="1815148" y="1244673"/>
                </a:lnTo>
                <a:lnTo>
                  <a:pt x="1815148" y="1227386"/>
                </a:lnTo>
                <a:lnTo>
                  <a:pt x="1797861" y="1227386"/>
                </a:lnTo>
                <a:lnTo>
                  <a:pt x="1797861" y="1210099"/>
                </a:lnTo>
                <a:lnTo>
                  <a:pt x="1815148" y="1210099"/>
                </a:lnTo>
                <a:close/>
                <a:moveTo>
                  <a:pt x="1988020" y="414891"/>
                </a:moveTo>
                <a:lnTo>
                  <a:pt x="1988020" y="397604"/>
                </a:lnTo>
                <a:lnTo>
                  <a:pt x="1988020" y="380317"/>
                </a:lnTo>
                <a:lnTo>
                  <a:pt x="2005307" y="380317"/>
                </a:lnTo>
                <a:lnTo>
                  <a:pt x="2022594" y="380317"/>
                </a:lnTo>
                <a:lnTo>
                  <a:pt x="2039881" y="380317"/>
                </a:lnTo>
                <a:lnTo>
                  <a:pt x="2039881" y="363030"/>
                </a:lnTo>
                <a:lnTo>
                  <a:pt x="2057168" y="363030"/>
                </a:lnTo>
                <a:lnTo>
                  <a:pt x="2074455" y="363030"/>
                </a:lnTo>
                <a:lnTo>
                  <a:pt x="2074455" y="345743"/>
                </a:lnTo>
                <a:lnTo>
                  <a:pt x="2091743" y="345743"/>
                </a:lnTo>
                <a:lnTo>
                  <a:pt x="2091743" y="328455"/>
                </a:lnTo>
                <a:lnTo>
                  <a:pt x="2109030" y="328455"/>
                </a:lnTo>
                <a:lnTo>
                  <a:pt x="2126317" y="328455"/>
                </a:lnTo>
                <a:lnTo>
                  <a:pt x="2143604" y="328455"/>
                </a:lnTo>
                <a:lnTo>
                  <a:pt x="2143604" y="345743"/>
                </a:lnTo>
                <a:lnTo>
                  <a:pt x="2160891" y="345743"/>
                </a:lnTo>
                <a:lnTo>
                  <a:pt x="2160891" y="363030"/>
                </a:lnTo>
                <a:lnTo>
                  <a:pt x="2178178" y="363030"/>
                </a:lnTo>
                <a:lnTo>
                  <a:pt x="2178178" y="380317"/>
                </a:lnTo>
                <a:lnTo>
                  <a:pt x="2160891" y="380317"/>
                </a:lnTo>
                <a:lnTo>
                  <a:pt x="2143604" y="380317"/>
                </a:lnTo>
                <a:lnTo>
                  <a:pt x="2143604" y="397604"/>
                </a:lnTo>
                <a:lnTo>
                  <a:pt x="2126317" y="397604"/>
                </a:lnTo>
                <a:lnTo>
                  <a:pt x="2126317" y="380317"/>
                </a:lnTo>
                <a:lnTo>
                  <a:pt x="2109030" y="380317"/>
                </a:lnTo>
                <a:lnTo>
                  <a:pt x="2091743" y="380317"/>
                </a:lnTo>
                <a:lnTo>
                  <a:pt x="2091743" y="397604"/>
                </a:lnTo>
                <a:lnTo>
                  <a:pt x="2074455" y="397604"/>
                </a:lnTo>
                <a:lnTo>
                  <a:pt x="2057168" y="397604"/>
                </a:lnTo>
                <a:lnTo>
                  <a:pt x="2057168" y="414891"/>
                </a:lnTo>
                <a:lnTo>
                  <a:pt x="2039881" y="414891"/>
                </a:lnTo>
                <a:lnTo>
                  <a:pt x="2022594" y="414891"/>
                </a:lnTo>
                <a:lnTo>
                  <a:pt x="2022594" y="432178"/>
                </a:lnTo>
                <a:lnTo>
                  <a:pt x="2005307" y="432178"/>
                </a:lnTo>
                <a:lnTo>
                  <a:pt x="2005307" y="449465"/>
                </a:lnTo>
                <a:lnTo>
                  <a:pt x="1988020" y="449465"/>
                </a:lnTo>
                <a:lnTo>
                  <a:pt x="1970733" y="449465"/>
                </a:lnTo>
                <a:lnTo>
                  <a:pt x="1970733" y="432178"/>
                </a:lnTo>
                <a:lnTo>
                  <a:pt x="1988020" y="432178"/>
                </a:lnTo>
                <a:close/>
                <a:moveTo>
                  <a:pt x="1884297" y="432178"/>
                </a:moveTo>
                <a:lnTo>
                  <a:pt x="1867010" y="432178"/>
                </a:lnTo>
                <a:lnTo>
                  <a:pt x="1867010" y="414891"/>
                </a:lnTo>
                <a:lnTo>
                  <a:pt x="1867010" y="397604"/>
                </a:lnTo>
                <a:lnTo>
                  <a:pt x="1884297" y="397604"/>
                </a:lnTo>
                <a:lnTo>
                  <a:pt x="1884297" y="414891"/>
                </a:lnTo>
                <a:close/>
                <a:moveTo>
                  <a:pt x="1970733" y="432178"/>
                </a:moveTo>
                <a:lnTo>
                  <a:pt x="1953445" y="432178"/>
                </a:lnTo>
                <a:lnTo>
                  <a:pt x="1953445" y="414891"/>
                </a:lnTo>
                <a:lnTo>
                  <a:pt x="1953445" y="397604"/>
                </a:lnTo>
                <a:lnTo>
                  <a:pt x="1970733" y="397604"/>
                </a:lnTo>
                <a:lnTo>
                  <a:pt x="1970733" y="414891"/>
                </a:lnTo>
                <a:close/>
                <a:moveTo>
                  <a:pt x="2005307" y="518614"/>
                </a:moveTo>
                <a:lnTo>
                  <a:pt x="1988020" y="518614"/>
                </a:lnTo>
                <a:lnTo>
                  <a:pt x="1988020" y="535901"/>
                </a:lnTo>
                <a:lnTo>
                  <a:pt x="1970733" y="535901"/>
                </a:lnTo>
                <a:lnTo>
                  <a:pt x="1970733" y="518614"/>
                </a:lnTo>
                <a:lnTo>
                  <a:pt x="1970733" y="501327"/>
                </a:lnTo>
                <a:lnTo>
                  <a:pt x="1953445" y="501327"/>
                </a:lnTo>
                <a:lnTo>
                  <a:pt x="1953445" y="484040"/>
                </a:lnTo>
                <a:lnTo>
                  <a:pt x="1936158" y="484040"/>
                </a:lnTo>
                <a:lnTo>
                  <a:pt x="1936158" y="466752"/>
                </a:lnTo>
                <a:lnTo>
                  <a:pt x="1953445" y="466752"/>
                </a:lnTo>
                <a:lnTo>
                  <a:pt x="1970733" y="466752"/>
                </a:lnTo>
                <a:lnTo>
                  <a:pt x="1970733" y="484040"/>
                </a:lnTo>
                <a:lnTo>
                  <a:pt x="1988020" y="484040"/>
                </a:lnTo>
                <a:lnTo>
                  <a:pt x="2005307" y="484040"/>
                </a:lnTo>
                <a:lnTo>
                  <a:pt x="2005307" y="501327"/>
                </a:lnTo>
                <a:close/>
                <a:moveTo>
                  <a:pt x="1953445" y="605049"/>
                </a:moveTo>
                <a:lnTo>
                  <a:pt x="1936158" y="605049"/>
                </a:lnTo>
                <a:lnTo>
                  <a:pt x="1918871" y="605049"/>
                </a:lnTo>
                <a:lnTo>
                  <a:pt x="1918871" y="587762"/>
                </a:lnTo>
                <a:lnTo>
                  <a:pt x="1901584" y="587762"/>
                </a:lnTo>
                <a:lnTo>
                  <a:pt x="1901584" y="570475"/>
                </a:lnTo>
                <a:lnTo>
                  <a:pt x="1901584" y="553188"/>
                </a:lnTo>
                <a:lnTo>
                  <a:pt x="1918871" y="553188"/>
                </a:lnTo>
                <a:lnTo>
                  <a:pt x="1918871" y="570475"/>
                </a:lnTo>
                <a:lnTo>
                  <a:pt x="1936158" y="570475"/>
                </a:lnTo>
                <a:lnTo>
                  <a:pt x="1953445" y="570475"/>
                </a:lnTo>
                <a:lnTo>
                  <a:pt x="1970733" y="570475"/>
                </a:lnTo>
                <a:lnTo>
                  <a:pt x="1970733" y="587762"/>
                </a:lnTo>
                <a:lnTo>
                  <a:pt x="1970733" y="605049"/>
                </a:lnTo>
                <a:close/>
                <a:moveTo>
                  <a:pt x="1988020" y="605049"/>
                </a:moveTo>
                <a:lnTo>
                  <a:pt x="2005307" y="605049"/>
                </a:lnTo>
                <a:lnTo>
                  <a:pt x="2005307" y="622337"/>
                </a:lnTo>
                <a:lnTo>
                  <a:pt x="2005307" y="639624"/>
                </a:lnTo>
                <a:lnTo>
                  <a:pt x="1988020" y="639624"/>
                </a:lnTo>
                <a:lnTo>
                  <a:pt x="1988020" y="622337"/>
                </a:lnTo>
                <a:close/>
                <a:moveTo>
                  <a:pt x="1953445" y="691485"/>
                </a:moveTo>
                <a:lnTo>
                  <a:pt x="1936158" y="691485"/>
                </a:lnTo>
                <a:lnTo>
                  <a:pt x="1936158" y="674198"/>
                </a:lnTo>
                <a:lnTo>
                  <a:pt x="1936158" y="656911"/>
                </a:lnTo>
                <a:lnTo>
                  <a:pt x="1953445" y="656911"/>
                </a:lnTo>
                <a:lnTo>
                  <a:pt x="1953445" y="674198"/>
                </a:lnTo>
                <a:close/>
                <a:moveTo>
                  <a:pt x="2005307" y="760634"/>
                </a:moveTo>
                <a:lnTo>
                  <a:pt x="2005307" y="743347"/>
                </a:lnTo>
                <a:lnTo>
                  <a:pt x="2005307" y="726059"/>
                </a:lnTo>
                <a:lnTo>
                  <a:pt x="1988020" y="726059"/>
                </a:lnTo>
                <a:lnTo>
                  <a:pt x="1970733" y="726059"/>
                </a:lnTo>
                <a:lnTo>
                  <a:pt x="1970733" y="708772"/>
                </a:lnTo>
                <a:lnTo>
                  <a:pt x="1988020" y="708772"/>
                </a:lnTo>
                <a:lnTo>
                  <a:pt x="1988020" y="691485"/>
                </a:lnTo>
                <a:lnTo>
                  <a:pt x="1988020" y="674198"/>
                </a:lnTo>
                <a:lnTo>
                  <a:pt x="2005307" y="674198"/>
                </a:lnTo>
                <a:lnTo>
                  <a:pt x="2005307" y="691485"/>
                </a:lnTo>
                <a:lnTo>
                  <a:pt x="2022594" y="691485"/>
                </a:lnTo>
                <a:lnTo>
                  <a:pt x="2022594" y="708772"/>
                </a:lnTo>
                <a:lnTo>
                  <a:pt x="2039881" y="708772"/>
                </a:lnTo>
                <a:lnTo>
                  <a:pt x="2039881" y="691485"/>
                </a:lnTo>
                <a:lnTo>
                  <a:pt x="2057168" y="691485"/>
                </a:lnTo>
                <a:lnTo>
                  <a:pt x="2057168" y="674198"/>
                </a:lnTo>
                <a:lnTo>
                  <a:pt x="2057168" y="656911"/>
                </a:lnTo>
                <a:lnTo>
                  <a:pt x="2057168" y="639624"/>
                </a:lnTo>
                <a:lnTo>
                  <a:pt x="2057168" y="622337"/>
                </a:lnTo>
                <a:lnTo>
                  <a:pt x="2074455" y="622337"/>
                </a:lnTo>
                <a:lnTo>
                  <a:pt x="2091743" y="622337"/>
                </a:lnTo>
                <a:lnTo>
                  <a:pt x="2091743" y="605049"/>
                </a:lnTo>
                <a:lnTo>
                  <a:pt x="2109030" y="605049"/>
                </a:lnTo>
                <a:lnTo>
                  <a:pt x="2109030" y="587762"/>
                </a:lnTo>
                <a:lnTo>
                  <a:pt x="2109030" y="570475"/>
                </a:lnTo>
                <a:lnTo>
                  <a:pt x="2091743" y="570475"/>
                </a:lnTo>
                <a:lnTo>
                  <a:pt x="2091743" y="553188"/>
                </a:lnTo>
                <a:lnTo>
                  <a:pt x="2091743" y="535901"/>
                </a:lnTo>
                <a:lnTo>
                  <a:pt x="2091743" y="518614"/>
                </a:lnTo>
                <a:lnTo>
                  <a:pt x="2091743" y="501327"/>
                </a:lnTo>
                <a:lnTo>
                  <a:pt x="2109030" y="501327"/>
                </a:lnTo>
                <a:lnTo>
                  <a:pt x="2109030" y="484040"/>
                </a:lnTo>
                <a:lnTo>
                  <a:pt x="2109030" y="466752"/>
                </a:lnTo>
                <a:lnTo>
                  <a:pt x="2126317" y="466752"/>
                </a:lnTo>
                <a:lnTo>
                  <a:pt x="2126317" y="449465"/>
                </a:lnTo>
                <a:lnTo>
                  <a:pt x="2143604" y="449465"/>
                </a:lnTo>
                <a:lnTo>
                  <a:pt x="2143604" y="432178"/>
                </a:lnTo>
                <a:lnTo>
                  <a:pt x="2160891" y="432178"/>
                </a:lnTo>
                <a:lnTo>
                  <a:pt x="2178178" y="432178"/>
                </a:lnTo>
                <a:lnTo>
                  <a:pt x="2178178" y="449465"/>
                </a:lnTo>
                <a:lnTo>
                  <a:pt x="2178178" y="466752"/>
                </a:lnTo>
                <a:lnTo>
                  <a:pt x="2178178" y="484040"/>
                </a:lnTo>
                <a:lnTo>
                  <a:pt x="2178178" y="501327"/>
                </a:lnTo>
                <a:lnTo>
                  <a:pt x="2178178" y="518614"/>
                </a:lnTo>
                <a:lnTo>
                  <a:pt x="2160891" y="518614"/>
                </a:lnTo>
                <a:lnTo>
                  <a:pt x="2160891" y="535901"/>
                </a:lnTo>
                <a:lnTo>
                  <a:pt x="2160891" y="553188"/>
                </a:lnTo>
                <a:lnTo>
                  <a:pt x="2160891" y="570475"/>
                </a:lnTo>
                <a:lnTo>
                  <a:pt x="2143604" y="570475"/>
                </a:lnTo>
                <a:lnTo>
                  <a:pt x="2143604" y="587762"/>
                </a:lnTo>
                <a:lnTo>
                  <a:pt x="2143604" y="605049"/>
                </a:lnTo>
                <a:lnTo>
                  <a:pt x="2143604" y="622337"/>
                </a:lnTo>
                <a:lnTo>
                  <a:pt x="2126317" y="622337"/>
                </a:lnTo>
                <a:lnTo>
                  <a:pt x="2126317" y="639624"/>
                </a:lnTo>
                <a:lnTo>
                  <a:pt x="2126317" y="656911"/>
                </a:lnTo>
                <a:lnTo>
                  <a:pt x="2109030" y="656911"/>
                </a:lnTo>
                <a:lnTo>
                  <a:pt x="2109030" y="674198"/>
                </a:lnTo>
                <a:lnTo>
                  <a:pt x="2109030" y="691485"/>
                </a:lnTo>
                <a:lnTo>
                  <a:pt x="2091743" y="691485"/>
                </a:lnTo>
                <a:lnTo>
                  <a:pt x="2091743" y="708772"/>
                </a:lnTo>
                <a:lnTo>
                  <a:pt x="2091743" y="726059"/>
                </a:lnTo>
                <a:lnTo>
                  <a:pt x="2091743" y="743347"/>
                </a:lnTo>
                <a:lnTo>
                  <a:pt x="2091743" y="760634"/>
                </a:lnTo>
                <a:lnTo>
                  <a:pt x="2074455" y="760634"/>
                </a:lnTo>
                <a:lnTo>
                  <a:pt x="2074455" y="777921"/>
                </a:lnTo>
                <a:lnTo>
                  <a:pt x="2074455" y="795208"/>
                </a:lnTo>
                <a:lnTo>
                  <a:pt x="2091743" y="795208"/>
                </a:lnTo>
                <a:lnTo>
                  <a:pt x="2091743" y="812495"/>
                </a:lnTo>
                <a:lnTo>
                  <a:pt x="2091743" y="829782"/>
                </a:lnTo>
                <a:lnTo>
                  <a:pt x="2074455" y="829782"/>
                </a:lnTo>
                <a:lnTo>
                  <a:pt x="2074455" y="847069"/>
                </a:lnTo>
                <a:lnTo>
                  <a:pt x="2057168" y="847069"/>
                </a:lnTo>
                <a:lnTo>
                  <a:pt x="2039881" y="847069"/>
                </a:lnTo>
                <a:lnTo>
                  <a:pt x="2039881" y="864356"/>
                </a:lnTo>
                <a:lnTo>
                  <a:pt x="2039881" y="881644"/>
                </a:lnTo>
                <a:lnTo>
                  <a:pt x="2057168" y="881644"/>
                </a:lnTo>
                <a:lnTo>
                  <a:pt x="2057168" y="898931"/>
                </a:lnTo>
                <a:lnTo>
                  <a:pt x="2074455" y="898931"/>
                </a:lnTo>
                <a:lnTo>
                  <a:pt x="2091743" y="898931"/>
                </a:lnTo>
                <a:lnTo>
                  <a:pt x="2109030" y="898931"/>
                </a:lnTo>
                <a:lnTo>
                  <a:pt x="2109030" y="916218"/>
                </a:lnTo>
                <a:lnTo>
                  <a:pt x="2091743" y="916218"/>
                </a:lnTo>
                <a:lnTo>
                  <a:pt x="2091743" y="933505"/>
                </a:lnTo>
                <a:lnTo>
                  <a:pt x="2109030" y="933505"/>
                </a:lnTo>
                <a:lnTo>
                  <a:pt x="2109030" y="950792"/>
                </a:lnTo>
                <a:lnTo>
                  <a:pt x="2126317" y="950792"/>
                </a:lnTo>
                <a:lnTo>
                  <a:pt x="2126317" y="968079"/>
                </a:lnTo>
                <a:lnTo>
                  <a:pt x="2126317" y="985366"/>
                </a:lnTo>
                <a:lnTo>
                  <a:pt x="2143604" y="985366"/>
                </a:lnTo>
                <a:lnTo>
                  <a:pt x="2143604" y="1002653"/>
                </a:lnTo>
                <a:lnTo>
                  <a:pt x="2126317" y="1002653"/>
                </a:lnTo>
                <a:lnTo>
                  <a:pt x="2126317" y="1019941"/>
                </a:lnTo>
                <a:lnTo>
                  <a:pt x="2109030" y="1019941"/>
                </a:lnTo>
                <a:lnTo>
                  <a:pt x="2109030" y="1037228"/>
                </a:lnTo>
                <a:lnTo>
                  <a:pt x="2091743" y="1037228"/>
                </a:lnTo>
                <a:lnTo>
                  <a:pt x="2074455" y="1037228"/>
                </a:lnTo>
                <a:lnTo>
                  <a:pt x="2057168" y="1037228"/>
                </a:lnTo>
                <a:lnTo>
                  <a:pt x="2057168" y="1019941"/>
                </a:lnTo>
                <a:lnTo>
                  <a:pt x="2057168" y="1002653"/>
                </a:lnTo>
                <a:lnTo>
                  <a:pt x="2057168" y="985366"/>
                </a:lnTo>
                <a:lnTo>
                  <a:pt x="2039881" y="985366"/>
                </a:lnTo>
                <a:lnTo>
                  <a:pt x="2039881" y="968079"/>
                </a:lnTo>
                <a:lnTo>
                  <a:pt x="2039881" y="950792"/>
                </a:lnTo>
                <a:lnTo>
                  <a:pt x="2039881" y="933505"/>
                </a:lnTo>
                <a:lnTo>
                  <a:pt x="2039881" y="916218"/>
                </a:lnTo>
                <a:lnTo>
                  <a:pt x="2022594" y="916218"/>
                </a:lnTo>
                <a:lnTo>
                  <a:pt x="2005307" y="916218"/>
                </a:lnTo>
                <a:lnTo>
                  <a:pt x="1988020" y="916218"/>
                </a:lnTo>
                <a:lnTo>
                  <a:pt x="1970733" y="916218"/>
                </a:lnTo>
                <a:lnTo>
                  <a:pt x="1970733" y="898931"/>
                </a:lnTo>
                <a:lnTo>
                  <a:pt x="1988020" y="898931"/>
                </a:lnTo>
                <a:lnTo>
                  <a:pt x="1988020" y="881644"/>
                </a:lnTo>
                <a:lnTo>
                  <a:pt x="1988020" y="864356"/>
                </a:lnTo>
                <a:lnTo>
                  <a:pt x="1970733" y="864356"/>
                </a:lnTo>
                <a:lnTo>
                  <a:pt x="1970733" y="847069"/>
                </a:lnTo>
                <a:lnTo>
                  <a:pt x="1970733" y="829782"/>
                </a:lnTo>
                <a:lnTo>
                  <a:pt x="1970733" y="812495"/>
                </a:lnTo>
                <a:lnTo>
                  <a:pt x="1988020" y="812495"/>
                </a:lnTo>
                <a:lnTo>
                  <a:pt x="1988020" y="829782"/>
                </a:lnTo>
                <a:lnTo>
                  <a:pt x="2005307" y="829782"/>
                </a:lnTo>
                <a:lnTo>
                  <a:pt x="2005307" y="812495"/>
                </a:lnTo>
                <a:lnTo>
                  <a:pt x="2022594" y="812495"/>
                </a:lnTo>
                <a:lnTo>
                  <a:pt x="2022594" y="795208"/>
                </a:lnTo>
                <a:lnTo>
                  <a:pt x="2022594" y="777921"/>
                </a:lnTo>
                <a:lnTo>
                  <a:pt x="2022594" y="760634"/>
                </a:lnTo>
                <a:close/>
                <a:moveTo>
                  <a:pt x="1970733" y="777921"/>
                </a:moveTo>
                <a:lnTo>
                  <a:pt x="1953445" y="777921"/>
                </a:lnTo>
                <a:lnTo>
                  <a:pt x="1953445" y="760634"/>
                </a:lnTo>
                <a:lnTo>
                  <a:pt x="1970733" y="760634"/>
                </a:lnTo>
                <a:close/>
                <a:moveTo>
                  <a:pt x="1918871" y="1123663"/>
                </a:moveTo>
                <a:lnTo>
                  <a:pt x="1936158" y="1123663"/>
                </a:lnTo>
                <a:lnTo>
                  <a:pt x="1936158" y="1140950"/>
                </a:lnTo>
                <a:lnTo>
                  <a:pt x="1936158" y="1158238"/>
                </a:lnTo>
                <a:lnTo>
                  <a:pt x="1918871" y="1158238"/>
                </a:lnTo>
                <a:lnTo>
                  <a:pt x="1901584" y="1158238"/>
                </a:lnTo>
                <a:lnTo>
                  <a:pt x="1901584" y="1140950"/>
                </a:lnTo>
                <a:lnTo>
                  <a:pt x="1918871" y="1140950"/>
                </a:lnTo>
                <a:close/>
                <a:moveTo>
                  <a:pt x="1884297" y="1158238"/>
                </a:moveTo>
                <a:lnTo>
                  <a:pt x="1884297" y="1175525"/>
                </a:lnTo>
                <a:lnTo>
                  <a:pt x="1867010" y="1175525"/>
                </a:lnTo>
                <a:lnTo>
                  <a:pt x="1849723" y="1175525"/>
                </a:lnTo>
                <a:lnTo>
                  <a:pt x="1849723" y="1158238"/>
                </a:lnTo>
                <a:lnTo>
                  <a:pt x="1867010" y="1158238"/>
                </a:lnTo>
                <a:close/>
                <a:moveTo>
                  <a:pt x="1849723" y="1210099"/>
                </a:moveTo>
                <a:lnTo>
                  <a:pt x="1849723" y="1192812"/>
                </a:lnTo>
                <a:lnTo>
                  <a:pt x="1867010" y="1192812"/>
                </a:lnTo>
                <a:lnTo>
                  <a:pt x="1867010" y="1210099"/>
                </a:lnTo>
                <a:close/>
                <a:moveTo>
                  <a:pt x="2109030" y="864356"/>
                </a:moveTo>
                <a:lnTo>
                  <a:pt x="2126317" y="864356"/>
                </a:lnTo>
                <a:lnTo>
                  <a:pt x="2126317" y="881644"/>
                </a:lnTo>
                <a:lnTo>
                  <a:pt x="2143604" y="881644"/>
                </a:lnTo>
                <a:lnTo>
                  <a:pt x="2160891" y="881644"/>
                </a:lnTo>
                <a:lnTo>
                  <a:pt x="2178178" y="881644"/>
                </a:lnTo>
                <a:lnTo>
                  <a:pt x="2178178" y="864356"/>
                </a:lnTo>
                <a:lnTo>
                  <a:pt x="2178178" y="847069"/>
                </a:lnTo>
                <a:lnTo>
                  <a:pt x="2195465" y="847069"/>
                </a:lnTo>
                <a:lnTo>
                  <a:pt x="2195465" y="864356"/>
                </a:lnTo>
                <a:lnTo>
                  <a:pt x="2212752" y="864356"/>
                </a:lnTo>
                <a:lnTo>
                  <a:pt x="2212752" y="881644"/>
                </a:lnTo>
                <a:lnTo>
                  <a:pt x="2230040" y="881644"/>
                </a:lnTo>
                <a:lnTo>
                  <a:pt x="2230040" y="898931"/>
                </a:lnTo>
                <a:lnTo>
                  <a:pt x="2230040" y="916218"/>
                </a:lnTo>
                <a:lnTo>
                  <a:pt x="2212752" y="916218"/>
                </a:lnTo>
                <a:lnTo>
                  <a:pt x="2195465" y="916218"/>
                </a:lnTo>
                <a:lnTo>
                  <a:pt x="2195465" y="933505"/>
                </a:lnTo>
                <a:lnTo>
                  <a:pt x="2178178" y="933505"/>
                </a:lnTo>
                <a:lnTo>
                  <a:pt x="2178178" y="950792"/>
                </a:lnTo>
                <a:lnTo>
                  <a:pt x="2160891" y="950792"/>
                </a:lnTo>
                <a:lnTo>
                  <a:pt x="2160891" y="968079"/>
                </a:lnTo>
                <a:lnTo>
                  <a:pt x="2143604" y="968079"/>
                </a:lnTo>
                <a:lnTo>
                  <a:pt x="2143604" y="950792"/>
                </a:lnTo>
                <a:lnTo>
                  <a:pt x="2126317" y="950792"/>
                </a:lnTo>
                <a:lnTo>
                  <a:pt x="2126317" y="933505"/>
                </a:lnTo>
                <a:lnTo>
                  <a:pt x="2126317" y="916218"/>
                </a:lnTo>
                <a:lnTo>
                  <a:pt x="2126317" y="898931"/>
                </a:lnTo>
                <a:lnTo>
                  <a:pt x="2109030" y="898931"/>
                </a:lnTo>
                <a:lnTo>
                  <a:pt x="2109030" y="881644"/>
                </a:lnTo>
                <a:close/>
                <a:moveTo>
                  <a:pt x="2178178" y="708772"/>
                </a:moveTo>
                <a:lnTo>
                  <a:pt x="2178178" y="691485"/>
                </a:lnTo>
                <a:lnTo>
                  <a:pt x="2160891" y="691485"/>
                </a:lnTo>
                <a:lnTo>
                  <a:pt x="2160891" y="674198"/>
                </a:lnTo>
                <a:lnTo>
                  <a:pt x="2160891" y="656911"/>
                </a:lnTo>
                <a:lnTo>
                  <a:pt x="2143604" y="656911"/>
                </a:lnTo>
                <a:lnTo>
                  <a:pt x="2143604" y="639624"/>
                </a:lnTo>
                <a:lnTo>
                  <a:pt x="2160891" y="639624"/>
                </a:lnTo>
                <a:lnTo>
                  <a:pt x="2178178" y="639624"/>
                </a:lnTo>
                <a:lnTo>
                  <a:pt x="2195465" y="639624"/>
                </a:lnTo>
                <a:lnTo>
                  <a:pt x="2212752" y="639624"/>
                </a:lnTo>
                <a:lnTo>
                  <a:pt x="2230040" y="639624"/>
                </a:lnTo>
                <a:lnTo>
                  <a:pt x="2230040" y="656911"/>
                </a:lnTo>
                <a:lnTo>
                  <a:pt x="2230040" y="674198"/>
                </a:lnTo>
                <a:lnTo>
                  <a:pt x="2247327" y="674198"/>
                </a:lnTo>
                <a:lnTo>
                  <a:pt x="2247327" y="691485"/>
                </a:lnTo>
                <a:lnTo>
                  <a:pt x="2247327" y="708772"/>
                </a:lnTo>
                <a:lnTo>
                  <a:pt x="2247327" y="726059"/>
                </a:lnTo>
                <a:lnTo>
                  <a:pt x="2230040" y="726059"/>
                </a:lnTo>
                <a:lnTo>
                  <a:pt x="2230040" y="743347"/>
                </a:lnTo>
                <a:lnTo>
                  <a:pt x="2230040" y="760634"/>
                </a:lnTo>
                <a:lnTo>
                  <a:pt x="2247327" y="760634"/>
                </a:lnTo>
                <a:lnTo>
                  <a:pt x="2247327" y="777921"/>
                </a:lnTo>
                <a:lnTo>
                  <a:pt x="2247327" y="795208"/>
                </a:lnTo>
                <a:lnTo>
                  <a:pt x="2230040" y="795208"/>
                </a:lnTo>
                <a:lnTo>
                  <a:pt x="2212752" y="795208"/>
                </a:lnTo>
                <a:lnTo>
                  <a:pt x="2195465" y="795208"/>
                </a:lnTo>
                <a:lnTo>
                  <a:pt x="2178178" y="795208"/>
                </a:lnTo>
                <a:lnTo>
                  <a:pt x="2178178" y="777921"/>
                </a:lnTo>
                <a:lnTo>
                  <a:pt x="2160891" y="777921"/>
                </a:lnTo>
                <a:lnTo>
                  <a:pt x="2160891" y="760634"/>
                </a:lnTo>
                <a:lnTo>
                  <a:pt x="2160891" y="743347"/>
                </a:lnTo>
                <a:lnTo>
                  <a:pt x="2160891" y="726059"/>
                </a:lnTo>
                <a:lnTo>
                  <a:pt x="2160891" y="708772"/>
                </a:lnTo>
                <a:close/>
                <a:moveTo>
                  <a:pt x="2402911" y="812495"/>
                </a:moveTo>
                <a:lnTo>
                  <a:pt x="2402911" y="795208"/>
                </a:lnTo>
                <a:lnTo>
                  <a:pt x="2385624" y="795208"/>
                </a:lnTo>
                <a:lnTo>
                  <a:pt x="2385624" y="777921"/>
                </a:lnTo>
                <a:lnTo>
                  <a:pt x="2368337" y="777921"/>
                </a:lnTo>
                <a:lnTo>
                  <a:pt x="2351049" y="777921"/>
                </a:lnTo>
                <a:lnTo>
                  <a:pt x="2351049" y="760634"/>
                </a:lnTo>
                <a:lnTo>
                  <a:pt x="2368337" y="760634"/>
                </a:lnTo>
                <a:lnTo>
                  <a:pt x="2385624" y="760634"/>
                </a:lnTo>
                <a:lnTo>
                  <a:pt x="2402911" y="760634"/>
                </a:lnTo>
                <a:lnTo>
                  <a:pt x="2420198" y="760634"/>
                </a:lnTo>
                <a:lnTo>
                  <a:pt x="2437485" y="760634"/>
                </a:lnTo>
                <a:lnTo>
                  <a:pt x="2437485" y="777921"/>
                </a:lnTo>
                <a:lnTo>
                  <a:pt x="2437485" y="795208"/>
                </a:lnTo>
                <a:lnTo>
                  <a:pt x="2437485" y="812495"/>
                </a:lnTo>
                <a:lnTo>
                  <a:pt x="2437485" y="829782"/>
                </a:lnTo>
                <a:lnTo>
                  <a:pt x="2454772" y="829782"/>
                </a:lnTo>
                <a:lnTo>
                  <a:pt x="2454772" y="847069"/>
                </a:lnTo>
                <a:lnTo>
                  <a:pt x="2472059" y="847069"/>
                </a:lnTo>
                <a:lnTo>
                  <a:pt x="2472059" y="864356"/>
                </a:lnTo>
                <a:lnTo>
                  <a:pt x="2454772" y="864356"/>
                </a:lnTo>
                <a:lnTo>
                  <a:pt x="2437485" y="864356"/>
                </a:lnTo>
                <a:lnTo>
                  <a:pt x="2420198" y="864356"/>
                </a:lnTo>
                <a:lnTo>
                  <a:pt x="2420198" y="847069"/>
                </a:lnTo>
                <a:lnTo>
                  <a:pt x="2402911" y="847069"/>
                </a:lnTo>
                <a:lnTo>
                  <a:pt x="2402911" y="829782"/>
                </a:lnTo>
                <a:close/>
                <a:moveTo>
                  <a:pt x="2299188" y="864356"/>
                </a:moveTo>
                <a:lnTo>
                  <a:pt x="2299188" y="847069"/>
                </a:lnTo>
                <a:lnTo>
                  <a:pt x="2299188" y="829782"/>
                </a:lnTo>
                <a:lnTo>
                  <a:pt x="2299188" y="812495"/>
                </a:lnTo>
                <a:lnTo>
                  <a:pt x="2316475" y="812495"/>
                </a:lnTo>
                <a:lnTo>
                  <a:pt x="2316475" y="795208"/>
                </a:lnTo>
                <a:lnTo>
                  <a:pt x="2333762" y="795208"/>
                </a:lnTo>
                <a:lnTo>
                  <a:pt x="2333762" y="777921"/>
                </a:lnTo>
                <a:lnTo>
                  <a:pt x="2351049" y="777921"/>
                </a:lnTo>
                <a:lnTo>
                  <a:pt x="2351049" y="795208"/>
                </a:lnTo>
                <a:lnTo>
                  <a:pt x="2351049" y="812495"/>
                </a:lnTo>
                <a:lnTo>
                  <a:pt x="2333762" y="812495"/>
                </a:lnTo>
                <a:lnTo>
                  <a:pt x="2333762" y="829782"/>
                </a:lnTo>
                <a:lnTo>
                  <a:pt x="2316475" y="829782"/>
                </a:lnTo>
                <a:lnTo>
                  <a:pt x="2316475" y="847069"/>
                </a:lnTo>
                <a:lnTo>
                  <a:pt x="2316475" y="864356"/>
                </a:lnTo>
                <a:lnTo>
                  <a:pt x="2333762" y="864356"/>
                </a:lnTo>
                <a:lnTo>
                  <a:pt x="2333762" y="881644"/>
                </a:lnTo>
                <a:lnTo>
                  <a:pt x="2351049" y="881644"/>
                </a:lnTo>
                <a:lnTo>
                  <a:pt x="2368337" y="881644"/>
                </a:lnTo>
                <a:lnTo>
                  <a:pt x="2368337" y="898931"/>
                </a:lnTo>
                <a:lnTo>
                  <a:pt x="2368337" y="916218"/>
                </a:lnTo>
                <a:lnTo>
                  <a:pt x="2385624" y="916218"/>
                </a:lnTo>
                <a:lnTo>
                  <a:pt x="2385624" y="933505"/>
                </a:lnTo>
                <a:lnTo>
                  <a:pt x="2402911" y="933505"/>
                </a:lnTo>
                <a:lnTo>
                  <a:pt x="2402911" y="950792"/>
                </a:lnTo>
                <a:lnTo>
                  <a:pt x="2402911" y="968079"/>
                </a:lnTo>
                <a:lnTo>
                  <a:pt x="2402911" y="985366"/>
                </a:lnTo>
                <a:lnTo>
                  <a:pt x="2402911" y="1002653"/>
                </a:lnTo>
                <a:lnTo>
                  <a:pt x="2385624" y="1002653"/>
                </a:lnTo>
                <a:lnTo>
                  <a:pt x="2385624" y="1019941"/>
                </a:lnTo>
                <a:lnTo>
                  <a:pt x="2368337" y="1019941"/>
                </a:lnTo>
                <a:lnTo>
                  <a:pt x="2368337" y="1002653"/>
                </a:lnTo>
                <a:lnTo>
                  <a:pt x="2368337" y="985366"/>
                </a:lnTo>
                <a:lnTo>
                  <a:pt x="2351049" y="985366"/>
                </a:lnTo>
                <a:lnTo>
                  <a:pt x="2351049" y="968079"/>
                </a:lnTo>
                <a:lnTo>
                  <a:pt x="2351049" y="950792"/>
                </a:lnTo>
                <a:lnTo>
                  <a:pt x="2351049" y="933505"/>
                </a:lnTo>
                <a:lnTo>
                  <a:pt x="2351049" y="916218"/>
                </a:lnTo>
                <a:lnTo>
                  <a:pt x="2351049" y="898931"/>
                </a:lnTo>
                <a:lnTo>
                  <a:pt x="2333762" y="898931"/>
                </a:lnTo>
                <a:lnTo>
                  <a:pt x="2316475" y="898931"/>
                </a:lnTo>
                <a:lnTo>
                  <a:pt x="2299188" y="898931"/>
                </a:lnTo>
                <a:lnTo>
                  <a:pt x="2299188" y="881644"/>
                </a:lnTo>
                <a:close/>
                <a:moveTo>
                  <a:pt x="2402911" y="1054515"/>
                </a:moveTo>
                <a:lnTo>
                  <a:pt x="2385624" y="1054515"/>
                </a:lnTo>
                <a:lnTo>
                  <a:pt x="2385624" y="1037228"/>
                </a:lnTo>
                <a:lnTo>
                  <a:pt x="2385624" y="1019941"/>
                </a:lnTo>
                <a:lnTo>
                  <a:pt x="2402911" y="1019941"/>
                </a:lnTo>
                <a:lnTo>
                  <a:pt x="2402911" y="1037228"/>
                </a:lnTo>
                <a:lnTo>
                  <a:pt x="2420198" y="1037228"/>
                </a:lnTo>
                <a:lnTo>
                  <a:pt x="2420198" y="1054515"/>
                </a:lnTo>
                <a:lnTo>
                  <a:pt x="2437485" y="1054515"/>
                </a:lnTo>
                <a:lnTo>
                  <a:pt x="2437485" y="1071802"/>
                </a:lnTo>
                <a:lnTo>
                  <a:pt x="2454772" y="1071802"/>
                </a:lnTo>
                <a:lnTo>
                  <a:pt x="2454772" y="1089089"/>
                </a:lnTo>
                <a:lnTo>
                  <a:pt x="2472059" y="1089089"/>
                </a:lnTo>
                <a:lnTo>
                  <a:pt x="2489346" y="1089089"/>
                </a:lnTo>
                <a:lnTo>
                  <a:pt x="2506634" y="1089089"/>
                </a:lnTo>
                <a:lnTo>
                  <a:pt x="2506634" y="1106376"/>
                </a:lnTo>
                <a:lnTo>
                  <a:pt x="2523921" y="1106376"/>
                </a:lnTo>
                <a:lnTo>
                  <a:pt x="2523921" y="1123663"/>
                </a:lnTo>
                <a:lnTo>
                  <a:pt x="2506634" y="1123663"/>
                </a:lnTo>
                <a:lnTo>
                  <a:pt x="2489346" y="1123663"/>
                </a:lnTo>
                <a:lnTo>
                  <a:pt x="2472059" y="1123663"/>
                </a:lnTo>
                <a:lnTo>
                  <a:pt x="2454772" y="1123663"/>
                </a:lnTo>
                <a:lnTo>
                  <a:pt x="2454772" y="1106376"/>
                </a:lnTo>
                <a:lnTo>
                  <a:pt x="2437485" y="1106376"/>
                </a:lnTo>
                <a:lnTo>
                  <a:pt x="2437485" y="1089089"/>
                </a:lnTo>
                <a:lnTo>
                  <a:pt x="2420198" y="1089089"/>
                </a:lnTo>
                <a:lnTo>
                  <a:pt x="2420198" y="1071802"/>
                </a:lnTo>
                <a:lnTo>
                  <a:pt x="2402911" y="1071802"/>
                </a:lnTo>
                <a:close/>
                <a:moveTo>
                  <a:pt x="2800515" y="760634"/>
                </a:moveTo>
                <a:lnTo>
                  <a:pt x="2800515" y="743347"/>
                </a:lnTo>
                <a:lnTo>
                  <a:pt x="2800515" y="726059"/>
                </a:lnTo>
                <a:lnTo>
                  <a:pt x="2817802" y="726059"/>
                </a:lnTo>
                <a:lnTo>
                  <a:pt x="2817802" y="708772"/>
                </a:lnTo>
                <a:lnTo>
                  <a:pt x="2835089" y="708772"/>
                </a:lnTo>
                <a:lnTo>
                  <a:pt x="2835089" y="691485"/>
                </a:lnTo>
                <a:lnTo>
                  <a:pt x="2852376" y="691485"/>
                </a:lnTo>
                <a:lnTo>
                  <a:pt x="2852376" y="674198"/>
                </a:lnTo>
                <a:lnTo>
                  <a:pt x="2869663" y="674198"/>
                </a:lnTo>
                <a:lnTo>
                  <a:pt x="2869663" y="656911"/>
                </a:lnTo>
                <a:lnTo>
                  <a:pt x="2869663" y="639624"/>
                </a:lnTo>
                <a:lnTo>
                  <a:pt x="2886950" y="639624"/>
                </a:lnTo>
                <a:lnTo>
                  <a:pt x="2886950" y="656911"/>
                </a:lnTo>
                <a:lnTo>
                  <a:pt x="2904238" y="656911"/>
                </a:lnTo>
                <a:lnTo>
                  <a:pt x="2904238" y="674198"/>
                </a:lnTo>
                <a:lnTo>
                  <a:pt x="2904238" y="691485"/>
                </a:lnTo>
                <a:lnTo>
                  <a:pt x="2904238" y="708772"/>
                </a:lnTo>
                <a:lnTo>
                  <a:pt x="2904238" y="726059"/>
                </a:lnTo>
                <a:lnTo>
                  <a:pt x="2921525" y="726059"/>
                </a:lnTo>
                <a:lnTo>
                  <a:pt x="2921525" y="743347"/>
                </a:lnTo>
                <a:lnTo>
                  <a:pt x="2938812" y="743347"/>
                </a:lnTo>
                <a:lnTo>
                  <a:pt x="2956099" y="743347"/>
                </a:lnTo>
                <a:lnTo>
                  <a:pt x="2956099" y="726059"/>
                </a:lnTo>
                <a:lnTo>
                  <a:pt x="2973386" y="726059"/>
                </a:lnTo>
                <a:lnTo>
                  <a:pt x="2973386" y="743347"/>
                </a:lnTo>
                <a:lnTo>
                  <a:pt x="2990673" y="743347"/>
                </a:lnTo>
                <a:lnTo>
                  <a:pt x="2990673" y="760634"/>
                </a:lnTo>
                <a:lnTo>
                  <a:pt x="2990673" y="777921"/>
                </a:lnTo>
                <a:lnTo>
                  <a:pt x="2973386" y="777921"/>
                </a:lnTo>
                <a:lnTo>
                  <a:pt x="2973386" y="795208"/>
                </a:lnTo>
                <a:lnTo>
                  <a:pt x="2973386" y="812495"/>
                </a:lnTo>
                <a:lnTo>
                  <a:pt x="2956099" y="812495"/>
                </a:lnTo>
                <a:lnTo>
                  <a:pt x="2956099" y="829782"/>
                </a:lnTo>
                <a:lnTo>
                  <a:pt x="2956099" y="847069"/>
                </a:lnTo>
                <a:lnTo>
                  <a:pt x="2938812" y="847069"/>
                </a:lnTo>
                <a:lnTo>
                  <a:pt x="2921525" y="847069"/>
                </a:lnTo>
                <a:lnTo>
                  <a:pt x="2904238" y="847069"/>
                </a:lnTo>
                <a:lnTo>
                  <a:pt x="2886950" y="847069"/>
                </a:lnTo>
                <a:lnTo>
                  <a:pt x="2869663" y="847069"/>
                </a:lnTo>
                <a:lnTo>
                  <a:pt x="2869663" y="864356"/>
                </a:lnTo>
                <a:lnTo>
                  <a:pt x="2869663" y="881644"/>
                </a:lnTo>
                <a:lnTo>
                  <a:pt x="2869663" y="898931"/>
                </a:lnTo>
                <a:lnTo>
                  <a:pt x="2852376" y="898931"/>
                </a:lnTo>
                <a:lnTo>
                  <a:pt x="2852376" y="916218"/>
                </a:lnTo>
                <a:lnTo>
                  <a:pt x="2852376" y="933505"/>
                </a:lnTo>
                <a:lnTo>
                  <a:pt x="2835089" y="933505"/>
                </a:lnTo>
                <a:lnTo>
                  <a:pt x="2835089" y="950792"/>
                </a:lnTo>
                <a:lnTo>
                  <a:pt x="2817802" y="950792"/>
                </a:lnTo>
                <a:lnTo>
                  <a:pt x="2817802" y="968079"/>
                </a:lnTo>
                <a:lnTo>
                  <a:pt x="2800515" y="968079"/>
                </a:lnTo>
                <a:lnTo>
                  <a:pt x="2800515" y="985366"/>
                </a:lnTo>
                <a:lnTo>
                  <a:pt x="2800515" y="1002653"/>
                </a:lnTo>
                <a:lnTo>
                  <a:pt x="2783228" y="1002653"/>
                </a:lnTo>
                <a:lnTo>
                  <a:pt x="2783228" y="1019941"/>
                </a:lnTo>
                <a:lnTo>
                  <a:pt x="2765940" y="1019941"/>
                </a:lnTo>
                <a:lnTo>
                  <a:pt x="2765940" y="1037228"/>
                </a:lnTo>
                <a:lnTo>
                  <a:pt x="2748653" y="1037228"/>
                </a:lnTo>
                <a:lnTo>
                  <a:pt x="2731366" y="1037228"/>
                </a:lnTo>
                <a:lnTo>
                  <a:pt x="2714079" y="1037228"/>
                </a:lnTo>
                <a:lnTo>
                  <a:pt x="2696792" y="1037228"/>
                </a:lnTo>
                <a:lnTo>
                  <a:pt x="2679505" y="1037228"/>
                </a:lnTo>
                <a:lnTo>
                  <a:pt x="2662218" y="1037228"/>
                </a:lnTo>
                <a:lnTo>
                  <a:pt x="2662218" y="1019941"/>
                </a:lnTo>
                <a:lnTo>
                  <a:pt x="2644931" y="1019941"/>
                </a:lnTo>
                <a:lnTo>
                  <a:pt x="2627643" y="1019941"/>
                </a:lnTo>
                <a:lnTo>
                  <a:pt x="2627643" y="1037228"/>
                </a:lnTo>
                <a:lnTo>
                  <a:pt x="2610356" y="1037228"/>
                </a:lnTo>
                <a:lnTo>
                  <a:pt x="2593069" y="1037228"/>
                </a:lnTo>
                <a:lnTo>
                  <a:pt x="2575782" y="1037228"/>
                </a:lnTo>
                <a:lnTo>
                  <a:pt x="2575782" y="1054515"/>
                </a:lnTo>
                <a:lnTo>
                  <a:pt x="2575782" y="1071802"/>
                </a:lnTo>
                <a:lnTo>
                  <a:pt x="2558495" y="1071802"/>
                </a:lnTo>
                <a:lnTo>
                  <a:pt x="2558495" y="1054515"/>
                </a:lnTo>
                <a:lnTo>
                  <a:pt x="2558495" y="1037228"/>
                </a:lnTo>
                <a:lnTo>
                  <a:pt x="2558495" y="1019941"/>
                </a:lnTo>
                <a:lnTo>
                  <a:pt x="2575782" y="1019941"/>
                </a:lnTo>
                <a:lnTo>
                  <a:pt x="2575782" y="1002653"/>
                </a:lnTo>
                <a:lnTo>
                  <a:pt x="2593069" y="1002653"/>
                </a:lnTo>
                <a:lnTo>
                  <a:pt x="2610356" y="1002653"/>
                </a:lnTo>
                <a:lnTo>
                  <a:pt x="2610356" y="985366"/>
                </a:lnTo>
                <a:lnTo>
                  <a:pt x="2610356" y="968079"/>
                </a:lnTo>
                <a:lnTo>
                  <a:pt x="2627643" y="968079"/>
                </a:lnTo>
                <a:lnTo>
                  <a:pt x="2627643" y="985366"/>
                </a:lnTo>
                <a:lnTo>
                  <a:pt x="2644931" y="985366"/>
                </a:lnTo>
                <a:lnTo>
                  <a:pt x="2662218" y="985366"/>
                </a:lnTo>
                <a:lnTo>
                  <a:pt x="2662218" y="1002653"/>
                </a:lnTo>
                <a:lnTo>
                  <a:pt x="2679505" y="1002653"/>
                </a:lnTo>
                <a:lnTo>
                  <a:pt x="2696792" y="1002653"/>
                </a:lnTo>
                <a:lnTo>
                  <a:pt x="2714079" y="1002653"/>
                </a:lnTo>
                <a:lnTo>
                  <a:pt x="2731366" y="1002653"/>
                </a:lnTo>
                <a:lnTo>
                  <a:pt x="2748653" y="1002653"/>
                </a:lnTo>
                <a:lnTo>
                  <a:pt x="2748653" y="985366"/>
                </a:lnTo>
                <a:lnTo>
                  <a:pt x="2765940" y="985366"/>
                </a:lnTo>
                <a:lnTo>
                  <a:pt x="2765940" y="968079"/>
                </a:lnTo>
                <a:lnTo>
                  <a:pt x="2783228" y="968079"/>
                </a:lnTo>
                <a:lnTo>
                  <a:pt x="2783228" y="950792"/>
                </a:lnTo>
                <a:lnTo>
                  <a:pt x="2783228" y="933505"/>
                </a:lnTo>
                <a:lnTo>
                  <a:pt x="2765940" y="933505"/>
                </a:lnTo>
                <a:lnTo>
                  <a:pt x="2748653" y="933505"/>
                </a:lnTo>
                <a:lnTo>
                  <a:pt x="2731366" y="933505"/>
                </a:lnTo>
                <a:lnTo>
                  <a:pt x="2731366" y="916218"/>
                </a:lnTo>
                <a:lnTo>
                  <a:pt x="2714079" y="916218"/>
                </a:lnTo>
                <a:lnTo>
                  <a:pt x="2714079" y="898931"/>
                </a:lnTo>
                <a:lnTo>
                  <a:pt x="2731366" y="898931"/>
                </a:lnTo>
                <a:lnTo>
                  <a:pt x="2731366" y="881644"/>
                </a:lnTo>
                <a:lnTo>
                  <a:pt x="2731366" y="864356"/>
                </a:lnTo>
                <a:lnTo>
                  <a:pt x="2748653" y="864356"/>
                </a:lnTo>
                <a:lnTo>
                  <a:pt x="2748653" y="847069"/>
                </a:lnTo>
                <a:lnTo>
                  <a:pt x="2765940" y="847069"/>
                </a:lnTo>
                <a:lnTo>
                  <a:pt x="2783228" y="847069"/>
                </a:lnTo>
                <a:lnTo>
                  <a:pt x="2783228" y="829782"/>
                </a:lnTo>
                <a:lnTo>
                  <a:pt x="2783228" y="812495"/>
                </a:lnTo>
                <a:lnTo>
                  <a:pt x="2783228" y="795208"/>
                </a:lnTo>
                <a:lnTo>
                  <a:pt x="2800515" y="795208"/>
                </a:lnTo>
                <a:lnTo>
                  <a:pt x="2800515" y="777921"/>
                </a:lnTo>
                <a:close/>
                <a:moveTo>
                  <a:pt x="2575782" y="968079"/>
                </a:moveTo>
                <a:lnTo>
                  <a:pt x="2575782" y="985366"/>
                </a:lnTo>
                <a:lnTo>
                  <a:pt x="2558495" y="985366"/>
                </a:lnTo>
                <a:lnTo>
                  <a:pt x="2558495" y="968079"/>
                </a:lnTo>
                <a:lnTo>
                  <a:pt x="2558495" y="950792"/>
                </a:lnTo>
                <a:lnTo>
                  <a:pt x="2558495" y="933505"/>
                </a:lnTo>
                <a:lnTo>
                  <a:pt x="2541208" y="933505"/>
                </a:lnTo>
                <a:lnTo>
                  <a:pt x="2541208" y="916218"/>
                </a:lnTo>
                <a:lnTo>
                  <a:pt x="2558495" y="916218"/>
                </a:lnTo>
                <a:lnTo>
                  <a:pt x="2575782" y="916218"/>
                </a:lnTo>
                <a:lnTo>
                  <a:pt x="2575782" y="933505"/>
                </a:lnTo>
                <a:lnTo>
                  <a:pt x="2593069" y="933505"/>
                </a:lnTo>
                <a:lnTo>
                  <a:pt x="2593069" y="950792"/>
                </a:lnTo>
                <a:lnTo>
                  <a:pt x="2575782" y="950792"/>
                </a:lnTo>
                <a:close/>
                <a:moveTo>
                  <a:pt x="2800515" y="1054515"/>
                </a:moveTo>
                <a:lnTo>
                  <a:pt x="2783228" y="1054515"/>
                </a:lnTo>
                <a:lnTo>
                  <a:pt x="2783228" y="1037228"/>
                </a:lnTo>
                <a:lnTo>
                  <a:pt x="2800515" y="1037228"/>
                </a:lnTo>
                <a:lnTo>
                  <a:pt x="2800515" y="1019941"/>
                </a:lnTo>
                <a:lnTo>
                  <a:pt x="2800515" y="1002653"/>
                </a:lnTo>
                <a:lnTo>
                  <a:pt x="2817802" y="1002653"/>
                </a:lnTo>
                <a:lnTo>
                  <a:pt x="2835089" y="1002653"/>
                </a:lnTo>
                <a:lnTo>
                  <a:pt x="2852376" y="1002653"/>
                </a:lnTo>
                <a:lnTo>
                  <a:pt x="2869663" y="1002653"/>
                </a:lnTo>
                <a:lnTo>
                  <a:pt x="2869663" y="985366"/>
                </a:lnTo>
                <a:lnTo>
                  <a:pt x="2886950" y="985366"/>
                </a:lnTo>
                <a:lnTo>
                  <a:pt x="2886950" y="968079"/>
                </a:lnTo>
                <a:lnTo>
                  <a:pt x="2886950" y="950792"/>
                </a:lnTo>
                <a:lnTo>
                  <a:pt x="2904238" y="950792"/>
                </a:lnTo>
                <a:lnTo>
                  <a:pt x="2921525" y="950792"/>
                </a:lnTo>
                <a:lnTo>
                  <a:pt x="2921525" y="968079"/>
                </a:lnTo>
                <a:lnTo>
                  <a:pt x="2921525" y="985366"/>
                </a:lnTo>
                <a:lnTo>
                  <a:pt x="2904238" y="985366"/>
                </a:lnTo>
                <a:lnTo>
                  <a:pt x="2904238" y="1002653"/>
                </a:lnTo>
                <a:lnTo>
                  <a:pt x="2904238" y="1019941"/>
                </a:lnTo>
                <a:lnTo>
                  <a:pt x="2921525" y="1019941"/>
                </a:lnTo>
                <a:lnTo>
                  <a:pt x="2921525" y="1037228"/>
                </a:lnTo>
                <a:lnTo>
                  <a:pt x="2921525" y="1054515"/>
                </a:lnTo>
                <a:lnTo>
                  <a:pt x="2904238" y="1054515"/>
                </a:lnTo>
                <a:lnTo>
                  <a:pt x="2886950" y="1054515"/>
                </a:lnTo>
                <a:lnTo>
                  <a:pt x="2886950" y="1071802"/>
                </a:lnTo>
                <a:lnTo>
                  <a:pt x="2869663" y="1071802"/>
                </a:lnTo>
                <a:lnTo>
                  <a:pt x="2852376" y="1071802"/>
                </a:lnTo>
                <a:lnTo>
                  <a:pt x="2835089" y="1071802"/>
                </a:lnTo>
                <a:lnTo>
                  <a:pt x="2835089" y="1054515"/>
                </a:lnTo>
                <a:lnTo>
                  <a:pt x="2817802" y="1054515"/>
                </a:lnTo>
                <a:close/>
                <a:moveTo>
                  <a:pt x="2835089" y="1037228"/>
                </a:moveTo>
                <a:lnTo>
                  <a:pt x="2835089" y="1054515"/>
                </a:lnTo>
                <a:lnTo>
                  <a:pt x="2852376" y="1054515"/>
                </a:lnTo>
                <a:lnTo>
                  <a:pt x="2852376" y="1037228"/>
                </a:lnTo>
                <a:close/>
                <a:moveTo>
                  <a:pt x="2541208" y="1019941"/>
                </a:moveTo>
                <a:lnTo>
                  <a:pt x="2523921" y="1019941"/>
                </a:lnTo>
                <a:lnTo>
                  <a:pt x="2523921" y="1002653"/>
                </a:lnTo>
                <a:lnTo>
                  <a:pt x="2541208" y="1002653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8" name="Vector 38">
            <a:extLst xmlns:a="http://schemas.openxmlformats.org/drawingml/2006/main">
              <a:ext uri="{FF2B5EF4-FFF2-40B4-BE49-F238E27FC236}">
                <a16:creationId xmlns:a16="http://schemas.microsoft.com/office/drawing/2014/main" id="{581FADC4-5065-48BD-A86B-17CF8D34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741" y="4735022"/>
            <a:ext cx="3059822" cy="1382970"/>
          </a:xfrm>
          <a:custGeom xmlns:a="http://schemas.openxmlformats.org/drawingml/2006/main">
            <a:pathLst>
              <a:path w="3059822" h="1382970">
                <a:moveTo>
                  <a:pt x="259307" y="242020"/>
                </a:moveTo>
                <a:lnTo>
                  <a:pt x="276594" y="242020"/>
                </a:lnTo>
                <a:lnTo>
                  <a:pt x="276594" y="259307"/>
                </a:lnTo>
                <a:lnTo>
                  <a:pt x="259307" y="259307"/>
                </a:lnTo>
                <a:lnTo>
                  <a:pt x="242020" y="259307"/>
                </a:lnTo>
                <a:lnTo>
                  <a:pt x="242020" y="242020"/>
                </a:lnTo>
                <a:close/>
                <a:moveTo>
                  <a:pt x="259307" y="363030"/>
                </a:moveTo>
                <a:lnTo>
                  <a:pt x="259307" y="345743"/>
                </a:lnTo>
                <a:lnTo>
                  <a:pt x="242020" y="345743"/>
                </a:lnTo>
                <a:lnTo>
                  <a:pt x="242020" y="328455"/>
                </a:lnTo>
                <a:lnTo>
                  <a:pt x="259307" y="328455"/>
                </a:lnTo>
                <a:lnTo>
                  <a:pt x="276594" y="328455"/>
                </a:lnTo>
                <a:lnTo>
                  <a:pt x="276594" y="345743"/>
                </a:lnTo>
                <a:lnTo>
                  <a:pt x="276594" y="363030"/>
                </a:lnTo>
                <a:close/>
                <a:moveTo>
                  <a:pt x="224733" y="449465"/>
                </a:moveTo>
                <a:lnTo>
                  <a:pt x="224733" y="432178"/>
                </a:lnTo>
                <a:lnTo>
                  <a:pt x="224733" y="414891"/>
                </a:lnTo>
                <a:lnTo>
                  <a:pt x="207446" y="414891"/>
                </a:lnTo>
                <a:lnTo>
                  <a:pt x="207446" y="397604"/>
                </a:lnTo>
                <a:lnTo>
                  <a:pt x="224733" y="397604"/>
                </a:lnTo>
                <a:lnTo>
                  <a:pt x="242020" y="397604"/>
                </a:lnTo>
                <a:lnTo>
                  <a:pt x="259307" y="397604"/>
                </a:lnTo>
                <a:lnTo>
                  <a:pt x="276594" y="397604"/>
                </a:lnTo>
                <a:lnTo>
                  <a:pt x="293881" y="397604"/>
                </a:lnTo>
                <a:lnTo>
                  <a:pt x="293881" y="380317"/>
                </a:lnTo>
                <a:lnTo>
                  <a:pt x="293881" y="363030"/>
                </a:lnTo>
                <a:lnTo>
                  <a:pt x="311168" y="363030"/>
                </a:lnTo>
                <a:lnTo>
                  <a:pt x="311168" y="380317"/>
                </a:lnTo>
                <a:lnTo>
                  <a:pt x="328455" y="380317"/>
                </a:lnTo>
                <a:lnTo>
                  <a:pt x="328455" y="397604"/>
                </a:lnTo>
                <a:lnTo>
                  <a:pt x="311168" y="397604"/>
                </a:lnTo>
                <a:lnTo>
                  <a:pt x="311168" y="414891"/>
                </a:lnTo>
                <a:lnTo>
                  <a:pt x="328455" y="414891"/>
                </a:lnTo>
                <a:lnTo>
                  <a:pt x="345743" y="414891"/>
                </a:lnTo>
                <a:lnTo>
                  <a:pt x="363030" y="414891"/>
                </a:lnTo>
                <a:lnTo>
                  <a:pt x="363030" y="432178"/>
                </a:lnTo>
                <a:lnTo>
                  <a:pt x="380317" y="432178"/>
                </a:lnTo>
                <a:lnTo>
                  <a:pt x="380317" y="449465"/>
                </a:lnTo>
                <a:lnTo>
                  <a:pt x="363030" y="449465"/>
                </a:lnTo>
                <a:lnTo>
                  <a:pt x="363030" y="466752"/>
                </a:lnTo>
                <a:lnTo>
                  <a:pt x="363030" y="484040"/>
                </a:lnTo>
                <a:lnTo>
                  <a:pt x="380317" y="484040"/>
                </a:lnTo>
                <a:lnTo>
                  <a:pt x="397604" y="484040"/>
                </a:lnTo>
                <a:lnTo>
                  <a:pt x="414891" y="484040"/>
                </a:lnTo>
                <a:lnTo>
                  <a:pt x="414891" y="466752"/>
                </a:lnTo>
                <a:lnTo>
                  <a:pt x="432178" y="466752"/>
                </a:lnTo>
                <a:lnTo>
                  <a:pt x="432178" y="449465"/>
                </a:lnTo>
                <a:lnTo>
                  <a:pt x="432178" y="432178"/>
                </a:lnTo>
                <a:lnTo>
                  <a:pt x="432178" y="414891"/>
                </a:lnTo>
                <a:lnTo>
                  <a:pt x="414891" y="414891"/>
                </a:lnTo>
                <a:lnTo>
                  <a:pt x="414891" y="397604"/>
                </a:lnTo>
                <a:lnTo>
                  <a:pt x="397604" y="397604"/>
                </a:lnTo>
                <a:lnTo>
                  <a:pt x="397604" y="380317"/>
                </a:lnTo>
                <a:lnTo>
                  <a:pt x="414891" y="380317"/>
                </a:lnTo>
                <a:lnTo>
                  <a:pt x="432178" y="380317"/>
                </a:lnTo>
                <a:lnTo>
                  <a:pt x="432178" y="397604"/>
                </a:lnTo>
                <a:lnTo>
                  <a:pt x="449465" y="397604"/>
                </a:lnTo>
                <a:lnTo>
                  <a:pt x="449465" y="414891"/>
                </a:lnTo>
                <a:lnTo>
                  <a:pt x="466752" y="414891"/>
                </a:lnTo>
                <a:lnTo>
                  <a:pt x="466752" y="432178"/>
                </a:lnTo>
                <a:lnTo>
                  <a:pt x="484040" y="432178"/>
                </a:lnTo>
                <a:lnTo>
                  <a:pt x="484040" y="449465"/>
                </a:lnTo>
                <a:lnTo>
                  <a:pt x="501327" y="449465"/>
                </a:lnTo>
                <a:lnTo>
                  <a:pt x="501327" y="466752"/>
                </a:lnTo>
                <a:lnTo>
                  <a:pt x="518614" y="466752"/>
                </a:lnTo>
                <a:lnTo>
                  <a:pt x="518614" y="484040"/>
                </a:lnTo>
                <a:lnTo>
                  <a:pt x="535901" y="484040"/>
                </a:lnTo>
                <a:lnTo>
                  <a:pt x="535901" y="466752"/>
                </a:lnTo>
                <a:lnTo>
                  <a:pt x="553188" y="466752"/>
                </a:lnTo>
                <a:lnTo>
                  <a:pt x="553188" y="449465"/>
                </a:lnTo>
                <a:lnTo>
                  <a:pt x="553188" y="432178"/>
                </a:lnTo>
                <a:lnTo>
                  <a:pt x="535901" y="432178"/>
                </a:lnTo>
                <a:lnTo>
                  <a:pt x="535901" y="414891"/>
                </a:lnTo>
                <a:lnTo>
                  <a:pt x="553188" y="414891"/>
                </a:lnTo>
                <a:lnTo>
                  <a:pt x="570475" y="414891"/>
                </a:lnTo>
                <a:lnTo>
                  <a:pt x="570475" y="432178"/>
                </a:lnTo>
                <a:lnTo>
                  <a:pt x="570475" y="449465"/>
                </a:lnTo>
                <a:lnTo>
                  <a:pt x="587762" y="449465"/>
                </a:lnTo>
                <a:lnTo>
                  <a:pt x="605049" y="449465"/>
                </a:lnTo>
                <a:lnTo>
                  <a:pt x="605049" y="432178"/>
                </a:lnTo>
                <a:lnTo>
                  <a:pt x="622337" y="432178"/>
                </a:lnTo>
                <a:lnTo>
                  <a:pt x="639624" y="432178"/>
                </a:lnTo>
                <a:lnTo>
                  <a:pt x="639624" y="449465"/>
                </a:lnTo>
                <a:lnTo>
                  <a:pt x="656911" y="449465"/>
                </a:lnTo>
                <a:lnTo>
                  <a:pt x="674198" y="449465"/>
                </a:lnTo>
                <a:lnTo>
                  <a:pt x="674198" y="432178"/>
                </a:lnTo>
                <a:lnTo>
                  <a:pt x="691485" y="432178"/>
                </a:lnTo>
                <a:lnTo>
                  <a:pt x="691485" y="414891"/>
                </a:lnTo>
                <a:lnTo>
                  <a:pt x="708772" y="414891"/>
                </a:lnTo>
                <a:lnTo>
                  <a:pt x="708772" y="432178"/>
                </a:lnTo>
                <a:lnTo>
                  <a:pt x="708772" y="449465"/>
                </a:lnTo>
                <a:lnTo>
                  <a:pt x="708772" y="466752"/>
                </a:lnTo>
                <a:lnTo>
                  <a:pt x="708772" y="484040"/>
                </a:lnTo>
                <a:lnTo>
                  <a:pt x="691485" y="484040"/>
                </a:lnTo>
                <a:lnTo>
                  <a:pt x="674198" y="484040"/>
                </a:lnTo>
                <a:lnTo>
                  <a:pt x="674198" y="501327"/>
                </a:lnTo>
                <a:lnTo>
                  <a:pt x="656911" y="501327"/>
                </a:lnTo>
                <a:lnTo>
                  <a:pt x="656911" y="518614"/>
                </a:lnTo>
                <a:lnTo>
                  <a:pt x="639624" y="518614"/>
                </a:lnTo>
                <a:lnTo>
                  <a:pt x="639624" y="535901"/>
                </a:lnTo>
                <a:lnTo>
                  <a:pt x="639624" y="553188"/>
                </a:lnTo>
                <a:lnTo>
                  <a:pt x="656911" y="553188"/>
                </a:lnTo>
                <a:lnTo>
                  <a:pt x="656911" y="570475"/>
                </a:lnTo>
                <a:lnTo>
                  <a:pt x="656911" y="587762"/>
                </a:lnTo>
                <a:lnTo>
                  <a:pt x="674198" y="587762"/>
                </a:lnTo>
                <a:lnTo>
                  <a:pt x="691485" y="587762"/>
                </a:lnTo>
                <a:lnTo>
                  <a:pt x="691485" y="605049"/>
                </a:lnTo>
                <a:lnTo>
                  <a:pt x="674198" y="605049"/>
                </a:lnTo>
                <a:lnTo>
                  <a:pt x="656911" y="605049"/>
                </a:lnTo>
                <a:lnTo>
                  <a:pt x="639624" y="605049"/>
                </a:lnTo>
                <a:lnTo>
                  <a:pt x="639624" y="587762"/>
                </a:lnTo>
                <a:lnTo>
                  <a:pt x="622337" y="587762"/>
                </a:lnTo>
                <a:lnTo>
                  <a:pt x="622337" y="570475"/>
                </a:lnTo>
                <a:lnTo>
                  <a:pt x="605049" y="570475"/>
                </a:lnTo>
                <a:lnTo>
                  <a:pt x="587762" y="570475"/>
                </a:lnTo>
                <a:lnTo>
                  <a:pt x="587762" y="587762"/>
                </a:lnTo>
                <a:lnTo>
                  <a:pt x="570475" y="587762"/>
                </a:lnTo>
                <a:lnTo>
                  <a:pt x="570475" y="570475"/>
                </a:lnTo>
                <a:lnTo>
                  <a:pt x="553188" y="570475"/>
                </a:lnTo>
                <a:lnTo>
                  <a:pt x="553188" y="553188"/>
                </a:lnTo>
                <a:lnTo>
                  <a:pt x="535901" y="553188"/>
                </a:lnTo>
                <a:lnTo>
                  <a:pt x="535901" y="535901"/>
                </a:lnTo>
                <a:lnTo>
                  <a:pt x="518614" y="535901"/>
                </a:lnTo>
                <a:lnTo>
                  <a:pt x="518614" y="518614"/>
                </a:lnTo>
                <a:lnTo>
                  <a:pt x="501327" y="518614"/>
                </a:lnTo>
                <a:lnTo>
                  <a:pt x="501327" y="535901"/>
                </a:lnTo>
                <a:lnTo>
                  <a:pt x="484040" y="535901"/>
                </a:lnTo>
                <a:lnTo>
                  <a:pt x="484040" y="553188"/>
                </a:lnTo>
                <a:lnTo>
                  <a:pt x="484040" y="570475"/>
                </a:lnTo>
                <a:lnTo>
                  <a:pt x="466752" y="570475"/>
                </a:lnTo>
                <a:lnTo>
                  <a:pt x="466752" y="587762"/>
                </a:lnTo>
                <a:lnTo>
                  <a:pt x="484040" y="587762"/>
                </a:lnTo>
                <a:lnTo>
                  <a:pt x="501327" y="587762"/>
                </a:lnTo>
                <a:lnTo>
                  <a:pt x="501327" y="605049"/>
                </a:lnTo>
                <a:lnTo>
                  <a:pt x="501327" y="622337"/>
                </a:lnTo>
                <a:lnTo>
                  <a:pt x="484040" y="622337"/>
                </a:lnTo>
                <a:lnTo>
                  <a:pt x="484040" y="605049"/>
                </a:lnTo>
                <a:lnTo>
                  <a:pt x="466752" y="605049"/>
                </a:lnTo>
                <a:lnTo>
                  <a:pt x="466752" y="622337"/>
                </a:lnTo>
                <a:lnTo>
                  <a:pt x="449465" y="622337"/>
                </a:lnTo>
                <a:lnTo>
                  <a:pt x="432178" y="622337"/>
                </a:lnTo>
                <a:lnTo>
                  <a:pt x="432178" y="605049"/>
                </a:lnTo>
                <a:lnTo>
                  <a:pt x="414891" y="605049"/>
                </a:lnTo>
                <a:lnTo>
                  <a:pt x="414891" y="622337"/>
                </a:lnTo>
                <a:lnTo>
                  <a:pt x="397604" y="622337"/>
                </a:lnTo>
                <a:lnTo>
                  <a:pt x="380317" y="622337"/>
                </a:lnTo>
                <a:lnTo>
                  <a:pt x="380317" y="639624"/>
                </a:lnTo>
                <a:lnTo>
                  <a:pt x="363030" y="639624"/>
                </a:lnTo>
                <a:lnTo>
                  <a:pt x="345743" y="639624"/>
                </a:lnTo>
                <a:lnTo>
                  <a:pt x="345743" y="656911"/>
                </a:lnTo>
                <a:lnTo>
                  <a:pt x="328455" y="656911"/>
                </a:lnTo>
                <a:lnTo>
                  <a:pt x="328455" y="674198"/>
                </a:lnTo>
                <a:lnTo>
                  <a:pt x="311168" y="674198"/>
                </a:lnTo>
                <a:lnTo>
                  <a:pt x="293881" y="674198"/>
                </a:lnTo>
                <a:lnTo>
                  <a:pt x="293881" y="691485"/>
                </a:lnTo>
                <a:lnTo>
                  <a:pt x="276594" y="691485"/>
                </a:lnTo>
                <a:lnTo>
                  <a:pt x="276594" y="674198"/>
                </a:lnTo>
                <a:lnTo>
                  <a:pt x="276594" y="656911"/>
                </a:lnTo>
                <a:lnTo>
                  <a:pt x="293881" y="656911"/>
                </a:lnTo>
                <a:lnTo>
                  <a:pt x="293881" y="639624"/>
                </a:lnTo>
                <a:lnTo>
                  <a:pt x="276594" y="639624"/>
                </a:lnTo>
                <a:lnTo>
                  <a:pt x="259307" y="639624"/>
                </a:lnTo>
                <a:lnTo>
                  <a:pt x="259307" y="656911"/>
                </a:lnTo>
                <a:lnTo>
                  <a:pt x="259307" y="674198"/>
                </a:lnTo>
                <a:lnTo>
                  <a:pt x="259307" y="691485"/>
                </a:lnTo>
                <a:lnTo>
                  <a:pt x="259307" y="708772"/>
                </a:lnTo>
                <a:lnTo>
                  <a:pt x="242020" y="708772"/>
                </a:lnTo>
                <a:lnTo>
                  <a:pt x="242020" y="726059"/>
                </a:lnTo>
                <a:lnTo>
                  <a:pt x="224733" y="726059"/>
                </a:lnTo>
                <a:lnTo>
                  <a:pt x="207446" y="726059"/>
                </a:lnTo>
                <a:lnTo>
                  <a:pt x="207446" y="708772"/>
                </a:lnTo>
                <a:lnTo>
                  <a:pt x="190158" y="708772"/>
                </a:lnTo>
                <a:lnTo>
                  <a:pt x="190158" y="691485"/>
                </a:lnTo>
                <a:lnTo>
                  <a:pt x="207446" y="691485"/>
                </a:lnTo>
                <a:lnTo>
                  <a:pt x="207446" y="674198"/>
                </a:lnTo>
                <a:lnTo>
                  <a:pt x="190158" y="674198"/>
                </a:lnTo>
                <a:lnTo>
                  <a:pt x="172871" y="674198"/>
                </a:lnTo>
                <a:lnTo>
                  <a:pt x="172871" y="656911"/>
                </a:lnTo>
                <a:lnTo>
                  <a:pt x="172871" y="639624"/>
                </a:lnTo>
                <a:lnTo>
                  <a:pt x="172871" y="622337"/>
                </a:lnTo>
                <a:lnTo>
                  <a:pt x="172871" y="605049"/>
                </a:lnTo>
                <a:lnTo>
                  <a:pt x="155584" y="605049"/>
                </a:lnTo>
                <a:lnTo>
                  <a:pt x="138297" y="605049"/>
                </a:lnTo>
                <a:lnTo>
                  <a:pt x="121010" y="605049"/>
                </a:lnTo>
                <a:lnTo>
                  <a:pt x="103723" y="605049"/>
                </a:lnTo>
                <a:lnTo>
                  <a:pt x="103723" y="622337"/>
                </a:lnTo>
                <a:lnTo>
                  <a:pt x="103723" y="639624"/>
                </a:lnTo>
                <a:lnTo>
                  <a:pt x="86436" y="639624"/>
                </a:lnTo>
                <a:lnTo>
                  <a:pt x="69149" y="639624"/>
                </a:lnTo>
                <a:lnTo>
                  <a:pt x="51861" y="639624"/>
                </a:lnTo>
                <a:lnTo>
                  <a:pt x="34574" y="639624"/>
                </a:lnTo>
                <a:lnTo>
                  <a:pt x="17287" y="639624"/>
                </a:lnTo>
                <a:lnTo>
                  <a:pt x="17287" y="622337"/>
                </a:lnTo>
                <a:lnTo>
                  <a:pt x="17287" y="605049"/>
                </a:lnTo>
                <a:lnTo>
                  <a:pt x="34574" y="605049"/>
                </a:lnTo>
                <a:lnTo>
                  <a:pt x="34574" y="587762"/>
                </a:lnTo>
                <a:lnTo>
                  <a:pt x="51861" y="587762"/>
                </a:lnTo>
                <a:lnTo>
                  <a:pt x="69149" y="587762"/>
                </a:lnTo>
                <a:lnTo>
                  <a:pt x="69149" y="570475"/>
                </a:lnTo>
                <a:lnTo>
                  <a:pt x="69149" y="553188"/>
                </a:lnTo>
                <a:lnTo>
                  <a:pt x="86436" y="553188"/>
                </a:lnTo>
                <a:lnTo>
                  <a:pt x="86436" y="535901"/>
                </a:lnTo>
                <a:lnTo>
                  <a:pt x="86436" y="518614"/>
                </a:lnTo>
                <a:lnTo>
                  <a:pt x="103723" y="518614"/>
                </a:lnTo>
                <a:lnTo>
                  <a:pt x="103723" y="535901"/>
                </a:lnTo>
                <a:lnTo>
                  <a:pt x="103723" y="553188"/>
                </a:lnTo>
                <a:lnTo>
                  <a:pt x="103723" y="570475"/>
                </a:lnTo>
                <a:lnTo>
                  <a:pt x="121010" y="570475"/>
                </a:lnTo>
                <a:lnTo>
                  <a:pt x="138297" y="570475"/>
                </a:lnTo>
                <a:lnTo>
                  <a:pt x="138297" y="553188"/>
                </a:lnTo>
                <a:lnTo>
                  <a:pt x="155584" y="553188"/>
                </a:lnTo>
                <a:lnTo>
                  <a:pt x="155584" y="535901"/>
                </a:lnTo>
                <a:lnTo>
                  <a:pt x="172871" y="535901"/>
                </a:lnTo>
                <a:lnTo>
                  <a:pt x="172871" y="518614"/>
                </a:lnTo>
                <a:lnTo>
                  <a:pt x="172871" y="501327"/>
                </a:lnTo>
                <a:lnTo>
                  <a:pt x="190158" y="501327"/>
                </a:lnTo>
                <a:lnTo>
                  <a:pt x="190158" y="484040"/>
                </a:lnTo>
                <a:lnTo>
                  <a:pt x="207446" y="484040"/>
                </a:lnTo>
                <a:lnTo>
                  <a:pt x="207446" y="501327"/>
                </a:lnTo>
                <a:lnTo>
                  <a:pt x="224733" y="501327"/>
                </a:lnTo>
                <a:lnTo>
                  <a:pt x="242020" y="501327"/>
                </a:lnTo>
                <a:lnTo>
                  <a:pt x="242020" y="484040"/>
                </a:lnTo>
                <a:lnTo>
                  <a:pt x="242020" y="466752"/>
                </a:lnTo>
                <a:lnTo>
                  <a:pt x="224733" y="466752"/>
                </a:lnTo>
                <a:close/>
                <a:moveTo>
                  <a:pt x="622337" y="449465"/>
                </a:moveTo>
                <a:lnTo>
                  <a:pt x="605049" y="449465"/>
                </a:lnTo>
                <a:lnTo>
                  <a:pt x="605049" y="466752"/>
                </a:lnTo>
                <a:lnTo>
                  <a:pt x="622337" y="466752"/>
                </a:lnTo>
                <a:close/>
                <a:moveTo>
                  <a:pt x="207446" y="535901"/>
                </a:moveTo>
                <a:lnTo>
                  <a:pt x="207446" y="553188"/>
                </a:lnTo>
                <a:lnTo>
                  <a:pt x="224733" y="553188"/>
                </a:lnTo>
                <a:lnTo>
                  <a:pt x="242020" y="553188"/>
                </a:lnTo>
                <a:lnTo>
                  <a:pt x="242020" y="535901"/>
                </a:lnTo>
                <a:lnTo>
                  <a:pt x="242020" y="518614"/>
                </a:lnTo>
                <a:lnTo>
                  <a:pt x="224733" y="518614"/>
                </a:lnTo>
                <a:lnTo>
                  <a:pt x="224733" y="535901"/>
                </a:lnTo>
                <a:close/>
                <a:moveTo>
                  <a:pt x="207446" y="605049"/>
                </a:moveTo>
                <a:lnTo>
                  <a:pt x="207446" y="622337"/>
                </a:lnTo>
                <a:lnTo>
                  <a:pt x="224733" y="622337"/>
                </a:lnTo>
                <a:lnTo>
                  <a:pt x="224733" y="605049"/>
                </a:lnTo>
                <a:lnTo>
                  <a:pt x="224733" y="587762"/>
                </a:lnTo>
                <a:lnTo>
                  <a:pt x="207446" y="587762"/>
                </a:lnTo>
                <a:close/>
                <a:moveTo>
                  <a:pt x="397604" y="501327"/>
                </a:moveTo>
                <a:lnTo>
                  <a:pt x="397604" y="518614"/>
                </a:lnTo>
                <a:lnTo>
                  <a:pt x="397604" y="535901"/>
                </a:lnTo>
                <a:lnTo>
                  <a:pt x="397604" y="553188"/>
                </a:lnTo>
                <a:lnTo>
                  <a:pt x="414891" y="553188"/>
                </a:lnTo>
                <a:lnTo>
                  <a:pt x="414891" y="570475"/>
                </a:lnTo>
                <a:lnTo>
                  <a:pt x="432178" y="570475"/>
                </a:lnTo>
                <a:lnTo>
                  <a:pt x="432178" y="553188"/>
                </a:lnTo>
                <a:lnTo>
                  <a:pt x="432178" y="535901"/>
                </a:lnTo>
                <a:lnTo>
                  <a:pt x="432178" y="518614"/>
                </a:lnTo>
                <a:lnTo>
                  <a:pt x="432178" y="501327"/>
                </a:lnTo>
                <a:lnTo>
                  <a:pt x="414891" y="501327"/>
                </a:lnTo>
                <a:close/>
                <a:moveTo>
                  <a:pt x="570475" y="501327"/>
                </a:moveTo>
                <a:lnTo>
                  <a:pt x="587762" y="501327"/>
                </a:lnTo>
                <a:lnTo>
                  <a:pt x="605049" y="501327"/>
                </a:lnTo>
                <a:lnTo>
                  <a:pt x="605049" y="484040"/>
                </a:lnTo>
                <a:lnTo>
                  <a:pt x="587762" y="484040"/>
                </a:lnTo>
                <a:lnTo>
                  <a:pt x="570475" y="484040"/>
                </a:lnTo>
                <a:close/>
                <a:moveTo>
                  <a:pt x="190158" y="432178"/>
                </a:moveTo>
                <a:lnTo>
                  <a:pt x="172871" y="432178"/>
                </a:lnTo>
                <a:lnTo>
                  <a:pt x="172871" y="414891"/>
                </a:lnTo>
                <a:lnTo>
                  <a:pt x="190158" y="414891"/>
                </a:lnTo>
                <a:close/>
                <a:moveTo>
                  <a:pt x="51861" y="535901"/>
                </a:moveTo>
                <a:lnTo>
                  <a:pt x="69149" y="535901"/>
                </a:lnTo>
                <a:lnTo>
                  <a:pt x="69149" y="553188"/>
                </a:lnTo>
                <a:lnTo>
                  <a:pt x="51861" y="553188"/>
                </a:lnTo>
                <a:lnTo>
                  <a:pt x="34574" y="553188"/>
                </a:lnTo>
                <a:lnTo>
                  <a:pt x="34574" y="535901"/>
                </a:lnTo>
                <a:lnTo>
                  <a:pt x="34574" y="518614"/>
                </a:lnTo>
                <a:lnTo>
                  <a:pt x="51861" y="518614"/>
                </a:lnTo>
                <a:close/>
                <a:moveTo>
                  <a:pt x="138297" y="674198"/>
                </a:moveTo>
                <a:lnTo>
                  <a:pt x="138297" y="691485"/>
                </a:lnTo>
                <a:lnTo>
                  <a:pt x="121010" y="691485"/>
                </a:lnTo>
                <a:lnTo>
                  <a:pt x="103723" y="691485"/>
                </a:lnTo>
                <a:lnTo>
                  <a:pt x="103723" y="674198"/>
                </a:lnTo>
                <a:lnTo>
                  <a:pt x="121010" y="674198"/>
                </a:lnTo>
                <a:lnTo>
                  <a:pt x="121010" y="656911"/>
                </a:lnTo>
                <a:lnTo>
                  <a:pt x="138297" y="656911"/>
                </a:lnTo>
                <a:close/>
                <a:moveTo>
                  <a:pt x="0" y="726059"/>
                </a:moveTo>
                <a:lnTo>
                  <a:pt x="0" y="708772"/>
                </a:lnTo>
                <a:lnTo>
                  <a:pt x="0" y="691485"/>
                </a:lnTo>
                <a:lnTo>
                  <a:pt x="0" y="674198"/>
                </a:lnTo>
                <a:lnTo>
                  <a:pt x="17287" y="674198"/>
                </a:lnTo>
                <a:lnTo>
                  <a:pt x="34574" y="674198"/>
                </a:lnTo>
                <a:lnTo>
                  <a:pt x="51861" y="674198"/>
                </a:lnTo>
                <a:lnTo>
                  <a:pt x="69149" y="674198"/>
                </a:lnTo>
                <a:lnTo>
                  <a:pt x="69149" y="691485"/>
                </a:lnTo>
                <a:lnTo>
                  <a:pt x="69149" y="708772"/>
                </a:lnTo>
                <a:lnTo>
                  <a:pt x="69149" y="726059"/>
                </a:lnTo>
                <a:lnTo>
                  <a:pt x="51861" y="726059"/>
                </a:lnTo>
                <a:lnTo>
                  <a:pt x="34574" y="726059"/>
                </a:lnTo>
                <a:lnTo>
                  <a:pt x="17287" y="726059"/>
                </a:lnTo>
                <a:lnTo>
                  <a:pt x="17287" y="743347"/>
                </a:lnTo>
                <a:lnTo>
                  <a:pt x="0" y="743347"/>
                </a:lnTo>
                <a:close/>
                <a:moveTo>
                  <a:pt x="172871" y="691485"/>
                </a:moveTo>
                <a:lnTo>
                  <a:pt x="155584" y="691485"/>
                </a:lnTo>
                <a:lnTo>
                  <a:pt x="155584" y="674198"/>
                </a:lnTo>
                <a:lnTo>
                  <a:pt x="172871" y="674198"/>
                </a:lnTo>
                <a:close/>
                <a:moveTo>
                  <a:pt x="138297" y="743347"/>
                </a:moveTo>
                <a:lnTo>
                  <a:pt x="138297" y="726059"/>
                </a:lnTo>
                <a:lnTo>
                  <a:pt x="155584" y="726059"/>
                </a:lnTo>
                <a:lnTo>
                  <a:pt x="155584" y="743347"/>
                </a:lnTo>
                <a:close/>
                <a:moveTo>
                  <a:pt x="259307" y="777921"/>
                </a:moveTo>
                <a:lnTo>
                  <a:pt x="242020" y="777921"/>
                </a:lnTo>
                <a:lnTo>
                  <a:pt x="242020" y="760634"/>
                </a:lnTo>
                <a:lnTo>
                  <a:pt x="259307" y="760634"/>
                </a:lnTo>
                <a:lnTo>
                  <a:pt x="276594" y="760634"/>
                </a:lnTo>
                <a:lnTo>
                  <a:pt x="276594" y="777921"/>
                </a:lnTo>
                <a:lnTo>
                  <a:pt x="276594" y="795208"/>
                </a:lnTo>
                <a:lnTo>
                  <a:pt x="259307" y="795208"/>
                </a:lnTo>
                <a:close/>
                <a:moveTo>
                  <a:pt x="207446" y="760634"/>
                </a:moveTo>
                <a:lnTo>
                  <a:pt x="224733" y="760634"/>
                </a:lnTo>
                <a:lnTo>
                  <a:pt x="224733" y="777921"/>
                </a:lnTo>
                <a:lnTo>
                  <a:pt x="224733" y="795208"/>
                </a:lnTo>
                <a:lnTo>
                  <a:pt x="207446" y="795208"/>
                </a:lnTo>
                <a:lnTo>
                  <a:pt x="207446" y="777921"/>
                </a:lnTo>
                <a:close/>
                <a:moveTo>
                  <a:pt x="103723" y="795208"/>
                </a:moveTo>
                <a:lnTo>
                  <a:pt x="103723" y="777921"/>
                </a:lnTo>
                <a:lnTo>
                  <a:pt x="121010" y="777921"/>
                </a:lnTo>
                <a:lnTo>
                  <a:pt x="121010" y="795208"/>
                </a:lnTo>
                <a:lnTo>
                  <a:pt x="121010" y="812495"/>
                </a:lnTo>
                <a:lnTo>
                  <a:pt x="121010" y="829782"/>
                </a:lnTo>
                <a:lnTo>
                  <a:pt x="103723" y="829782"/>
                </a:lnTo>
                <a:lnTo>
                  <a:pt x="103723" y="812495"/>
                </a:lnTo>
                <a:close/>
                <a:moveTo>
                  <a:pt x="207446" y="795208"/>
                </a:moveTo>
                <a:lnTo>
                  <a:pt x="207446" y="812495"/>
                </a:lnTo>
                <a:lnTo>
                  <a:pt x="190158" y="812495"/>
                </a:lnTo>
                <a:lnTo>
                  <a:pt x="172871" y="812495"/>
                </a:lnTo>
                <a:lnTo>
                  <a:pt x="172871" y="795208"/>
                </a:lnTo>
                <a:lnTo>
                  <a:pt x="190158" y="795208"/>
                </a:lnTo>
                <a:close/>
                <a:moveTo>
                  <a:pt x="311168" y="224733"/>
                </a:moveTo>
                <a:lnTo>
                  <a:pt x="311168" y="207446"/>
                </a:lnTo>
                <a:lnTo>
                  <a:pt x="311168" y="190158"/>
                </a:lnTo>
                <a:lnTo>
                  <a:pt x="328455" y="190158"/>
                </a:lnTo>
                <a:lnTo>
                  <a:pt x="328455" y="172871"/>
                </a:lnTo>
                <a:lnTo>
                  <a:pt x="345743" y="172871"/>
                </a:lnTo>
                <a:lnTo>
                  <a:pt x="363030" y="172871"/>
                </a:lnTo>
                <a:lnTo>
                  <a:pt x="380317" y="172871"/>
                </a:lnTo>
                <a:lnTo>
                  <a:pt x="380317" y="190158"/>
                </a:lnTo>
                <a:lnTo>
                  <a:pt x="397604" y="190158"/>
                </a:lnTo>
                <a:lnTo>
                  <a:pt x="397604" y="207446"/>
                </a:lnTo>
                <a:lnTo>
                  <a:pt x="414891" y="207446"/>
                </a:lnTo>
                <a:lnTo>
                  <a:pt x="414891" y="190158"/>
                </a:lnTo>
                <a:lnTo>
                  <a:pt x="432178" y="190158"/>
                </a:lnTo>
                <a:lnTo>
                  <a:pt x="432178" y="207446"/>
                </a:lnTo>
                <a:lnTo>
                  <a:pt x="432178" y="224733"/>
                </a:lnTo>
                <a:lnTo>
                  <a:pt x="449465" y="224733"/>
                </a:lnTo>
                <a:lnTo>
                  <a:pt x="449465" y="242020"/>
                </a:lnTo>
                <a:lnTo>
                  <a:pt x="432178" y="242020"/>
                </a:lnTo>
                <a:lnTo>
                  <a:pt x="414891" y="242020"/>
                </a:lnTo>
                <a:lnTo>
                  <a:pt x="414891" y="259307"/>
                </a:lnTo>
                <a:lnTo>
                  <a:pt x="397604" y="259307"/>
                </a:lnTo>
                <a:lnTo>
                  <a:pt x="380317" y="259307"/>
                </a:lnTo>
                <a:lnTo>
                  <a:pt x="363030" y="259307"/>
                </a:lnTo>
                <a:lnTo>
                  <a:pt x="363030" y="276594"/>
                </a:lnTo>
                <a:lnTo>
                  <a:pt x="345743" y="276594"/>
                </a:lnTo>
                <a:lnTo>
                  <a:pt x="345743" y="293881"/>
                </a:lnTo>
                <a:lnTo>
                  <a:pt x="363030" y="293881"/>
                </a:lnTo>
                <a:lnTo>
                  <a:pt x="363030" y="311168"/>
                </a:lnTo>
                <a:lnTo>
                  <a:pt x="380317" y="311168"/>
                </a:lnTo>
                <a:lnTo>
                  <a:pt x="397604" y="311168"/>
                </a:lnTo>
                <a:lnTo>
                  <a:pt x="414891" y="311168"/>
                </a:lnTo>
                <a:lnTo>
                  <a:pt x="414891" y="328455"/>
                </a:lnTo>
                <a:lnTo>
                  <a:pt x="414891" y="345743"/>
                </a:lnTo>
                <a:lnTo>
                  <a:pt x="397604" y="345743"/>
                </a:lnTo>
                <a:lnTo>
                  <a:pt x="380317" y="345743"/>
                </a:lnTo>
                <a:lnTo>
                  <a:pt x="363030" y="345743"/>
                </a:lnTo>
                <a:lnTo>
                  <a:pt x="345743" y="345743"/>
                </a:lnTo>
                <a:lnTo>
                  <a:pt x="345743" y="328455"/>
                </a:lnTo>
                <a:lnTo>
                  <a:pt x="328455" y="328455"/>
                </a:lnTo>
                <a:lnTo>
                  <a:pt x="328455" y="311168"/>
                </a:lnTo>
                <a:lnTo>
                  <a:pt x="311168" y="311168"/>
                </a:lnTo>
                <a:lnTo>
                  <a:pt x="311168" y="293881"/>
                </a:lnTo>
                <a:lnTo>
                  <a:pt x="311168" y="276594"/>
                </a:lnTo>
                <a:lnTo>
                  <a:pt x="311168" y="259307"/>
                </a:lnTo>
                <a:lnTo>
                  <a:pt x="293881" y="259307"/>
                </a:lnTo>
                <a:lnTo>
                  <a:pt x="293881" y="242020"/>
                </a:lnTo>
                <a:lnTo>
                  <a:pt x="276594" y="242020"/>
                </a:lnTo>
                <a:lnTo>
                  <a:pt x="276594" y="224733"/>
                </a:lnTo>
                <a:lnTo>
                  <a:pt x="293881" y="224733"/>
                </a:lnTo>
                <a:close/>
                <a:moveTo>
                  <a:pt x="345743" y="190158"/>
                </a:moveTo>
                <a:lnTo>
                  <a:pt x="328455" y="190158"/>
                </a:lnTo>
                <a:lnTo>
                  <a:pt x="328455" y="207446"/>
                </a:lnTo>
                <a:lnTo>
                  <a:pt x="328455" y="224733"/>
                </a:lnTo>
                <a:lnTo>
                  <a:pt x="345743" y="224733"/>
                </a:lnTo>
                <a:lnTo>
                  <a:pt x="345743" y="242020"/>
                </a:lnTo>
                <a:lnTo>
                  <a:pt x="363030" y="242020"/>
                </a:lnTo>
                <a:lnTo>
                  <a:pt x="380317" y="242020"/>
                </a:lnTo>
                <a:lnTo>
                  <a:pt x="397604" y="242020"/>
                </a:lnTo>
                <a:lnTo>
                  <a:pt x="397604" y="224733"/>
                </a:lnTo>
                <a:lnTo>
                  <a:pt x="380317" y="224733"/>
                </a:lnTo>
                <a:lnTo>
                  <a:pt x="380317" y="207446"/>
                </a:lnTo>
                <a:lnTo>
                  <a:pt x="363030" y="207446"/>
                </a:lnTo>
                <a:lnTo>
                  <a:pt x="345743" y="207446"/>
                </a:lnTo>
                <a:close/>
                <a:moveTo>
                  <a:pt x="293881" y="743347"/>
                </a:moveTo>
                <a:lnTo>
                  <a:pt x="276594" y="743347"/>
                </a:lnTo>
                <a:lnTo>
                  <a:pt x="276594" y="726059"/>
                </a:lnTo>
                <a:lnTo>
                  <a:pt x="293881" y="726059"/>
                </a:lnTo>
                <a:close/>
                <a:moveTo>
                  <a:pt x="484040" y="17287"/>
                </a:moveTo>
                <a:lnTo>
                  <a:pt x="466752" y="17287"/>
                </a:lnTo>
                <a:lnTo>
                  <a:pt x="466752" y="0"/>
                </a:lnTo>
                <a:lnTo>
                  <a:pt x="484040" y="0"/>
                </a:lnTo>
                <a:close/>
                <a:moveTo>
                  <a:pt x="397604" y="34574"/>
                </a:moveTo>
                <a:lnTo>
                  <a:pt x="397604" y="17287"/>
                </a:lnTo>
                <a:lnTo>
                  <a:pt x="414891" y="17287"/>
                </a:lnTo>
                <a:lnTo>
                  <a:pt x="432178" y="17287"/>
                </a:lnTo>
                <a:lnTo>
                  <a:pt x="449465" y="17287"/>
                </a:lnTo>
                <a:lnTo>
                  <a:pt x="449465" y="34574"/>
                </a:lnTo>
                <a:lnTo>
                  <a:pt x="449465" y="51861"/>
                </a:lnTo>
                <a:lnTo>
                  <a:pt x="432178" y="51861"/>
                </a:lnTo>
                <a:lnTo>
                  <a:pt x="432178" y="34574"/>
                </a:lnTo>
                <a:lnTo>
                  <a:pt x="414891" y="34574"/>
                </a:lnTo>
                <a:close/>
                <a:moveTo>
                  <a:pt x="466752" y="86436"/>
                </a:moveTo>
                <a:lnTo>
                  <a:pt x="449465" y="86436"/>
                </a:lnTo>
                <a:lnTo>
                  <a:pt x="449465" y="69149"/>
                </a:lnTo>
                <a:lnTo>
                  <a:pt x="449465" y="51861"/>
                </a:lnTo>
                <a:lnTo>
                  <a:pt x="466752" y="51861"/>
                </a:lnTo>
                <a:lnTo>
                  <a:pt x="484040" y="51861"/>
                </a:lnTo>
                <a:lnTo>
                  <a:pt x="501327" y="51861"/>
                </a:lnTo>
                <a:lnTo>
                  <a:pt x="518614" y="51861"/>
                </a:lnTo>
                <a:lnTo>
                  <a:pt x="518614" y="34574"/>
                </a:lnTo>
                <a:lnTo>
                  <a:pt x="535901" y="34574"/>
                </a:lnTo>
                <a:lnTo>
                  <a:pt x="535901" y="51861"/>
                </a:lnTo>
                <a:lnTo>
                  <a:pt x="553188" y="51861"/>
                </a:lnTo>
                <a:lnTo>
                  <a:pt x="553188" y="69149"/>
                </a:lnTo>
                <a:lnTo>
                  <a:pt x="570475" y="69149"/>
                </a:lnTo>
                <a:lnTo>
                  <a:pt x="570475" y="86436"/>
                </a:lnTo>
                <a:lnTo>
                  <a:pt x="553188" y="86436"/>
                </a:lnTo>
                <a:lnTo>
                  <a:pt x="535901" y="86436"/>
                </a:lnTo>
                <a:lnTo>
                  <a:pt x="518614" y="86436"/>
                </a:lnTo>
                <a:lnTo>
                  <a:pt x="501327" y="86436"/>
                </a:lnTo>
                <a:lnTo>
                  <a:pt x="484040" y="86436"/>
                </a:lnTo>
                <a:close/>
                <a:moveTo>
                  <a:pt x="380317" y="69149"/>
                </a:moveTo>
                <a:lnTo>
                  <a:pt x="380317" y="51861"/>
                </a:lnTo>
                <a:lnTo>
                  <a:pt x="397604" y="51861"/>
                </a:lnTo>
                <a:lnTo>
                  <a:pt x="397604" y="69149"/>
                </a:lnTo>
                <a:close/>
                <a:moveTo>
                  <a:pt x="484040" y="190158"/>
                </a:moveTo>
                <a:lnTo>
                  <a:pt x="484040" y="172871"/>
                </a:lnTo>
                <a:lnTo>
                  <a:pt x="484040" y="155584"/>
                </a:lnTo>
                <a:lnTo>
                  <a:pt x="466752" y="155584"/>
                </a:lnTo>
                <a:lnTo>
                  <a:pt x="466752" y="138297"/>
                </a:lnTo>
                <a:lnTo>
                  <a:pt x="466752" y="121010"/>
                </a:lnTo>
                <a:lnTo>
                  <a:pt x="484040" y="121010"/>
                </a:lnTo>
                <a:lnTo>
                  <a:pt x="501327" y="121010"/>
                </a:lnTo>
                <a:lnTo>
                  <a:pt x="518614" y="121010"/>
                </a:lnTo>
                <a:lnTo>
                  <a:pt x="518614" y="138297"/>
                </a:lnTo>
                <a:lnTo>
                  <a:pt x="535901" y="138297"/>
                </a:lnTo>
                <a:lnTo>
                  <a:pt x="535901" y="155584"/>
                </a:lnTo>
                <a:lnTo>
                  <a:pt x="535901" y="172871"/>
                </a:lnTo>
                <a:lnTo>
                  <a:pt x="518614" y="172871"/>
                </a:lnTo>
                <a:lnTo>
                  <a:pt x="501327" y="172871"/>
                </a:lnTo>
                <a:lnTo>
                  <a:pt x="501327" y="190158"/>
                </a:lnTo>
                <a:close/>
                <a:moveTo>
                  <a:pt x="363030" y="121010"/>
                </a:moveTo>
                <a:lnTo>
                  <a:pt x="380317" y="121010"/>
                </a:lnTo>
                <a:lnTo>
                  <a:pt x="397604" y="121010"/>
                </a:lnTo>
                <a:lnTo>
                  <a:pt x="397604" y="138297"/>
                </a:lnTo>
                <a:lnTo>
                  <a:pt x="380317" y="138297"/>
                </a:lnTo>
                <a:lnTo>
                  <a:pt x="363030" y="138297"/>
                </a:lnTo>
                <a:close/>
                <a:moveTo>
                  <a:pt x="432178" y="190158"/>
                </a:moveTo>
                <a:lnTo>
                  <a:pt x="432178" y="172871"/>
                </a:lnTo>
                <a:lnTo>
                  <a:pt x="449465" y="172871"/>
                </a:lnTo>
                <a:lnTo>
                  <a:pt x="466752" y="172871"/>
                </a:lnTo>
                <a:lnTo>
                  <a:pt x="466752" y="190158"/>
                </a:lnTo>
                <a:lnTo>
                  <a:pt x="449465" y="190158"/>
                </a:lnTo>
                <a:close/>
                <a:moveTo>
                  <a:pt x="518614" y="242020"/>
                </a:moveTo>
                <a:lnTo>
                  <a:pt x="501327" y="242020"/>
                </a:lnTo>
                <a:lnTo>
                  <a:pt x="484040" y="242020"/>
                </a:lnTo>
                <a:lnTo>
                  <a:pt x="484040" y="224733"/>
                </a:lnTo>
                <a:lnTo>
                  <a:pt x="466752" y="224733"/>
                </a:lnTo>
                <a:lnTo>
                  <a:pt x="466752" y="207446"/>
                </a:lnTo>
                <a:lnTo>
                  <a:pt x="466752" y="190158"/>
                </a:lnTo>
                <a:lnTo>
                  <a:pt x="484040" y="190158"/>
                </a:lnTo>
                <a:lnTo>
                  <a:pt x="484040" y="207446"/>
                </a:lnTo>
                <a:lnTo>
                  <a:pt x="501327" y="207446"/>
                </a:lnTo>
                <a:lnTo>
                  <a:pt x="501327" y="224733"/>
                </a:lnTo>
                <a:lnTo>
                  <a:pt x="518614" y="224733"/>
                </a:lnTo>
                <a:lnTo>
                  <a:pt x="535901" y="224733"/>
                </a:lnTo>
                <a:lnTo>
                  <a:pt x="535901" y="242020"/>
                </a:lnTo>
                <a:close/>
                <a:moveTo>
                  <a:pt x="518614" y="380317"/>
                </a:moveTo>
                <a:lnTo>
                  <a:pt x="501327" y="380317"/>
                </a:lnTo>
                <a:lnTo>
                  <a:pt x="501327" y="363030"/>
                </a:lnTo>
                <a:lnTo>
                  <a:pt x="518614" y="363030"/>
                </a:lnTo>
                <a:close/>
                <a:moveTo>
                  <a:pt x="518614" y="587762"/>
                </a:moveTo>
                <a:lnTo>
                  <a:pt x="501327" y="587762"/>
                </a:lnTo>
                <a:lnTo>
                  <a:pt x="501327" y="570475"/>
                </a:lnTo>
                <a:lnTo>
                  <a:pt x="518614" y="570475"/>
                </a:lnTo>
                <a:lnTo>
                  <a:pt x="518614" y="553188"/>
                </a:lnTo>
                <a:lnTo>
                  <a:pt x="535901" y="553188"/>
                </a:lnTo>
                <a:lnTo>
                  <a:pt x="535901" y="570475"/>
                </a:lnTo>
                <a:lnTo>
                  <a:pt x="553188" y="570475"/>
                </a:lnTo>
                <a:lnTo>
                  <a:pt x="553188" y="587762"/>
                </a:lnTo>
                <a:lnTo>
                  <a:pt x="535901" y="587762"/>
                </a:lnTo>
                <a:close/>
                <a:moveTo>
                  <a:pt x="432178" y="656911"/>
                </a:moveTo>
                <a:lnTo>
                  <a:pt x="414891" y="656911"/>
                </a:lnTo>
                <a:lnTo>
                  <a:pt x="414891" y="639624"/>
                </a:lnTo>
                <a:lnTo>
                  <a:pt x="432178" y="639624"/>
                </a:lnTo>
                <a:close/>
                <a:moveTo>
                  <a:pt x="535901" y="674198"/>
                </a:moveTo>
                <a:lnTo>
                  <a:pt x="518614" y="674198"/>
                </a:lnTo>
                <a:lnTo>
                  <a:pt x="518614" y="656911"/>
                </a:lnTo>
                <a:lnTo>
                  <a:pt x="535901" y="656911"/>
                </a:lnTo>
                <a:close/>
                <a:moveTo>
                  <a:pt x="501327" y="691485"/>
                </a:moveTo>
                <a:lnTo>
                  <a:pt x="501327" y="674198"/>
                </a:lnTo>
                <a:lnTo>
                  <a:pt x="518614" y="674198"/>
                </a:lnTo>
                <a:lnTo>
                  <a:pt x="518614" y="691485"/>
                </a:lnTo>
                <a:close/>
                <a:moveTo>
                  <a:pt x="535901" y="1261960"/>
                </a:moveTo>
                <a:lnTo>
                  <a:pt x="518614" y="1261960"/>
                </a:lnTo>
                <a:lnTo>
                  <a:pt x="518614" y="1244673"/>
                </a:lnTo>
                <a:lnTo>
                  <a:pt x="535901" y="1244673"/>
                </a:lnTo>
                <a:close/>
                <a:moveTo>
                  <a:pt x="432178" y="1313822"/>
                </a:moveTo>
                <a:lnTo>
                  <a:pt x="449465" y="1313822"/>
                </a:lnTo>
                <a:lnTo>
                  <a:pt x="449465" y="1331109"/>
                </a:lnTo>
                <a:lnTo>
                  <a:pt x="449465" y="1348396"/>
                </a:lnTo>
                <a:lnTo>
                  <a:pt x="432178" y="1348396"/>
                </a:lnTo>
                <a:lnTo>
                  <a:pt x="432178" y="1331109"/>
                </a:lnTo>
                <a:close/>
                <a:moveTo>
                  <a:pt x="518614" y="1382970"/>
                </a:moveTo>
                <a:lnTo>
                  <a:pt x="501327" y="1382970"/>
                </a:lnTo>
                <a:lnTo>
                  <a:pt x="501327" y="1365683"/>
                </a:lnTo>
                <a:lnTo>
                  <a:pt x="518614" y="1365683"/>
                </a:lnTo>
                <a:close/>
                <a:moveTo>
                  <a:pt x="553188" y="17287"/>
                </a:moveTo>
                <a:lnTo>
                  <a:pt x="535901" y="17287"/>
                </a:lnTo>
                <a:lnTo>
                  <a:pt x="535901" y="0"/>
                </a:lnTo>
                <a:lnTo>
                  <a:pt x="553188" y="0"/>
                </a:lnTo>
                <a:close/>
                <a:moveTo>
                  <a:pt x="622337" y="69149"/>
                </a:moveTo>
                <a:lnTo>
                  <a:pt x="605049" y="69149"/>
                </a:lnTo>
                <a:lnTo>
                  <a:pt x="605049" y="51861"/>
                </a:lnTo>
                <a:lnTo>
                  <a:pt x="622337" y="51861"/>
                </a:lnTo>
                <a:close/>
                <a:moveTo>
                  <a:pt x="639624" y="103723"/>
                </a:moveTo>
                <a:lnTo>
                  <a:pt x="639624" y="121010"/>
                </a:lnTo>
                <a:lnTo>
                  <a:pt x="622337" y="121010"/>
                </a:lnTo>
                <a:lnTo>
                  <a:pt x="622337" y="103723"/>
                </a:lnTo>
                <a:close/>
                <a:moveTo>
                  <a:pt x="553188" y="172871"/>
                </a:moveTo>
                <a:lnTo>
                  <a:pt x="570475" y="172871"/>
                </a:lnTo>
                <a:lnTo>
                  <a:pt x="570475" y="155584"/>
                </a:lnTo>
                <a:lnTo>
                  <a:pt x="570475" y="138297"/>
                </a:lnTo>
                <a:lnTo>
                  <a:pt x="587762" y="138297"/>
                </a:lnTo>
                <a:lnTo>
                  <a:pt x="587762" y="121010"/>
                </a:lnTo>
                <a:lnTo>
                  <a:pt x="605049" y="121010"/>
                </a:lnTo>
                <a:lnTo>
                  <a:pt x="622337" y="121010"/>
                </a:lnTo>
                <a:lnTo>
                  <a:pt x="622337" y="138297"/>
                </a:lnTo>
                <a:lnTo>
                  <a:pt x="622337" y="155584"/>
                </a:lnTo>
                <a:lnTo>
                  <a:pt x="622337" y="172871"/>
                </a:lnTo>
                <a:lnTo>
                  <a:pt x="605049" y="172871"/>
                </a:lnTo>
                <a:lnTo>
                  <a:pt x="605049" y="190158"/>
                </a:lnTo>
                <a:lnTo>
                  <a:pt x="605049" y="207446"/>
                </a:lnTo>
                <a:lnTo>
                  <a:pt x="605049" y="224733"/>
                </a:lnTo>
                <a:lnTo>
                  <a:pt x="622337" y="224733"/>
                </a:lnTo>
                <a:lnTo>
                  <a:pt x="622337" y="207446"/>
                </a:lnTo>
                <a:lnTo>
                  <a:pt x="639624" y="207446"/>
                </a:lnTo>
                <a:lnTo>
                  <a:pt x="639624" y="224733"/>
                </a:lnTo>
                <a:lnTo>
                  <a:pt x="656911" y="224733"/>
                </a:lnTo>
                <a:lnTo>
                  <a:pt x="656911" y="242020"/>
                </a:lnTo>
                <a:lnTo>
                  <a:pt x="656911" y="259307"/>
                </a:lnTo>
                <a:lnTo>
                  <a:pt x="656911" y="276594"/>
                </a:lnTo>
                <a:lnTo>
                  <a:pt x="639624" y="276594"/>
                </a:lnTo>
                <a:lnTo>
                  <a:pt x="622337" y="276594"/>
                </a:lnTo>
                <a:lnTo>
                  <a:pt x="605049" y="276594"/>
                </a:lnTo>
                <a:lnTo>
                  <a:pt x="605049" y="259307"/>
                </a:lnTo>
                <a:lnTo>
                  <a:pt x="587762" y="259307"/>
                </a:lnTo>
                <a:lnTo>
                  <a:pt x="570475" y="259307"/>
                </a:lnTo>
                <a:lnTo>
                  <a:pt x="570475" y="242020"/>
                </a:lnTo>
                <a:lnTo>
                  <a:pt x="570475" y="224733"/>
                </a:lnTo>
                <a:lnTo>
                  <a:pt x="570475" y="207446"/>
                </a:lnTo>
                <a:lnTo>
                  <a:pt x="587762" y="207446"/>
                </a:lnTo>
                <a:lnTo>
                  <a:pt x="587762" y="190158"/>
                </a:lnTo>
                <a:lnTo>
                  <a:pt x="570475" y="190158"/>
                </a:lnTo>
                <a:lnTo>
                  <a:pt x="553188" y="190158"/>
                </a:lnTo>
                <a:lnTo>
                  <a:pt x="553188" y="207446"/>
                </a:lnTo>
                <a:lnTo>
                  <a:pt x="535901" y="207446"/>
                </a:lnTo>
                <a:lnTo>
                  <a:pt x="535901" y="190158"/>
                </a:lnTo>
                <a:lnTo>
                  <a:pt x="535901" y="172871"/>
                </a:lnTo>
                <a:close/>
                <a:moveTo>
                  <a:pt x="622337" y="311168"/>
                </a:moveTo>
                <a:lnTo>
                  <a:pt x="639624" y="311168"/>
                </a:lnTo>
                <a:lnTo>
                  <a:pt x="639624" y="328455"/>
                </a:lnTo>
                <a:lnTo>
                  <a:pt x="639624" y="345743"/>
                </a:lnTo>
                <a:lnTo>
                  <a:pt x="622337" y="345743"/>
                </a:lnTo>
                <a:lnTo>
                  <a:pt x="622337" y="328455"/>
                </a:lnTo>
                <a:close/>
                <a:moveTo>
                  <a:pt x="535901" y="345743"/>
                </a:moveTo>
                <a:lnTo>
                  <a:pt x="518614" y="345743"/>
                </a:lnTo>
                <a:lnTo>
                  <a:pt x="518614" y="328455"/>
                </a:lnTo>
                <a:lnTo>
                  <a:pt x="518614" y="311168"/>
                </a:lnTo>
                <a:lnTo>
                  <a:pt x="535901" y="311168"/>
                </a:lnTo>
                <a:lnTo>
                  <a:pt x="535901" y="328455"/>
                </a:lnTo>
                <a:close/>
                <a:moveTo>
                  <a:pt x="518614" y="414891"/>
                </a:moveTo>
                <a:lnTo>
                  <a:pt x="518614" y="397604"/>
                </a:lnTo>
                <a:lnTo>
                  <a:pt x="518614" y="380317"/>
                </a:lnTo>
                <a:lnTo>
                  <a:pt x="535901" y="380317"/>
                </a:lnTo>
                <a:lnTo>
                  <a:pt x="535901" y="363030"/>
                </a:lnTo>
                <a:lnTo>
                  <a:pt x="535901" y="345743"/>
                </a:lnTo>
                <a:lnTo>
                  <a:pt x="553188" y="345743"/>
                </a:lnTo>
                <a:lnTo>
                  <a:pt x="553188" y="328455"/>
                </a:lnTo>
                <a:lnTo>
                  <a:pt x="570475" y="328455"/>
                </a:lnTo>
                <a:lnTo>
                  <a:pt x="587762" y="328455"/>
                </a:lnTo>
                <a:lnTo>
                  <a:pt x="587762" y="345743"/>
                </a:lnTo>
                <a:lnTo>
                  <a:pt x="587762" y="363030"/>
                </a:lnTo>
                <a:lnTo>
                  <a:pt x="587762" y="380317"/>
                </a:lnTo>
                <a:lnTo>
                  <a:pt x="587762" y="397604"/>
                </a:lnTo>
                <a:lnTo>
                  <a:pt x="570475" y="397604"/>
                </a:lnTo>
                <a:lnTo>
                  <a:pt x="570475" y="380317"/>
                </a:lnTo>
                <a:lnTo>
                  <a:pt x="553188" y="380317"/>
                </a:lnTo>
                <a:lnTo>
                  <a:pt x="553188" y="397604"/>
                </a:lnTo>
                <a:lnTo>
                  <a:pt x="535901" y="397604"/>
                </a:lnTo>
                <a:lnTo>
                  <a:pt x="535901" y="414891"/>
                </a:lnTo>
                <a:close/>
                <a:moveTo>
                  <a:pt x="639624" y="414891"/>
                </a:moveTo>
                <a:lnTo>
                  <a:pt x="656911" y="414891"/>
                </a:lnTo>
                <a:lnTo>
                  <a:pt x="656911" y="432178"/>
                </a:lnTo>
                <a:lnTo>
                  <a:pt x="639624" y="432178"/>
                </a:lnTo>
                <a:close/>
                <a:moveTo>
                  <a:pt x="570475" y="656911"/>
                </a:moveTo>
                <a:lnTo>
                  <a:pt x="553188" y="656911"/>
                </a:lnTo>
                <a:lnTo>
                  <a:pt x="553188" y="639624"/>
                </a:lnTo>
                <a:lnTo>
                  <a:pt x="570475" y="639624"/>
                </a:lnTo>
                <a:close/>
                <a:moveTo>
                  <a:pt x="622337" y="674198"/>
                </a:moveTo>
                <a:lnTo>
                  <a:pt x="622337" y="656911"/>
                </a:lnTo>
                <a:lnTo>
                  <a:pt x="639624" y="656911"/>
                </a:lnTo>
                <a:lnTo>
                  <a:pt x="639624" y="674198"/>
                </a:lnTo>
                <a:close/>
                <a:moveTo>
                  <a:pt x="605049" y="691485"/>
                </a:moveTo>
                <a:lnTo>
                  <a:pt x="587762" y="691485"/>
                </a:lnTo>
                <a:lnTo>
                  <a:pt x="587762" y="674198"/>
                </a:lnTo>
                <a:lnTo>
                  <a:pt x="605049" y="674198"/>
                </a:lnTo>
                <a:close/>
                <a:moveTo>
                  <a:pt x="674198" y="743347"/>
                </a:moveTo>
                <a:lnTo>
                  <a:pt x="656911" y="743347"/>
                </a:lnTo>
                <a:lnTo>
                  <a:pt x="656911" y="726059"/>
                </a:lnTo>
                <a:lnTo>
                  <a:pt x="674198" y="726059"/>
                </a:lnTo>
                <a:close/>
                <a:moveTo>
                  <a:pt x="605049" y="1158238"/>
                </a:moveTo>
                <a:lnTo>
                  <a:pt x="605049" y="1140950"/>
                </a:lnTo>
                <a:lnTo>
                  <a:pt x="622337" y="1140950"/>
                </a:lnTo>
                <a:lnTo>
                  <a:pt x="622337" y="1158238"/>
                </a:lnTo>
                <a:close/>
                <a:moveTo>
                  <a:pt x="674198" y="1365683"/>
                </a:moveTo>
                <a:lnTo>
                  <a:pt x="674198" y="1382970"/>
                </a:lnTo>
                <a:lnTo>
                  <a:pt x="656911" y="1382970"/>
                </a:lnTo>
                <a:lnTo>
                  <a:pt x="639624" y="1382970"/>
                </a:lnTo>
                <a:lnTo>
                  <a:pt x="639624" y="1365683"/>
                </a:lnTo>
                <a:lnTo>
                  <a:pt x="656911" y="1365683"/>
                </a:lnTo>
                <a:close/>
                <a:moveTo>
                  <a:pt x="553188" y="1382970"/>
                </a:moveTo>
                <a:lnTo>
                  <a:pt x="553188" y="1365683"/>
                </a:lnTo>
                <a:lnTo>
                  <a:pt x="570475" y="1365683"/>
                </a:lnTo>
                <a:lnTo>
                  <a:pt x="570475" y="1382970"/>
                </a:lnTo>
                <a:close/>
                <a:moveTo>
                  <a:pt x="726059" y="207446"/>
                </a:moveTo>
                <a:lnTo>
                  <a:pt x="726059" y="224733"/>
                </a:lnTo>
                <a:lnTo>
                  <a:pt x="743347" y="224733"/>
                </a:lnTo>
                <a:lnTo>
                  <a:pt x="743347" y="242020"/>
                </a:lnTo>
                <a:lnTo>
                  <a:pt x="726059" y="242020"/>
                </a:lnTo>
                <a:lnTo>
                  <a:pt x="708772" y="242020"/>
                </a:lnTo>
                <a:lnTo>
                  <a:pt x="708772" y="224733"/>
                </a:lnTo>
                <a:lnTo>
                  <a:pt x="691485" y="224733"/>
                </a:lnTo>
                <a:lnTo>
                  <a:pt x="691485" y="207446"/>
                </a:lnTo>
                <a:lnTo>
                  <a:pt x="691485" y="190158"/>
                </a:lnTo>
                <a:lnTo>
                  <a:pt x="708772" y="190158"/>
                </a:lnTo>
                <a:lnTo>
                  <a:pt x="708772" y="207446"/>
                </a:lnTo>
                <a:close/>
                <a:moveTo>
                  <a:pt x="743347" y="293881"/>
                </a:moveTo>
                <a:lnTo>
                  <a:pt x="743347" y="276594"/>
                </a:lnTo>
                <a:lnTo>
                  <a:pt x="743347" y="259307"/>
                </a:lnTo>
                <a:lnTo>
                  <a:pt x="760634" y="259307"/>
                </a:lnTo>
                <a:lnTo>
                  <a:pt x="760634" y="276594"/>
                </a:lnTo>
                <a:lnTo>
                  <a:pt x="777921" y="276594"/>
                </a:lnTo>
                <a:lnTo>
                  <a:pt x="777921" y="293881"/>
                </a:lnTo>
                <a:lnTo>
                  <a:pt x="760634" y="293881"/>
                </a:lnTo>
                <a:close/>
                <a:moveTo>
                  <a:pt x="708772" y="363030"/>
                </a:moveTo>
                <a:lnTo>
                  <a:pt x="691485" y="363030"/>
                </a:lnTo>
                <a:lnTo>
                  <a:pt x="691485" y="345743"/>
                </a:lnTo>
                <a:lnTo>
                  <a:pt x="691485" y="328455"/>
                </a:lnTo>
                <a:lnTo>
                  <a:pt x="691485" y="311168"/>
                </a:lnTo>
                <a:lnTo>
                  <a:pt x="708772" y="311168"/>
                </a:lnTo>
                <a:lnTo>
                  <a:pt x="726059" y="311168"/>
                </a:lnTo>
                <a:lnTo>
                  <a:pt x="743347" y="311168"/>
                </a:lnTo>
                <a:lnTo>
                  <a:pt x="743347" y="328455"/>
                </a:lnTo>
                <a:lnTo>
                  <a:pt x="760634" y="328455"/>
                </a:lnTo>
                <a:lnTo>
                  <a:pt x="777921" y="328455"/>
                </a:lnTo>
                <a:lnTo>
                  <a:pt x="795208" y="328455"/>
                </a:lnTo>
                <a:lnTo>
                  <a:pt x="795208" y="345743"/>
                </a:lnTo>
                <a:lnTo>
                  <a:pt x="795208" y="363030"/>
                </a:lnTo>
                <a:lnTo>
                  <a:pt x="777921" y="363030"/>
                </a:lnTo>
                <a:lnTo>
                  <a:pt x="760634" y="363030"/>
                </a:lnTo>
                <a:lnTo>
                  <a:pt x="760634" y="380317"/>
                </a:lnTo>
                <a:lnTo>
                  <a:pt x="743347" y="380317"/>
                </a:lnTo>
                <a:lnTo>
                  <a:pt x="743347" y="397604"/>
                </a:lnTo>
                <a:lnTo>
                  <a:pt x="726059" y="397604"/>
                </a:lnTo>
                <a:lnTo>
                  <a:pt x="726059" y="414891"/>
                </a:lnTo>
                <a:lnTo>
                  <a:pt x="708772" y="414891"/>
                </a:lnTo>
                <a:lnTo>
                  <a:pt x="708772" y="397604"/>
                </a:lnTo>
                <a:lnTo>
                  <a:pt x="708772" y="380317"/>
                </a:lnTo>
                <a:close/>
                <a:moveTo>
                  <a:pt x="847069" y="345743"/>
                </a:moveTo>
                <a:lnTo>
                  <a:pt x="829782" y="345743"/>
                </a:lnTo>
                <a:lnTo>
                  <a:pt x="829782" y="328455"/>
                </a:lnTo>
                <a:lnTo>
                  <a:pt x="847069" y="328455"/>
                </a:lnTo>
                <a:close/>
                <a:moveTo>
                  <a:pt x="656911" y="380317"/>
                </a:moveTo>
                <a:lnTo>
                  <a:pt x="674198" y="380317"/>
                </a:lnTo>
                <a:lnTo>
                  <a:pt x="674198" y="397604"/>
                </a:lnTo>
                <a:lnTo>
                  <a:pt x="674198" y="414891"/>
                </a:lnTo>
                <a:lnTo>
                  <a:pt x="656911" y="414891"/>
                </a:lnTo>
                <a:lnTo>
                  <a:pt x="656911" y="397604"/>
                </a:lnTo>
                <a:close/>
                <a:moveTo>
                  <a:pt x="760634" y="449465"/>
                </a:moveTo>
                <a:lnTo>
                  <a:pt x="760634" y="432178"/>
                </a:lnTo>
                <a:lnTo>
                  <a:pt x="760634" y="414891"/>
                </a:lnTo>
                <a:lnTo>
                  <a:pt x="777921" y="414891"/>
                </a:lnTo>
                <a:lnTo>
                  <a:pt x="777921" y="397604"/>
                </a:lnTo>
                <a:lnTo>
                  <a:pt x="795208" y="397604"/>
                </a:lnTo>
                <a:lnTo>
                  <a:pt x="795208" y="380317"/>
                </a:lnTo>
                <a:lnTo>
                  <a:pt x="812495" y="380317"/>
                </a:lnTo>
                <a:lnTo>
                  <a:pt x="812495" y="397604"/>
                </a:lnTo>
                <a:lnTo>
                  <a:pt x="829782" y="397604"/>
                </a:lnTo>
                <a:lnTo>
                  <a:pt x="829782" y="414891"/>
                </a:lnTo>
                <a:lnTo>
                  <a:pt x="812495" y="414891"/>
                </a:lnTo>
                <a:lnTo>
                  <a:pt x="795208" y="414891"/>
                </a:lnTo>
                <a:lnTo>
                  <a:pt x="795208" y="432178"/>
                </a:lnTo>
                <a:lnTo>
                  <a:pt x="777921" y="432178"/>
                </a:lnTo>
                <a:lnTo>
                  <a:pt x="777921" y="449465"/>
                </a:lnTo>
                <a:lnTo>
                  <a:pt x="777921" y="466752"/>
                </a:lnTo>
                <a:lnTo>
                  <a:pt x="760634" y="466752"/>
                </a:lnTo>
                <a:lnTo>
                  <a:pt x="760634" y="484040"/>
                </a:lnTo>
                <a:lnTo>
                  <a:pt x="743347" y="484040"/>
                </a:lnTo>
                <a:lnTo>
                  <a:pt x="743347" y="466752"/>
                </a:lnTo>
                <a:lnTo>
                  <a:pt x="743347" y="449465"/>
                </a:lnTo>
                <a:close/>
                <a:moveTo>
                  <a:pt x="847069" y="397604"/>
                </a:moveTo>
                <a:lnTo>
                  <a:pt x="829782" y="397604"/>
                </a:lnTo>
                <a:lnTo>
                  <a:pt x="829782" y="380317"/>
                </a:lnTo>
                <a:lnTo>
                  <a:pt x="847069" y="380317"/>
                </a:lnTo>
                <a:close/>
                <a:moveTo>
                  <a:pt x="916218" y="501327"/>
                </a:moveTo>
                <a:lnTo>
                  <a:pt x="916218" y="484040"/>
                </a:lnTo>
                <a:lnTo>
                  <a:pt x="898931" y="484040"/>
                </a:lnTo>
                <a:lnTo>
                  <a:pt x="881644" y="484040"/>
                </a:lnTo>
                <a:lnTo>
                  <a:pt x="881644" y="466752"/>
                </a:lnTo>
                <a:lnTo>
                  <a:pt x="881644" y="449465"/>
                </a:lnTo>
                <a:lnTo>
                  <a:pt x="898931" y="449465"/>
                </a:lnTo>
                <a:lnTo>
                  <a:pt x="916218" y="449465"/>
                </a:lnTo>
                <a:lnTo>
                  <a:pt x="916218" y="466752"/>
                </a:lnTo>
                <a:lnTo>
                  <a:pt x="933505" y="466752"/>
                </a:lnTo>
                <a:lnTo>
                  <a:pt x="950792" y="466752"/>
                </a:lnTo>
                <a:lnTo>
                  <a:pt x="950792" y="484040"/>
                </a:lnTo>
                <a:lnTo>
                  <a:pt x="950792" y="501327"/>
                </a:lnTo>
                <a:lnTo>
                  <a:pt x="933505" y="501327"/>
                </a:lnTo>
                <a:close/>
                <a:moveTo>
                  <a:pt x="777921" y="484040"/>
                </a:moveTo>
                <a:lnTo>
                  <a:pt x="777921" y="466752"/>
                </a:lnTo>
                <a:lnTo>
                  <a:pt x="795208" y="466752"/>
                </a:lnTo>
                <a:lnTo>
                  <a:pt x="795208" y="484040"/>
                </a:lnTo>
                <a:close/>
                <a:moveTo>
                  <a:pt x="1019941" y="535901"/>
                </a:moveTo>
                <a:lnTo>
                  <a:pt x="1002653" y="535901"/>
                </a:lnTo>
                <a:lnTo>
                  <a:pt x="1002653" y="518614"/>
                </a:lnTo>
                <a:lnTo>
                  <a:pt x="1019941" y="518614"/>
                </a:lnTo>
                <a:lnTo>
                  <a:pt x="1037228" y="518614"/>
                </a:lnTo>
                <a:lnTo>
                  <a:pt x="1054515" y="518614"/>
                </a:lnTo>
                <a:lnTo>
                  <a:pt x="1071802" y="518614"/>
                </a:lnTo>
                <a:lnTo>
                  <a:pt x="1089089" y="518614"/>
                </a:lnTo>
                <a:lnTo>
                  <a:pt x="1089089" y="535901"/>
                </a:lnTo>
                <a:lnTo>
                  <a:pt x="1089089" y="553188"/>
                </a:lnTo>
                <a:lnTo>
                  <a:pt x="1089089" y="570475"/>
                </a:lnTo>
                <a:lnTo>
                  <a:pt x="1106376" y="570475"/>
                </a:lnTo>
                <a:lnTo>
                  <a:pt x="1123663" y="570475"/>
                </a:lnTo>
                <a:lnTo>
                  <a:pt x="1140950" y="570475"/>
                </a:lnTo>
                <a:lnTo>
                  <a:pt x="1158238" y="570475"/>
                </a:lnTo>
                <a:lnTo>
                  <a:pt x="1175525" y="570475"/>
                </a:lnTo>
                <a:lnTo>
                  <a:pt x="1192812" y="570475"/>
                </a:lnTo>
                <a:lnTo>
                  <a:pt x="1192812" y="587762"/>
                </a:lnTo>
                <a:lnTo>
                  <a:pt x="1192812" y="605049"/>
                </a:lnTo>
                <a:lnTo>
                  <a:pt x="1210099" y="605049"/>
                </a:lnTo>
                <a:lnTo>
                  <a:pt x="1210099" y="622337"/>
                </a:lnTo>
                <a:lnTo>
                  <a:pt x="1210099" y="639624"/>
                </a:lnTo>
                <a:lnTo>
                  <a:pt x="1227386" y="639624"/>
                </a:lnTo>
                <a:lnTo>
                  <a:pt x="1227386" y="656911"/>
                </a:lnTo>
                <a:lnTo>
                  <a:pt x="1210099" y="656911"/>
                </a:lnTo>
                <a:lnTo>
                  <a:pt x="1192812" y="656911"/>
                </a:lnTo>
                <a:lnTo>
                  <a:pt x="1175525" y="656911"/>
                </a:lnTo>
                <a:lnTo>
                  <a:pt x="1158238" y="656911"/>
                </a:lnTo>
                <a:lnTo>
                  <a:pt x="1140950" y="656911"/>
                </a:lnTo>
                <a:lnTo>
                  <a:pt x="1140950" y="639624"/>
                </a:lnTo>
                <a:lnTo>
                  <a:pt x="1123663" y="639624"/>
                </a:lnTo>
                <a:lnTo>
                  <a:pt x="1123663" y="622337"/>
                </a:lnTo>
                <a:lnTo>
                  <a:pt x="1123663" y="605049"/>
                </a:lnTo>
                <a:lnTo>
                  <a:pt x="1106376" y="605049"/>
                </a:lnTo>
                <a:lnTo>
                  <a:pt x="1089089" y="605049"/>
                </a:lnTo>
                <a:lnTo>
                  <a:pt x="1089089" y="587762"/>
                </a:lnTo>
                <a:lnTo>
                  <a:pt x="1071802" y="587762"/>
                </a:lnTo>
                <a:lnTo>
                  <a:pt x="1071802" y="605049"/>
                </a:lnTo>
                <a:lnTo>
                  <a:pt x="1071802" y="622337"/>
                </a:lnTo>
                <a:lnTo>
                  <a:pt x="1071802" y="639624"/>
                </a:lnTo>
                <a:lnTo>
                  <a:pt x="1054515" y="639624"/>
                </a:lnTo>
                <a:lnTo>
                  <a:pt x="1037228" y="639624"/>
                </a:lnTo>
                <a:lnTo>
                  <a:pt x="1037228" y="622337"/>
                </a:lnTo>
                <a:lnTo>
                  <a:pt x="1037228" y="605049"/>
                </a:lnTo>
                <a:lnTo>
                  <a:pt x="1037228" y="587762"/>
                </a:lnTo>
                <a:lnTo>
                  <a:pt x="1019941" y="587762"/>
                </a:lnTo>
                <a:lnTo>
                  <a:pt x="1019941" y="570475"/>
                </a:lnTo>
                <a:lnTo>
                  <a:pt x="1019941" y="553188"/>
                </a:lnTo>
                <a:close/>
                <a:moveTo>
                  <a:pt x="968079" y="553188"/>
                </a:moveTo>
                <a:lnTo>
                  <a:pt x="968079" y="535901"/>
                </a:lnTo>
                <a:lnTo>
                  <a:pt x="985366" y="535901"/>
                </a:lnTo>
                <a:lnTo>
                  <a:pt x="985366" y="553188"/>
                </a:lnTo>
                <a:close/>
                <a:moveTo>
                  <a:pt x="795208" y="570475"/>
                </a:moveTo>
                <a:lnTo>
                  <a:pt x="777921" y="570475"/>
                </a:lnTo>
                <a:lnTo>
                  <a:pt x="777921" y="553188"/>
                </a:lnTo>
                <a:lnTo>
                  <a:pt x="795208" y="553188"/>
                </a:lnTo>
                <a:close/>
                <a:moveTo>
                  <a:pt x="743347" y="587762"/>
                </a:moveTo>
                <a:lnTo>
                  <a:pt x="726059" y="587762"/>
                </a:lnTo>
                <a:lnTo>
                  <a:pt x="726059" y="570475"/>
                </a:lnTo>
                <a:lnTo>
                  <a:pt x="743347" y="570475"/>
                </a:lnTo>
                <a:close/>
                <a:moveTo>
                  <a:pt x="708772" y="587762"/>
                </a:moveTo>
                <a:lnTo>
                  <a:pt x="691485" y="587762"/>
                </a:lnTo>
                <a:lnTo>
                  <a:pt x="691485" y="570475"/>
                </a:lnTo>
                <a:lnTo>
                  <a:pt x="708772" y="570475"/>
                </a:lnTo>
                <a:close/>
                <a:moveTo>
                  <a:pt x="968079" y="605049"/>
                </a:moveTo>
                <a:lnTo>
                  <a:pt x="968079" y="622337"/>
                </a:lnTo>
                <a:lnTo>
                  <a:pt x="968079" y="639624"/>
                </a:lnTo>
                <a:lnTo>
                  <a:pt x="950792" y="639624"/>
                </a:lnTo>
                <a:lnTo>
                  <a:pt x="950792" y="622337"/>
                </a:lnTo>
                <a:lnTo>
                  <a:pt x="950792" y="605049"/>
                </a:lnTo>
                <a:lnTo>
                  <a:pt x="950792" y="587762"/>
                </a:lnTo>
                <a:lnTo>
                  <a:pt x="968079" y="587762"/>
                </a:lnTo>
                <a:close/>
                <a:moveTo>
                  <a:pt x="968079" y="708772"/>
                </a:moveTo>
                <a:lnTo>
                  <a:pt x="950792" y="708772"/>
                </a:lnTo>
                <a:lnTo>
                  <a:pt x="950792" y="691485"/>
                </a:lnTo>
                <a:lnTo>
                  <a:pt x="950792" y="674198"/>
                </a:lnTo>
                <a:lnTo>
                  <a:pt x="968079" y="674198"/>
                </a:lnTo>
                <a:lnTo>
                  <a:pt x="968079" y="656911"/>
                </a:lnTo>
                <a:lnTo>
                  <a:pt x="985366" y="656911"/>
                </a:lnTo>
                <a:lnTo>
                  <a:pt x="1002653" y="656911"/>
                </a:lnTo>
                <a:lnTo>
                  <a:pt x="1002653" y="674198"/>
                </a:lnTo>
                <a:lnTo>
                  <a:pt x="985366" y="674198"/>
                </a:lnTo>
                <a:lnTo>
                  <a:pt x="985366" y="691485"/>
                </a:lnTo>
                <a:lnTo>
                  <a:pt x="985366" y="708772"/>
                </a:lnTo>
                <a:close/>
                <a:moveTo>
                  <a:pt x="743347" y="674198"/>
                </a:moveTo>
                <a:lnTo>
                  <a:pt x="743347" y="691485"/>
                </a:lnTo>
                <a:lnTo>
                  <a:pt x="743347" y="708772"/>
                </a:lnTo>
                <a:lnTo>
                  <a:pt x="743347" y="726059"/>
                </a:lnTo>
                <a:lnTo>
                  <a:pt x="743347" y="743347"/>
                </a:lnTo>
                <a:lnTo>
                  <a:pt x="743347" y="760634"/>
                </a:lnTo>
                <a:lnTo>
                  <a:pt x="726059" y="760634"/>
                </a:lnTo>
                <a:lnTo>
                  <a:pt x="726059" y="743347"/>
                </a:lnTo>
                <a:lnTo>
                  <a:pt x="708772" y="743347"/>
                </a:lnTo>
                <a:lnTo>
                  <a:pt x="708772" y="726059"/>
                </a:lnTo>
                <a:lnTo>
                  <a:pt x="708772" y="708772"/>
                </a:lnTo>
                <a:lnTo>
                  <a:pt x="726059" y="708772"/>
                </a:lnTo>
                <a:lnTo>
                  <a:pt x="726059" y="691485"/>
                </a:lnTo>
                <a:lnTo>
                  <a:pt x="726059" y="674198"/>
                </a:lnTo>
                <a:close/>
                <a:moveTo>
                  <a:pt x="726059" y="795208"/>
                </a:moveTo>
                <a:lnTo>
                  <a:pt x="708772" y="795208"/>
                </a:lnTo>
                <a:lnTo>
                  <a:pt x="708772" y="777921"/>
                </a:lnTo>
                <a:lnTo>
                  <a:pt x="726059" y="777921"/>
                </a:lnTo>
                <a:close/>
                <a:moveTo>
                  <a:pt x="795208" y="829782"/>
                </a:moveTo>
                <a:lnTo>
                  <a:pt x="795208" y="812495"/>
                </a:lnTo>
                <a:lnTo>
                  <a:pt x="812495" y="812495"/>
                </a:lnTo>
                <a:lnTo>
                  <a:pt x="812495" y="829782"/>
                </a:lnTo>
                <a:close/>
                <a:moveTo>
                  <a:pt x="1123663" y="847069"/>
                </a:moveTo>
                <a:lnTo>
                  <a:pt x="1123663" y="829782"/>
                </a:lnTo>
                <a:lnTo>
                  <a:pt x="1140950" y="829782"/>
                </a:lnTo>
                <a:lnTo>
                  <a:pt x="1140950" y="847069"/>
                </a:lnTo>
                <a:close/>
                <a:moveTo>
                  <a:pt x="1175525" y="933505"/>
                </a:moveTo>
                <a:lnTo>
                  <a:pt x="1158238" y="933505"/>
                </a:lnTo>
                <a:lnTo>
                  <a:pt x="1158238" y="916218"/>
                </a:lnTo>
                <a:lnTo>
                  <a:pt x="1140950" y="916218"/>
                </a:lnTo>
                <a:lnTo>
                  <a:pt x="1140950" y="898931"/>
                </a:lnTo>
                <a:lnTo>
                  <a:pt x="1140950" y="881644"/>
                </a:lnTo>
                <a:lnTo>
                  <a:pt x="1140950" y="864356"/>
                </a:lnTo>
                <a:lnTo>
                  <a:pt x="1140950" y="847069"/>
                </a:lnTo>
                <a:lnTo>
                  <a:pt x="1158238" y="847069"/>
                </a:lnTo>
                <a:lnTo>
                  <a:pt x="1158238" y="829782"/>
                </a:lnTo>
                <a:lnTo>
                  <a:pt x="1175525" y="829782"/>
                </a:lnTo>
                <a:lnTo>
                  <a:pt x="1175525" y="812495"/>
                </a:lnTo>
                <a:lnTo>
                  <a:pt x="1192812" y="812495"/>
                </a:lnTo>
                <a:lnTo>
                  <a:pt x="1192812" y="795208"/>
                </a:lnTo>
                <a:lnTo>
                  <a:pt x="1210099" y="795208"/>
                </a:lnTo>
                <a:lnTo>
                  <a:pt x="1227386" y="795208"/>
                </a:lnTo>
                <a:lnTo>
                  <a:pt x="1244673" y="795208"/>
                </a:lnTo>
                <a:lnTo>
                  <a:pt x="1244673" y="812495"/>
                </a:lnTo>
                <a:lnTo>
                  <a:pt x="1244673" y="829782"/>
                </a:lnTo>
                <a:lnTo>
                  <a:pt x="1261960" y="829782"/>
                </a:lnTo>
                <a:lnTo>
                  <a:pt x="1279247" y="829782"/>
                </a:lnTo>
                <a:lnTo>
                  <a:pt x="1296535" y="829782"/>
                </a:lnTo>
                <a:lnTo>
                  <a:pt x="1296535" y="812495"/>
                </a:lnTo>
                <a:lnTo>
                  <a:pt x="1313822" y="812495"/>
                </a:lnTo>
                <a:lnTo>
                  <a:pt x="1313822" y="829782"/>
                </a:lnTo>
                <a:lnTo>
                  <a:pt x="1313822" y="847069"/>
                </a:lnTo>
                <a:lnTo>
                  <a:pt x="1313822" y="864356"/>
                </a:lnTo>
                <a:lnTo>
                  <a:pt x="1313822" y="881644"/>
                </a:lnTo>
                <a:lnTo>
                  <a:pt x="1296535" y="881644"/>
                </a:lnTo>
                <a:lnTo>
                  <a:pt x="1296535" y="898931"/>
                </a:lnTo>
                <a:lnTo>
                  <a:pt x="1296535" y="916218"/>
                </a:lnTo>
                <a:lnTo>
                  <a:pt x="1296535" y="933505"/>
                </a:lnTo>
                <a:lnTo>
                  <a:pt x="1279247" y="933505"/>
                </a:lnTo>
                <a:lnTo>
                  <a:pt x="1261960" y="933505"/>
                </a:lnTo>
                <a:lnTo>
                  <a:pt x="1261960" y="950792"/>
                </a:lnTo>
                <a:lnTo>
                  <a:pt x="1244673" y="950792"/>
                </a:lnTo>
                <a:lnTo>
                  <a:pt x="1227386" y="950792"/>
                </a:lnTo>
                <a:lnTo>
                  <a:pt x="1210099" y="950792"/>
                </a:lnTo>
                <a:lnTo>
                  <a:pt x="1192812" y="950792"/>
                </a:lnTo>
                <a:lnTo>
                  <a:pt x="1175525" y="950792"/>
                </a:lnTo>
                <a:close/>
                <a:moveTo>
                  <a:pt x="1244673" y="864356"/>
                </a:moveTo>
                <a:lnTo>
                  <a:pt x="1244673" y="847069"/>
                </a:lnTo>
                <a:lnTo>
                  <a:pt x="1227386" y="847069"/>
                </a:lnTo>
                <a:lnTo>
                  <a:pt x="1210099" y="847069"/>
                </a:lnTo>
                <a:lnTo>
                  <a:pt x="1192812" y="847069"/>
                </a:lnTo>
                <a:lnTo>
                  <a:pt x="1192812" y="864356"/>
                </a:lnTo>
                <a:lnTo>
                  <a:pt x="1192812" y="881644"/>
                </a:lnTo>
                <a:lnTo>
                  <a:pt x="1192812" y="898931"/>
                </a:lnTo>
                <a:lnTo>
                  <a:pt x="1210099" y="898931"/>
                </a:lnTo>
                <a:lnTo>
                  <a:pt x="1227386" y="898931"/>
                </a:lnTo>
                <a:lnTo>
                  <a:pt x="1227386" y="881644"/>
                </a:lnTo>
                <a:lnTo>
                  <a:pt x="1244673" y="881644"/>
                </a:lnTo>
                <a:close/>
                <a:moveTo>
                  <a:pt x="691485" y="1158238"/>
                </a:moveTo>
                <a:lnTo>
                  <a:pt x="674198" y="1158238"/>
                </a:lnTo>
                <a:lnTo>
                  <a:pt x="674198" y="1140950"/>
                </a:lnTo>
                <a:lnTo>
                  <a:pt x="691485" y="1140950"/>
                </a:lnTo>
                <a:close/>
                <a:moveTo>
                  <a:pt x="726059" y="1175525"/>
                </a:moveTo>
                <a:lnTo>
                  <a:pt x="708772" y="1175525"/>
                </a:lnTo>
                <a:lnTo>
                  <a:pt x="708772" y="1158238"/>
                </a:lnTo>
                <a:lnTo>
                  <a:pt x="726059" y="1158238"/>
                </a:lnTo>
                <a:close/>
                <a:moveTo>
                  <a:pt x="812495" y="1210099"/>
                </a:moveTo>
                <a:lnTo>
                  <a:pt x="812495" y="1192812"/>
                </a:lnTo>
                <a:lnTo>
                  <a:pt x="829782" y="1192812"/>
                </a:lnTo>
                <a:lnTo>
                  <a:pt x="829782" y="1210099"/>
                </a:lnTo>
                <a:close/>
                <a:moveTo>
                  <a:pt x="847069" y="1210099"/>
                </a:moveTo>
                <a:lnTo>
                  <a:pt x="847069" y="1227386"/>
                </a:lnTo>
                <a:lnTo>
                  <a:pt x="847069" y="1244673"/>
                </a:lnTo>
                <a:lnTo>
                  <a:pt x="847069" y="1261960"/>
                </a:lnTo>
                <a:lnTo>
                  <a:pt x="829782" y="1261960"/>
                </a:lnTo>
                <a:lnTo>
                  <a:pt x="829782" y="1244673"/>
                </a:lnTo>
                <a:lnTo>
                  <a:pt x="829782" y="1227386"/>
                </a:lnTo>
                <a:lnTo>
                  <a:pt x="829782" y="1210099"/>
                </a:lnTo>
                <a:close/>
                <a:moveTo>
                  <a:pt x="726059" y="1313822"/>
                </a:moveTo>
                <a:lnTo>
                  <a:pt x="708772" y="1313822"/>
                </a:lnTo>
                <a:lnTo>
                  <a:pt x="708772" y="1296535"/>
                </a:lnTo>
                <a:lnTo>
                  <a:pt x="726059" y="1296535"/>
                </a:lnTo>
                <a:close/>
                <a:moveTo>
                  <a:pt x="760634" y="1382970"/>
                </a:moveTo>
                <a:lnTo>
                  <a:pt x="760634" y="1365683"/>
                </a:lnTo>
                <a:lnTo>
                  <a:pt x="777921" y="1365683"/>
                </a:lnTo>
                <a:lnTo>
                  <a:pt x="777921" y="1382970"/>
                </a:lnTo>
                <a:close/>
                <a:moveTo>
                  <a:pt x="726059" y="1382970"/>
                </a:moveTo>
                <a:lnTo>
                  <a:pt x="708772" y="1382970"/>
                </a:lnTo>
                <a:lnTo>
                  <a:pt x="708772" y="1365683"/>
                </a:lnTo>
                <a:lnTo>
                  <a:pt x="726059" y="1365683"/>
                </a:lnTo>
                <a:close/>
                <a:moveTo>
                  <a:pt x="1434832" y="484040"/>
                </a:moveTo>
                <a:lnTo>
                  <a:pt x="1417545" y="484040"/>
                </a:lnTo>
                <a:lnTo>
                  <a:pt x="1417545" y="466752"/>
                </a:lnTo>
                <a:lnTo>
                  <a:pt x="1434832" y="466752"/>
                </a:lnTo>
                <a:close/>
                <a:moveTo>
                  <a:pt x="1382970" y="518614"/>
                </a:moveTo>
                <a:lnTo>
                  <a:pt x="1365683" y="518614"/>
                </a:lnTo>
                <a:lnTo>
                  <a:pt x="1348396" y="518614"/>
                </a:lnTo>
                <a:lnTo>
                  <a:pt x="1348396" y="501327"/>
                </a:lnTo>
                <a:lnTo>
                  <a:pt x="1365683" y="501327"/>
                </a:lnTo>
                <a:lnTo>
                  <a:pt x="1382970" y="501327"/>
                </a:lnTo>
                <a:close/>
                <a:moveTo>
                  <a:pt x="1313822" y="570475"/>
                </a:moveTo>
                <a:lnTo>
                  <a:pt x="1296535" y="570475"/>
                </a:lnTo>
                <a:lnTo>
                  <a:pt x="1296535" y="553188"/>
                </a:lnTo>
                <a:lnTo>
                  <a:pt x="1313822" y="553188"/>
                </a:lnTo>
                <a:close/>
                <a:moveTo>
                  <a:pt x="1452119" y="622337"/>
                </a:moveTo>
                <a:lnTo>
                  <a:pt x="1434832" y="622337"/>
                </a:lnTo>
                <a:lnTo>
                  <a:pt x="1417545" y="622337"/>
                </a:lnTo>
                <a:lnTo>
                  <a:pt x="1417545" y="605049"/>
                </a:lnTo>
                <a:lnTo>
                  <a:pt x="1417545" y="587762"/>
                </a:lnTo>
                <a:lnTo>
                  <a:pt x="1434832" y="587762"/>
                </a:lnTo>
                <a:lnTo>
                  <a:pt x="1434832" y="570475"/>
                </a:lnTo>
                <a:lnTo>
                  <a:pt x="1452119" y="570475"/>
                </a:lnTo>
                <a:lnTo>
                  <a:pt x="1452119" y="553188"/>
                </a:lnTo>
                <a:lnTo>
                  <a:pt x="1469406" y="553188"/>
                </a:lnTo>
                <a:lnTo>
                  <a:pt x="1469406" y="570475"/>
                </a:lnTo>
                <a:lnTo>
                  <a:pt x="1486693" y="570475"/>
                </a:lnTo>
                <a:lnTo>
                  <a:pt x="1503980" y="570475"/>
                </a:lnTo>
                <a:lnTo>
                  <a:pt x="1521267" y="570475"/>
                </a:lnTo>
                <a:lnTo>
                  <a:pt x="1521267" y="553188"/>
                </a:lnTo>
                <a:lnTo>
                  <a:pt x="1538554" y="553188"/>
                </a:lnTo>
                <a:lnTo>
                  <a:pt x="1538554" y="570475"/>
                </a:lnTo>
                <a:lnTo>
                  <a:pt x="1538554" y="587762"/>
                </a:lnTo>
                <a:lnTo>
                  <a:pt x="1538554" y="605049"/>
                </a:lnTo>
                <a:lnTo>
                  <a:pt x="1538554" y="622337"/>
                </a:lnTo>
                <a:lnTo>
                  <a:pt x="1521267" y="622337"/>
                </a:lnTo>
                <a:lnTo>
                  <a:pt x="1503980" y="622337"/>
                </a:lnTo>
                <a:lnTo>
                  <a:pt x="1503980" y="639624"/>
                </a:lnTo>
                <a:lnTo>
                  <a:pt x="1486693" y="639624"/>
                </a:lnTo>
                <a:lnTo>
                  <a:pt x="1486693" y="656911"/>
                </a:lnTo>
                <a:lnTo>
                  <a:pt x="1486693" y="674198"/>
                </a:lnTo>
                <a:lnTo>
                  <a:pt x="1469406" y="674198"/>
                </a:lnTo>
                <a:lnTo>
                  <a:pt x="1452119" y="674198"/>
                </a:lnTo>
                <a:lnTo>
                  <a:pt x="1452119" y="656911"/>
                </a:lnTo>
                <a:lnTo>
                  <a:pt x="1452119" y="639624"/>
                </a:lnTo>
                <a:close/>
                <a:moveTo>
                  <a:pt x="1452119" y="587762"/>
                </a:moveTo>
                <a:lnTo>
                  <a:pt x="1452119" y="605049"/>
                </a:lnTo>
                <a:lnTo>
                  <a:pt x="1469406" y="605049"/>
                </a:lnTo>
                <a:lnTo>
                  <a:pt x="1469406" y="587762"/>
                </a:lnTo>
                <a:close/>
                <a:moveTo>
                  <a:pt x="1331109" y="656911"/>
                </a:moveTo>
                <a:lnTo>
                  <a:pt x="1348396" y="656911"/>
                </a:lnTo>
                <a:lnTo>
                  <a:pt x="1348396" y="639624"/>
                </a:lnTo>
                <a:lnTo>
                  <a:pt x="1365683" y="639624"/>
                </a:lnTo>
                <a:lnTo>
                  <a:pt x="1365683" y="622337"/>
                </a:lnTo>
                <a:lnTo>
                  <a:pt x="1365683" y="605049"/>
                </a:lnTo>
                <a:lnTo>
                  <a:pt x="1382970" y="605049"/>
                </a:lnTo>
                <a:lnTo>
                  <a:pt x="1400257" y="605049"/>
                </a:lnTo>
                <a:lnTo>
                  <a:pt x="1400257" y="622337"/>
                </a:lnTo>
                <a:lnTo>
                  <a:pt x="1417545" y="622337"/>
                </a:lnTo>
                <a:lnTo>
                  <a:pt x="1417545" y="639624"/>
                </a:lnTo>
                <a:lnTo>
                  <a:pt x="1417545" y="656911"/>
                </a:lnTo>
                <a:lnTo>
                  <a:pt x="1400257" y="656911"/>
                </a:lnTo>
                <a:lnTo>
                  <a:pt x="1400257" y="674198"/>
                </a:lnTo>
                <a:lnTo>
                  <a:pt x="1417545" y="674198"/>
                </a:lnTo>
                <a:lnTo>
                  <a:pt x="1417545" y="691485"/>
                </a:lnTo>
                <a:lnTo>
                  <a:pt x="1417545" y="708772"/>
                </a:lnTo>
                <a:lnTo>
                  <a:pt x="1400257" y="708772"/>
                </a:lnTo>
                <a:lnTo>
                  <a:pt x="1382970" y="708772"/>
                </a:lnTo>
                <a:lnTo>
                  <a:pt x="1382970" y="691485"/>
                </a:lnTo>
                <a:lnTo>
                  <a:pt x="1365683" y="691485"/>
                </a:lnTo>
                <a:lnTo>
                  <a:pt x="1365683" y="674198"/>
                </a:lnTo>
                <a:lnTo>
                  <a:pt x="1348396" y="674198"/>
                </a:lnTo>
                <a:lnTo>
                  <a:pt x="1331109" y="674198"/>
                </a:lnTo>
                <a:lnTo>
                  <a:pt x="1313822" y="674198"/>
                </a:lnTo>
                <a:lnTo>
                  <a:pt x="1313822" y="656911"/>
                </a:lnTo>
                <a:close/>
                <a:moveTo>
                  <a:pt x="1296535" y="639624"/>
                </a:moveTo>
                <a:lnTo>
                  <a:pt x="1296535" y="622337"/>
                </a:lnTo>
                <a:lnTo>
                  <a:pt x="1313822" y="622337"/>
                </a:lnTo>
                <a:lnTo>
                  <a:pt x="1313822" y="639624"/>
                </a:lnTo>
                <a:close/>
                <a:moveTo>
                  <a:pt x="1348396" y="795208"/>
                </a:moveTo>
                <a:lnTo>
                  <a:pt x="1348396" y="777921"/>
                </a:lnTo>
                <a:lnTo>
                  <a:pt x="1348396" y="760634"/>
                </a:lnTo>
                <a:lnTo>
                  <a:pt x="1348396" y="743347"/>
                </a:lnTo>
                <a:lnTo>
                  <a:pt x="1348396" y="726059"/>
                </a:lnTo>
                <a:lnTo>
                  <a:pt x="1331109" y="726059"/>
                </a:lnTo>
                <a:lnTo>
                  <a:pt x="1331109" y="708772"/>
                </a:lnTo>
                <a:lnTo>
                  <a:pt x="1348396" y="708772"/>
                </a:lnTo>
                <a:lnTo>
                  <a:pt x="1365683" y="708772"/>
                </a:lnTo>
                <a:lnTo>
                  <a:pt x="1365683" y="726059"/>
                </a:lnTo>
                <a:lnTo>
                  <a:pt x="1382970" y="726059"/>
                </a:lnTo>
                <a:lnTo>
                  <a:pt x="1382970" y="743347"/>
                </a:lnTo>
                <a:lnTo>
                  <a:pt x="1382970" y="760634"/>
                </a:lnTo>
                <a:lnTo>
                  <a:pt x="1365683" y="760634"/>
                </a:lnTo>
                <a:lnTo>
                  <a:pt x="1365683" y="777921"/>
                </a:lnTo>
                <a:lnTo>
                  <a:pt x="1382970" y="777921"/>
                </a:lnTo>
                <a:lnTo>
                  <a:pt x="1400257" y="777921"/>
                </a:lnTo>
                <a:lnTo>
                  <a:pt x="1417545" y="777921"/>
                </a:lnTo>
                <a:lnTo>
                  <a:pt x="1434832" y="777921"/>
                </a:lnTo>
                <a:lnTo>
                  <a:pt x="1434832" y="760634"/>
                </a:lnTo>
                <a:lnTo>
                  <a:pt x="1434832" y="743347"/>
                </a:lnTo>
                <a:lnTo>
                  <a:pt x="1452119" y="743347"/>
                </a:lnTo>
                <a:lnTo>
                  <a:pt x="1469406" y="743347"/>
                </a:lnTo>
                <a:lnTo>
                  <a:pt x="1469406" y="726059"/>
                </a:lnTo>
                <a:lnTo>
                  <a:pt x="1486693" y="726059"/>
                </a:lnTo>
                <a:lnTo>
                  <a:pt x="1486693" y="708772"/>
                </a:lnTo>
                <a:lnTo>
                  <a:pt x="1503980" y="708772"/>
                </a:lnTo>
                <a:lnTo>
                  <a:pt x="1503980" y="691485"/>
                </a:lnTo>
                <a:lnTo>
                  <a:pt x="1521267" y="691485"/>
                </a:lnTo>
                <a:lnTo>
                  <a:pt x="1521267" y="674198"/>
                </a:lnTo>
                <a:lnTo>
                  <a:pt x="1538554" y="674198"/>
                </a:lnTo>
                <a:lnTo>
                  <a:pt x="1555842" y="674198"/>
                </a:lnTo>
                <a:lnTo>
                  <a:pt x="1555842" y="691485"/>
                </a:lnTo>
                <a:lnTo>
                  <a:pt x="1538554" y="691485"/>
                </a:lnTo>
                <a:lnTo>
                  <a:pt x="1538554" y="708772"/>
                </a:lnTo>
                <a:lnTo>
                  <a:pt x="1538554" y="726059"/>
                </a:lnTo>
                <a:lnTo>
                  <a:pt x="1521267" y="726059"/>
                </a:lnTo>
                <a:lnTo>
                  <a:pt x="1521267" y="743347"/>
                </a:lnTo>
                <a:lnTo>
                  <a:pt x="1503980" y="743347"/>
                </a:lnTo>
                <a:lnTo>
                  <a:pt x="1486693" y="743347"/>
                </a:lnTo>
                <a:lnTo>
                  <a:pt x="1486693" y="760634"/>
                </a:lnTo>
                <a:lnTo>
                  <a:pt x="1469406" y="760634"/>
                </a:lnTo>
                <a:lnTo>
                  <a:pt x="1452119" y="760634"/>
                </a:lnTo>
                <a:lnTo>
                  <a:pt x="1452119" y="777921"/>
                </a:lnTo>
                <a:lnTo>
                  <a:pt x="1452119" y="795208"/>
                </a:lnTo>
                <a:lnTo>
                  <a:pt x="1452119" y="812495"/>
                </a:lnTo>
                <a:lnTo>
                  <a:pt x="1452119" y="829782"/>
                </a:lnTo>
                <a:lnTo>
                  <a:pt x="1434832" y="829782"/>
                </a:lnTo>
                <a:lnTo>
                  <a:pt x="1417545" y="829782"/>
                </a:lnTo>
                <a:lnTo>
                  <a:pt x="1400257" y="829782"/>
                </a:lnTo>
                <a:lnTo>
                  <a:pt x="1382970" y="829782"/>
                </a:lnTo>
                <a:lnTo>
                  <a:pt x="1365683" y="829782"/>
                </a:lnTo>
                <a:lnTo>
                  <a:pt x="1365683" y="812495"/>
                </a:lnTo>
                <a:lnTo>
                  <a:pt x="1365683" y="795208"/>
                </a:lnTo>
                <a:close/>
                <a:moveTo>
                  <a:pt x="1313822" y="743347"/>
                </a:moveTo>
                <a:lnTo>
                  <a:pt x="1296535" y="743347"/>
                </a:lnTo>
                <a:lnTo>
                  <a:pt x="1296535" y="726059"/>
                </a:lnTo>
                <a:lnTo>
                  <a:pt x="1313822" y="726059"/>
                </a:lnTo>
                <a:close/>
                <a:moveTo>
                  <a:pt x="1624990" y="190158"/>
                </a:moveTo>
                <a:lnTo>
                  <a:pt x="1624990" y="172871"/>
                </a:lnTo>
                <a:lnTo>
                  <a:pt x="1642277" y="172871"/>
                </a:lnTo>
                <a:lnTo>
                  <a:pt x="1642277" y="190158"/>
                </a:lnTo>
                <a:close/>
                <a:moveTo>
                  <a:pt x="1538554" y="293881"/>
                </a:moveTo>
                <a:lnTo>
                  <a:pt x="1555842" y="293881"/>
                </a:lnTo>
                <a:lnTo>
                  <a:pt x="1555842" y="276594"/>
                </a:lnTo>
                <a:lnTo>
                  <a:pt x="1573129" y="276594"/>
                </a:lnTo>
                <a:lnTo>
                  <a:pt x="1573129" y="259307"/>
                </a:lnTo>
                <a:lnTo>
                  <a:pt x="1590416" y="259307"/>
                </a:lnTo>
                <a:lnTo>
                  <a:pt x="1590416" y="276594"/>
                </a:lnTo>
                <a:lnTo>
                  <a:pt x="1590416" y="293881"/>
                </a:lnTo>
                <a:lnTo>
                  <a:pt x="1573129" y="293881"/>
                </a:lnTo>
                <a:lnTo>
                  <a:pt x="1573129" y="311168"/>
                </a:lnTo>
                <a:lnTo>
                  <a:pt x="1555842" y="311168"/>
                </a:lnTo>
                <a:lnTo>
                  <a:pt x="1538554" y="311168"/>
                </a:lnTo>
                <a:close/>
                <a:moveTo>
                  <a:pt x="1642277" y="311168"/>
                </a:moveTo>
                <a:lnTo>
                  <a:pt x="1624990" y="311168"/>
                </a:lnTo>
                <a:lnTo>
                  <a:pt x="1624990" y="293881"/>
                </a:lnTo>
                <a:lnTo>
                  <a:pt x="1642277" y="293881"/>
                </a:lnTo>
                <a:close/>
                <a:moveTo>
                  <a:pt x="1573129" y="363030"/>
                </a:moveTo>
                <a:lnTo>
                  <a:pt x="1573129" y="345743"/>
                </a:lnTo>
                <a:lnTo>
                  <a:pt x="1590416" y="345743"/>
                </a:lnTo>
                <a:lnTo>
                  <a:pt x="1590416" y="328455"/>
                </a:lnTo>
                <a:lnTo>
                  <a:pt x="1607703" y="328455"/>
                </a:lnTo>
                <a:lnTo>
                  <a:pt x="1607703" y="345743"/>
                </a:lnTo>
                <a:lnTo>
                  <a:pt x="1624990" y="345743"/>
                </a:lnTo>
                <a:lnTo>
                  <a:pt x="1624990" y="363030"/>
                </a:lnTo>
                <a:lnTo>
                  <a:pt x="1624990" y="380317"/>
                </a:lnTo>
                <a:lnTo>
                  <a:pt x="1624990" y="397604"/>
                </a:lnTo>
                <a:lnTo>
                  <a:pt x="1642277" y="397604"/>
                </a:lnTo>
                <a:lnTo>
                  <a:pt x="1659564" y="397604"/>
                </a:lnTo>
                <a:lnTo>
                  <a:pt x="1659564" y="380317"/>
                </a:lnTo>
                <a:lnTo>
                  <a:pt x="1659564" y="363030"/>
                </a:lnTo>
                <a:lnTo>
                  <a:pt x="1642277" y="363030"/>
                </a:lnTo>
                <a:lnTo>
                  <a:pt x="1642277" y="345743"/>
                </a:lnTo>
                <a:lnTo>
                  <a:pt x="1659564" y="345743"/>
                </a:lnTo>
                <a:lnTo>
                  <a:pt x="1676851" y="345743"/>
                </a:lnTo>
                <a:lnTo>
                  <a:pt x="1676851" y="363030"/>
                </a:lnTo>
                <a:lnTo>
                  <a:pt x="1694139" y="363030"/>
                </a:lnTo>
                <a:lnTo>
                  <a:pt x="1711426" y="363030"/>
                </a:lnTo>
                <a:lnTo>
                  <a:pt x="1711426" y="345743"/>
                </a:lnTo>
                <a:lnTo>
                  <a:pt x="1694139" y="345743"/>
                </a:lnTo>
                <a:lnTo>
                  <a:pt x="1694139" y="328455"/>
                </a:lnTo>
                <a:lnTo>
                  <a:pt x="1676851" y="328455"/>
                </a:lnTo>
                <a:lnTo>
                  <a:pt x="1676851" y="311168"/>
                </a:lnTo>
                <a:lnTo>
                  <a:pt x="1676851" y="293881"/>
                </a:lnTo>
                <a:lnTo>
                  <a:pt x="1694139" y="293881"/>
                </a:lnTo>
                <a:lnTo>
                  <a:pt x="1711426" y="293881"/>
                </a:lnTo>
                <a:lnTo>
                  <a:pt x="1728713" y="293881"/>
                </a:lnTo>
                <a:lnTo>
                  <a:pt x="1728713" y="276594"/>
                </a:lnTo>
                <a:lnTo>
                  <a:pt x="1711426" y="276594"/>
                </a:lnTo>
                <a:lnTo>
                  <a:pt x="1711426" y="259307"/>
                </a:lnTo>
                <a:lnTo>
                  <a:pt x="1694139" y="259307"/>
                </a:lnTo>
                <a:lnTo>
                  <a:pt x="1694139" y="242020"/>
                </a:lnTo>
                <a:lnTo>
                  <a:pt x="1711426" y="242020"/>
                </a:lnTo>
                <a:lnTo>
                  <a:pt x="1711426" y="224733"/>
                </a:lnTo>
                <a:lnTo>
                  <a:pt x="1711426" y="207446"/>
                </a:lnTo>
                <a:lnTo>
                  <a:pt x="1694139" y="207446"/>
                </a:lnTo>
                <a:lnTo>
                  <a:pt x="1694139" y="190158"/>
                </a:lnTo>
                <a:lnTo>
                  <a:pt x="1694139" y="172871"/>
                </a:lnTo>
                <a:lnTo>
                  <a:pt x="1711426" y="172871"/>
                </a:lnTo>
                <a:lnTo>
                  <a:pt x="1728713" y="172871"/>
                </a:lnTo>
                <a:lnTo>
                  <a:pt x="1728713" y="190158"/>
                </a:lnTo>
                <a:lnTo>
                  <a:pt x="1746000" y="190158"/>
                </a:lnTo>
                <a:lnTo>
                  <a:pt x="1746000" y="207446"/>
                </a:lnTo>
                <a:lnTo>
                  <a:pt x="1746000" y="224733"/>
                </a:lnTo>
                <a:lnTo>
                  <a:pt x="1746000" y="242020"/>
                </a:lnTo>
                <a:lnTo>
                  <a:pt x="1763287" y="242020"/>
                </a:lnTo>
                <a:lnTo>
                  <a:pt x="1763287" y="259307"/>
                </a:lnTo>
                <a:lnTo>
                  <a:pt x="1763287" y="276594"/>
                </a:lnTo>
                <a:lnTo>
                  <a:pt x="1780574" y="276594"/>
                </a:lnTo>
                <a:lnTo>
                  <a:pt x="1797861" y="276594"/>
                </a:lnTo>
                <a:lnTo>
                  <a:pt x="1797861" y="259307"/>
                </a:lnTo>
                <a:lnTo>
                  <a:pt x="1797861" y="242020"/>
                </a:lnTo>
                <a:lnTo>
                  <a:pt x="1815148" y="242020"/>
                </a:lnTo>
                <a:lnTo>
                  <a:pt x="1815148" y="259307"/>
                </a:lnTo>
                <a:lnTo>
                  <a:pt x="1815148" y="276594"/>
                </a:lnTo>
                <a:lnTo>
                  <a:pt x="1832436" y="276594"/>
                </a:lnTo>
                <a:lnTo>
                  <a:pt x="1832436" y="259307"/>
                </a:lnTo>
                <a:lnTo>
                  <a:pt x="1849723" y="259307"/>
                </a:lnTo>
                <a:lnTo>
                  <a:pt x="1867010" y="259307"/>
                </a:lnTo>
                <a:lnTo>
                  <a:pt x="1867010" y="276594"/>
                </a:lnTo>
                <a:lnTo>
                  <a:pt x="1884297" y="276594"/>
                </a:lnTo>
                <a:lnTo>
                  <a:pt x="1884297" y="293881"/>
                </a:lnTo>
                <a:lnTo>
                  <a:pt x="1884297" y="311168"/>
                </a:lnTo>
                <a:lnTo>
                  <a:pt x="1867010" y="311168"/>
                </a:lnTo>
                <a:lnTo>
                  <a:pt x="1867010" y="293881"/>
                </a:lnTo>
                <a:lnTo>
                  <a:pt x="1849723" y="293881"/>
                </a:lnTo>
                <a:lnTo>
                  <a:pt x="1832436" y="293881"/>
                </a:lnTo>
                <a:lnTo>
                  <a:pt x="1832436" y="311168"/>
                </a:lnTo>
                <a:lnTo>
                  <a:pt x="1815148" y="311168"/>
                </a:lnTo>
                <a:lnTo>
                  <a:pt x="1815148" y="328455"/>
                </a:lnTo>
                <a:lnTo>
                  <a:pt x="1815148" y="345743"/>
                </a:lnTo>
                <a:lnTo>
                  <a:pt x="1832436" y="345743"/>
                </a:lnTo>
                <a:lnTo>
                  <a:pt x="1832436" y="363030"/>
                </a:lnTo>
                <a:lnTo>
                  <a:pt x="1849723" y="363030"/>
                </a:lnTo>
                <a:lnTo>
                  <a:pt x="1867010" y="363030"/>
                </a:lnTo>
                <a:lnTo>
                  <a:pt x="1884297" y="363030"/>
                </a:lnTo>
                <a:lnTo>
                  <a:pt x="1884297" y="380317"/>
                </a:lnTo>
                <a:lnTo>
                  <a:pt x="1884297" y="397604"/>
                </a:lnTo>
                <a:lnTo>
                  <a:pt x="1867010" y="397604"/>
                </a:lnTo>
                <a:lnTo>
                  <a:pt x="1867010" y="414891"/>
                </a:lnTo>
                <a:lnTo>
                  <a:pt x="1867010" y="432178"/>
                </a:lnTo>
                <a:lnTo>
                  <a:pt x="1884297" y="432178"/>
                </a:lnTo>
                <a:lnTo>
                  <a:pt x="1884297" y="449465"/>
                </a:lnTo>
                <a:lnTo>
                  <a:pt x="1901584" y="449465"/>
                </a:lnTo>
                <a:lnTo>
                  <a:pt x="1901584" y="432178"/>
                </a:lnTo>
                <a:lnTo>
                  <a:pt x="1918871" y="432178"/>
                </a:lnTo>
                <a:lnTo>
                  <a:pt x="1918871" y="414891"/>
                </a:lnTo>
                <a:lnTo>
                  <a:pt x="1918871" y="397604"/>
                </a:lnTo>
                <a:lnTo>
                  <a:pt x="1936158" y="397604"/>
                </a:lnTo>
                <a:lnTo>
                  <a:pt x="1936158" y="380317"/>
                </a:lnTo>
                <a:lnTo>
                  <a:pt x="1953445" y="380317"/>
                </a:lnTo>
                <a:lnTo>
                  <a:pt x="1970733" y="380317"/>
                </a:lnTo>
                <a:lnTo>
                  <a:pt x="1970733" y="397604"/>
                </a:lnTo>
                <a:lnTo>
                  <a:pt x="1970733" y="414891"/>
                </a:lnTo>
                <a:lnTo>
                  <a:pt x="1953445" y="414891"/>
                </a:lnTo>
                <a:lnTo>
                  <a:pt x="1953445" y="432178"/>
                </a:lnTo>
                <a:lnTo>
                  <a:pt x="1970733" y="432178"/>
                </a:lnTo>
                <a:lnTo>
                  <a:pt x="1970733" y="449465"/>
                </a:lnTo>
                <a:lnTo>
                  <a:pt x="1953445" y="449465"/>
                </a:lnTo>
                <a:lnTo>
                  <a:pt x="1953445" y="466752"/>
                </a:lnTo>
                <a:lnTo>
                  <a:pt x="1953445" y="484040"/>
                </a:lnTo>
                <a:lnTo>
                  <a:pt x="1970733" y="484040"/>
                </a:lnTo>
                <a:lnTo>
                  <a:pt x="1970733" y="501327"/>
                </a:lnTo>
                <a:lnTo>
                  <a:pt x="1970733" y="518614"/>
                </a:lnTo>
                <a:lnTo>
                  <a:pt x="1970733" y="535901"/>
                </a:lnTo>
                <a:lnTo>
                  <a:pt x="1988020" y="535901"/>
                </a:lnTo>
                <a:lnTo>
                  <a:pt x="1988020" y="553188"/>
                </a:lnTo>
                <a:lnTo>
                  <a:pt x="1988020" y="570475"/>
                </a:lnTo>
                <a:lnTo>
                  <a:pt x="1970733" y="570475"/>
                </a:lnTo>
                <a:lnTo>
                  <a:pt x="1953445" y="570475"/>
                </a:lnTo>
                <a:lnTo>
                  <a:pt x="1953445" y="553188"/>
                </a:lnTo>
                <a:lnTo>
                  <a:pt x="1936158" y="553188"/>
                </a:lnTo>
                <a:lnTo>
                  <a:pt x="1918871" y="553188"/>
                </a:lnTo>
                <a:lnTo>
                  <a:pt x="1901584" y="553188"/>
                </a:lnTo>
                <a:lnTo>
                  <a:pt x="1901584" y="570475"/>
                </a:lnTo>
                <a:lnTo>
                  <a:pt x="1901584" y="587762"/>
                </a:lnTo>
                <a:lnTo>
                  <a:pt x="1918871" y="587762"/>
                </a:lnTo>
                <a:lnTo>
                  <a:pt x="1918871" y="605049"/>
                </a:lnTo>
                <a:lnTo>
                  <a:pt x="1936158" y="605049"/>
                </a:lnTo>
                <a:lnTo>
                  <a:pt x="1953445" y="605049"/>
                </a:lnTo>
                <a:lnTo>
                  <a:pt x="1970733" y="605049"/>
                </a:lnTo>
                <a:lnTo>
                  <a:pt x="1988020" y="605049"/>
                </a:lnTo>
                <a:lnTo>
                  <a:pt x="1988020" y="622337"/>
                </a:lnTo>
                <a:lnTo>
                  <a:pt x="1988020" y="639624"/>
                </a:lnTo>
                <a:lnTo>
                  <a:pt x="1988020" y="656911"/>
                </a:lnTo>
                <a:lnTo>
                  <a:pt x="1970733" y="656911"/>
                </a:lnTo>
                <a:lnTo>
                  <a:pt x="1953445" y="656911"/>
                </a:lnTo>
                <a:lnTo>
                  <a:pt x="1936158" y="656911"/>
                </a:lnTo>
                <a:lnTo>
                  <a:pt x="1936158" y="674198"/>
                </a:lnTo>
                <a:lnTo>
                  <a:pt x="1936158" y="691485"/>
                </a:lnTo>
                <a:lnTo>
                  <a:pt x="1953445" y="691485"/>
                </a:lnTo>
                <a:lnTo>
                  <a:pt x="1953445" y="708772"/>
                </a:lnTo>
                <a:lnTo>
                  <a:pt x="1953445" y="726059"/>
                </a:lnTo>
                <a:lnTo>
                  <a:pt x="1936158" y="726059"/>
                </a:lnTo>
                <a:lnTo>
                  <a:pt x="1936158" y="743347"/>
                </a:lnTo>
                <a:lnTo>
                  <a:pt x="1953445" y="743347"/>
                </a:lnTo>
                <a:lnTo>
                  <a:pt x="1970733" y="743347"/>
                </a:lnTo>
                <a:lnTo>
                  <a:pt x="1970733" y="760634"/>
                </a:lnTo>
                <a:lnTo>
                  <a:pt x="1970733" y="777921"/>
                </a:lnTo>
                <a:lnTo>
                  <a:pt x="1970733" y="795208"/>
                </a:lnTo>
                <a:lnTo>
                  <a:pt x="1970733" y="812495"/>
                </a:lnTo>
                <a:lnTo>
                  <a:pt x="1970733" y="829782"/>
                </a:lnTo>
                <a:lnTo>
                  <a:pt x="1953445" y="829782"/>
                </a:lnTo>
                <a:lnTo>
                  <a:pt x="1953445" y="847069"/>
                </a:lnTo>
                <a:lnTo>
                  <a:pt x="1936158" y="847069"/>
                </a:lnTo>
                <a:lnTo>
                  <a:pt x="1918871" y="847069"/>
                </a:lnTo>
                <a:lnTo>
                  <a:pt x="1918871" y="829782"/>
                </a:lnTo>
                <a:lnTo>
                  <a:pt x="1901584" y="829782"/>
                </a:lnTo>
                <a:lnTo>
                  <a:pt x="1901584" y="812495"/>
                </a:lnTo>
                <a:lnTo>
                  <a:pt x="1901584" y="795208"/>
                </a:lnTo>
                <a:lnTo>
                  <a:pt x="1884297" y="795208"/>
                </a:lnTo>
                <a:lnTo>
                  <a:pt x="1884297" y="777921"/>
                </a:lnTo>
                <a:lnTo>
                  <a:pt x="1884297" y="760634"/>
                </a:lnTo>
                <a:lnTo>
                  <a:pt x="1901584" y="760634"/>
                </a:lnTo>
                <a:lnTo>
                  <a:pt x="1901584" y="743347"/>
                </a:lnTo>
                <a:lnTo>
                  <a:pt x="1884297" y="743347"/>
                </a:lnTo>
                <a:lnTo>
                  <a:pt x="1884297" y="726059"/>
                </a:lnTo>
                <a:lnTo>
                  <a:pt x="1867010" y="726059"/>
                </a:lnTo>
                <a:lnTo>
                  <a:pt x="1849723" y="726059"/>
                </a:lnTo>
                <a:lnTo>
                  <a:pt x="1849723" y="708772"/>
                </a:lnTo>
                <a:lnTo>
                  <a:pt x="1849723" y="691485"/>
                </a:lnTo>
                <a:lnTo>
                  <a:pt x="1849723" y="674198"/>
                </a:lnTo>
                <a:lnTo>
                  <a:pt x="1867010" y="674198"/>
                </a:lnTo>
                <a:lnTo>
                  <a:pt x="1867010" y="656911"/>
                </a:lnTo>
                <a:lnTo>
                  <a:pt x="1867010" y="639624"/>
                </a:lnTo>
                <a:lnTo>
                  <a:pt x="1884297" y="639624"/>
                </a:lnTo>
                <a:lnTo>
                  <a:pt x="1884297" y="622337"/>
                </a:lnTo>
                <a:lnTo>
                  <a:pt x="1867010" y="622337"/>
                </a:lnTo>
                <a:lnTo>
                  <a:pt x="1867010" y="605049"/>
                </a:lnTo>
                <a:lnTo>
                  <a:pt x="1849723" y="605049"/>
                </a:lnTo>
                <a:lnTo>
                  <a:pt x="1832436" y="605049"/>
                </a:lnTo>
                <a:lnTo>
                  <a:pt x="1832436" y="622337"/>
                </a:lnTo>
                <a:lnTo>
                  <a:pt x="1815148" y="622337"/>
                </a:lnTo>
                <a:lnTo>
                  <a:pt x="1797861" y="622337"/>
                </a:lnTo>
                <a:lnTo>
                  <a:pt x="1797861" y="605049"/>
                </a:lnTo>
                <a:lnTo>
                  <a:pt x="1780574" y="605049"/>
                </a:lnTo>
                <a:lnTo>
                  <a:pt x="1780574" y="587762"/>
                </a:lnTo>
                <a:lnTo>
                  <a:pt x="1763287" y="587762"/>
                </a:lnTo>
                <a:lnTo>
                  <a:pt x="1746000" y="587762"/>
                </a:lnTo>
                <a:lnTo>
                  <a:pt x="1728713" y="587762"/>
                </a:lnTo>
                <a:lnTo>
                  <a:pt x="1728713" y="570475"/>
                </a:lnTo>
                <a:lnTo>
                  <a:pt x="1728713" y="553188"/>
                </a:lnTo>
                <a:lnTo>
                  <a:pt x="1728713" y="535901"/>
                </a:lnTo>
                <a:lnTo>
                  <a:pt x="1711426" y="535901"/>
                </a:lnTo>
                <a:lnTo>
                  <a:pt x="1711426" y="518614"/>
                </a:lnTo>
                <a:lnTo>
                  <a:pt x="1694139" y="518614"/>
                </a:lnTo>
                <a:lnTo>
                  <a:pt x="1694139" y="535901"/>
                </a:lnTo>
                <a:lnTo>
                  <a:pt x="1676851" y="535901"/>
                </a:lnTo>
                <a:lnTo>
                  <a:pt x="1676851" y="518614"/>
                </a:lnTo>
                <a:lnTo>
                  <a:pt x="1659564" y="518614"/>
                </a:lnTo>
                <a:lnTo>
                  <a:pt x="1659564" y="501327"/>
                </a:lnTo>
                <a:lnTo>
                  <a:pt x="1642277" y="501327"/>
                </a:lnTo>
                <a:lnTo>
                  <a:pt x="1624990" y="501327"/>
                </a:lnTo>
                <a:lnTo>
                  <a:pt x="1607703" y="501327"/>
                </a:lnTo>
                <a:lnTo>
                  <a:pt x="1590416" y="501327"/>
                </a:lnTo>
                <a:lnTo>
                  <a:pt x="1573129" y="501327"/>
                </a:lnTo>
                <a:lnTo>
                  <a:pt x="1573129" y="518614"/>
                </a:lnTo>
                <a:lnTo>
                  <a:pt x="1555842" y="518614"/>
                </a:lnTo>
                <a:lnTo>
                  <a:pt x="1555842" y="535901"/>
                </a:lnTo>
                <a:lnTo>
                  <a:pt x="1555842" y="553188"/>
                </a:lnTo>
                <a:lnTo>
                  <a:pt x="1538554" y="553188"/>
                </a:lnTo>
                <a:lnTo>
                  <a:pt x="1538554" y="535901"/>
                </a:lnTo>
                <a:lnTo>
                  <a:pt x="1538554" y="518614"/>
                </a:lnTo>
                <a:lnTo>
                  <a:pt x="1521267" y="518614"/>
                </a:lnTo>
                <a:lnTo>
                  <a:pt x="1521267" y="501327"/>
                </a:lnTo>
                <a:lnTo>
                  <a:pt x="1521267" y="484040"/>
                </a:lnTo>
                <a:lnTo>
                  <a:pt x="1503980" y="484040"/>
                </a:lnTo>
                <a:lnTo>
                  <a:pt x="1486693" y="484040"/>
                </a:lnTo>
                <a:lnTo>
                  <a:pt x="1486693" y="466752"/>
                </a:lnTo>
                <a:lnTo>
                  <a:pt x="1503980" y="466752"/>
                </a:lnTo>
                <a:lnTo>
                  <a:pt x="1503980" y="449465"/>
                </a:lnTo>
                <a:lnTo>
                  <a:pt x="1521267" y="449465"/>
                </a:lnTo>
                <a:lnTo>
                  <a:pt x="1538554" y="449465"/>
                </a:lnTo>
                <a:lnTo>
                  <a:pt x="1555842" y="449465"/>
                </a:lnTo>
                <a:lnTo>
                  <a:pt x="1573129" y="449465"/>
                </a:lnTo>
                <a:lnTo>
                  <a:pt x="1573129" y="466752"/>
                </a:lnTo>
                <a:lnTo>
                  <a:pt x="1590416" y="466752"/>
                </a:lnTo>
                <a:lnTo>
                  <a:pt x="1590416" y="449465"/>
                </a:lnTo>
                <a:lnTo>
                  <a:pt x="1590416" y="432178"/>
                </a:lnTo>
                <a:lnTo>
                  <a:pt x="1607703" y="432178"/>
                </a:lnTo>
                <a:lnTo>
                  <a:pt x="1607703" y="414891"/>
                </a:lnTo>
                <a:lnTo>
                  <a:pt x="1607703" y="397604"/>
                </a:lnTo>
                <a:lnTo>
                  <a:pt x="1590416" y="397604"/>
                </a:lnTo>
                <a:lnTo>
                  <a:pt x="1573129" y="397604"/>
                </a:lnTo>
                <a:lnTo>
                  <a:pt x="1573129" y="380317"/>
                </a:lnTo>
                <a:close/>
                <a:moveTo>
                  <a:pt x="1746000" y="449465"/>
                </a:moveTo>
                <a:lnTo>
                  <a:pt x="1746000" y="466752"/>
                </a:lnTo>
                <a:lnTo>
                  <a:pt x="1763287" y="466752"/>
                </a:lnTo>
                <a:lnTo>
                  <a:pt x="1780574" y="466752"/>
                </a:lnTo>
                <a:lnTo>
                  <a:pt x="1780574" y="449465"/>
                </a:lnTo>
                <a:lnTo>
                  <a:pt x="1780574" y="432178"/>
                </a:lnTo>
                <a:lnTo>
                  <a:pt x="1780574" y="414891"/>
                </a:lnTo>
                <a:lnTo>
                  <a:pt x="1763287" y="414891"/>
                </a:lnTo>
                <a:lnTo>
                  <a:pt x="1746000" y="414891"/>
                </a:lnTo>
                <a:lnTo>
                  <a:pt x="1746000" y="432178"/>
                </a:lnTo>
                <a:lnTo>
                  <a:pt x="1728713" y="432178"/>
                </a:lnTo>
                <a:lnTo>
                  <a:pt x="1728713" y="449465"/>
                </a:lnTo>
                <a:close/>
                <a:moveTo>
                  <a:pt x="1728713" y="328455"/>
                </a:moveTo>
                <a:lnTo>
                  <a:pt x="1746000" y="328455"/>
                </a:lnTo>
                <a:lnTo>
                  <a:pt x="1746000" y="311168"/>
                </a:lnTo>
                <a:lnTo>
                  <a:pt x="1728713" y="311168"/>
                </a:lnTo>
                <a:close/>
                <a:moveTo>
                  <a:pt x="1521267" y="345743"/>
                </a:moveTo>
                <a:lnTo>
                  <a:pt x="1503980" y="345743"/>
                </a:lnTo>
                <a:lnTo>
                  <a:pt x="1503980" y="328455"/>
                </a:lnTo>
                <a:lnTo>
                  <a:pt x="1521267" y="328455"/>
                </a:lnTo>
                <a:close/>
                <a:moveTo>
                  <a:pt x="1469406" y="363030"/>
                </a:moveTo>
                <a:lnTo>
                  <a:pt x="1486693" y="363030"/>
                </a:lnTo>
                <a:lnTo>
                  <a:pt x="1503980" y="363030"/>
                </a:lnTo>
                <a:lnTo>
                  <a:pt x="1503980" y="380317"/>
                </a:lnTo>
                <a:lnTo>
                  <a:pt x="1486693" y="380317"/>
                </a:lnTo>
                <a:lnTo>
                  <a:pt x="1469406" y="380317"/>
                </a:lnTo>
                <a:close/>
                <a:moveTo>
                  <a:pt x="1521267" y="397604"/>
                </a:moveTo>
                <a:lnTo>
                  <a:pt x="1503980" y="397604"/>
                </a:lnTo>
                <a:lnTo>
                  <a:pt x="1503980" y="380317"/>
                </a:lnTo>
                <a:lnTo>
                  <a:pt x="1521267" y="380317"/>
                </a:lnTo>
                <a:close/>
                <a:moveTo>
                  <a:pt x="1486693" y="484040"/>
                </a:moveTo>
                <a:lnTo>
                  <a:pt x="1486693" y="501327"/>
                </a:lnTo>
                <a:lnTo>
                  <a:pt x="1486693" y="518614"/>
                </a:lnTo>
                <a:lnTo>
                  <a:pt x="1486693" y="535901"/>
                </a:lnTo>
                <a:lnTo>
                  <a:pt x="1469406" y="535901"/>
                </a:lnTo>
                <a:lnTo>
                  <a:pt x="1469406" y="518614"/>
                </a:lnTo>
                <a:lnTo>
                  <a:pt x="1469406" y="501327"/>
                </a:lnTo>
                <a:lnTo>
                  <a:pt x="1469406" y="484040"/>
                </a:lnTo>
                <a:close/>
                <a:moveTo>
                  <a:pt x="1573129" y="622337"/>
                </a:moveTo>
                <a:lnTo>
                  <a:pt x="1573129" y="605049"/>
                </a:lnTo>
                <a:lnTo>
                  <a:pt x="1573129" y="587762"/>
                </a:lnTo>
                <a:lnTo>
                  <a:pt x="1590416" y="587762"/>
                </a:lnTo>
                <a:lnTo>
                  <a:pt x="1607703" y="587762"/>
                </a:lnTo>
                <a:lnTo>
                  <a:pt x="1624990" y="587762"/>
                </a:lnTo>
                <a:lnTo>
                  <a:pt x="1642277" y="587762"/>
                </a:lnTo>
                <a:lnTo>
                  <a:pt x="1659564" y="587762"/>
                </a:lnTo>
                <a:lnTo>
                  <a:pt x="1676851" y="587762"/>
                </a:lnTo>
                <a:lnTo>
                  <a:pt x="1676851" y="605049"/>
                </a:lnTo>
                <a:lnTo>
                  <a:pt x="1676851" y="622337"/>
                </a:lnTo>
                <a:lnTo>
                  <a:pt x="1659564" y="622337"/>
                </a:lnTo>
                <a:lnTo>
                  <a:pt x="1659564" y="605049"/>
                </a:lnTo>
                <a:lnTo>
                  <a:pt x="1642277" y="605049"/>
                </a:lnTo>
                <a:lnTo>
                  <a:pt x="1624990" y="605049"/>
                </a:lnTo>
                <a:lnTo>
                  <a:pt x="1607703" y="605049"/>
                </a:lnTo>
                <a:lnTo>
                  <a:pt x="1607703" y="622337"/>
                </a:lnTo>
                <a:lnTo>
                  <a:pt x="1590416" y="622337"/>
                </a:lnTo>
                <a:lnTo>
                  <a:pt x="1590416" y="639624"/>
                </a:lnTo>
                <a:lnTo>
                  <a:pt x="1573129" y="639624"/>
                </a:lnTo>
                <a:lnTo>
                  <a:pt x="1573129" y="656911"/>
                </a:lnTo>
                <a:lnTo>
                  <a:pt x="1573129" y="674198"/>
                </a:lnTo>
                <a:lnTo>
                  <a:pt x="1555842" y="674198"/>
                </a:lnTo>
                <a:lnTo>
                  <a:pt x="1555842" y="656911"/>
                </a:lnTo>
                <a:lnTo>
                  <a:pt x="1555842" y="639624"/>
                </a:lnTo>
                <a:lnTo>
                  <a:pt x="1555842" y="622337"/>
                </a:lnTo>
                <a:close/>
                <a:moveTo>
                  <a:pt x="1694139" y="674198"/>
                </a:moveTo>
                <a:lnTo>
                  <a:pt x="1694139" y="656911"/>
                </a:lnTo>
                <a:lnTo>
                  <a:pt x="1676851" y="656911"/>
                </a:lnTo>
                <a:lnTo>
                  <a:pt x="1676851" y="639624"/>
                </a:lnTo>
                <a:lnTo>
                  <a:pt x="1694139" y="639624"/>
                </a:lnTo>
                <a:lnTo>
                  <a:pt x="1694139" y="622337"/>
                </a:lnTo>
                <a:lnTo>
                  <a:pt x="1711426" y="622337"/>
                </a:lnTo>
                <a:lnTo>
                  <a:pt x="1711426" y="639624"/>
                </a:lnTo>
                <a:lnTo>
                  <a:pt x="1728713" y="639624"/>
                </a:lnTo>
                <a:lnTo>
                  <a:pt x="1728713" y="656911"/>
                </a:lnTo>
                <a:lnTo>
                  <a:pt x="1746000" y="656911"/>
                </a:lnTo>
                <a:lnTo>
                  <a:pt x="1763287" y="656911"/>
                </a:lnTo>
                <a:lnTo>
                  <a:pt x="1780574" y="656911"/>
                </a:lnTo>
                <a:lnTo>
                  <a:pt x="1797861" y="656911"/>
                </a:lnTo>
                <a:lnTo>
                  <a:pt x="1815148" y="656911"/>
                </a:lnTo>
                <a:lnTo>
                  <a:pt x="1815148" y="674198"/>
                </a:lnTo>
                <a:lnTo>
                  <a:pt x="1815148" y="691485"/>
                </a:lnTo>
                <a:lnTo>
                  <a:pt x="1797861" y="691485"/>
                </a:lnTo>
                <a:lnTo>
                  <a:pt x="1780574" y="691485"/>
                </a:lnTo>
                <a:lnTo>
                  <a:pt x="1763287" y="691485"/>
                </a:lnTo>
                <a:lnTo>
                  <a:pt x="1746000" y="691485"/>
                </a:lnTo>
                <a:lnTo>
                  <a:pt x="1746000" y="674198"/>
                </a:lnTo>
                <a:lnTo>
                  <a:pt x="1728713" y="674198"/>
                </a:lnTo>
                <a:lnTo>
                  <a:pt x="1711426" y="674198"/>
                </a:lnTo>
                <a:close/>
                <a:moveTo>
                  <a:pt x="1711426" y="1158238"/>
                </a:moveTo>
                <a:lnTo>
                  <a:pt x="1711426" y="1140950"/>
                </a:lnTo>
                <a:lnTo>
                  <a:pt x="1711426" y="1123663"/>
                </a:lnTo>
                <a:lnTo>
                  <a:pt x="1728713" y="1123663"/>
                </a:lnTo>
                <a:lnTo>
                  <a:pt x="1728713" y="1106376"/>
                </a:lnTo>
                <a:lnTo>
                  <a:pt x="1746000" y="1106376"/>
                </a:lnTo>
                <a:lnTo>
                  <a:pt x="1763287" y="1106376"/>
                </a:lnTo>
                <a:lnTo>
                  <a:pt x="1763287" y="1089089"/>
                </a:lnTo>
                <a:lnTo>
                  <a:pt x="1780574" y="1089089"/>
                </a:lnTo>
                <a:lnTo>
                  <a:pt x="1797861" y="1089089"/>
                </a:lnTo>
                <a:lnTo>
                  <a:pt x="1815148" y="1089089"/>
                </a:lnTo>
                <a:lnTo>
                  <a:pt x="1832436" y="1089089"/>
                </a:lnTo>
                <a:lnTo>
                  <a:pt x="1832436" y="1071802"/>
                </a:lnTo>
                <a:lnTo>
                  <a:pt x="1815148" y="1071802"/>
                </a:lnTo>
                <a:lnTo>
                  <a:pt x="1815148" y="1054515"/>
                </a:lnTo>
                <a:lnTo>
                  <a:pt x="1797861" y="1054515"/>
                </a:lnTo>
                <a:lnTo>
                  <a:pt x="1797861" y="1037228"/>
                </a:lnTo>
                <a:lnTo>
                  <a:pt x="1797861" y="1019941"/>
                </a:lnTo>
                <a:lnTo>
                  <a:pt x="1815148" y="1019941"/>
                </a:lnTo>
                <a:lnTo>
                  <a:pt x="1832436" y="1019941"/>
                </a:lnTo>
                <a:lnTo>
                  <a:pt x="1832436" y="1037228"/>
                </a:lnTo>
                <a:lnTo>
                  <a:pt x="1849723" y="1037228"/>
                </a:lnTo>
                <a:lnTo>
                  <a:pt x="1867010" y="1037228"/>
                </a:lnTo>
                <a:lnTo>
                  <a:pt x="1884297" y="1037228"/>
                </a:lnTo>
                <a:lnTo>
                  <a:pt x="1884297" y="1054515"/>
                </a:lnTo>
                <a:lnTo>
                  <a:pt x="1867010" y="1054515"/>
                </a:lnTo>
                <a:lnTo>
                  <a:pt x="1867010" y="1071802"/>
                </a:lnTo>
                <a:lnTo>
                  <a:pt x="1867010" y="1089089"/>
                </a:lnTo>
                <a:lnTo>
                  <a:pt x="1884297" y="1089089"/>
                </a:lnTo>
                <a:lnTo>
                  <a:pt x="1884297" y="1106376"/>
                </a:lnTo>
                <a:lnTo>
                  <a:pt x="1884297" y="1123663"/>
                </a:lnTo>
                <a:lnTo>
                  <a:pt x="1884297" y="1140950"/>
                </a:lnTo>
                <a:lnTo>
                  <a:pt x="1867010" y="1140950"/>
                </a:lnTo>
                <a:lnTo>
                  <a:pt x="1849723" y="1140950"/>
                </a:lnTo>
                <a:lnTo>
                  <a:pt x="1849723" y="1123663"/>
                </a:lnTo>
                <a:lnTo>
                  <a:pt x="1849723" y="1106376"/>
                </a:lnTo>
                <a:lnTo>
                  <a:pt x="1832436" y="1106376"/>
                </a:lnTo>
                <a:lnTo>
                  <a:pt x="1815148" y="1106376"/>
                </a:lnTo>
                <a:lnTo>
                  <a:pt x="1815148" y="1123663"/>
                </a:lnTo>
                <a:lnTo>
                  <a:pt x="1815148" y="1140950"/>
                </a:lnTo>
                <a:lnTo>
                  <a:pt x="1797861" y="1140950"/>
                </a:lnTo>
                <a:lnTo>
                  <a:pt x="1780574" y="1140950"/>
                </a:lnTo>
                <a:lnTo>
                  <a:pt x="1780574" y="1123663"/>
                </a:lnTo>
                <a:lnTo>
                  <a:pt x="1763287" y="1123663"/>
                </a:lnTo>
                <a:lnTo>
                  <a:pt x="1763287" y="1140950"/>
                </a:lnTo>
                <a:lnTo>
                  <a:pt x="1746000" y="1140950"/>
                </a:lnTo>
                <a:lnTo>
                  <a:pt x="1746000" y="1158238"/>
                </a:lnTo>
                <a:lnTo>
                  <a:pt x="1746000" y="1175525"/>
                </a:lnTo>
                <a:lnTo>
                  <a:pt x="1746000" y="1192812"/>
                </a:lnTo>
                <a:lnTo>
                  <a:pt x="1763287" y="1192812"/>
                </a:lnTo>
                <a:lnTo>
                  <a:pt x="1780574" y="1192812"/>
                </a:lnTo>
                <a:lnTo>
                  <a:pt x="1797861" y="1192812"/>
                </a:lnTo>
                <a:lnTo>
                  <a:pt x="1797861" y="1210099"/>
                </a:lnTo>
                <a:lnTo>
                  <a:pt x="1797861" y="1227386"/>
                </a:lnTo>
                <a:lnTo>
                  <a:pt x="1780574" y="1227386"/>
                </a:lnTo>
                <a:lnTo>
                  <a:pt x="1763287" y="1227386"/>
                </a:lnTo>
                <a:lnTo>
                  <a:pt x="1746000" y="1227386"/>
                </a:lnTo>
                <a:lnTo>
                  <a:pt x="1728713" y="1227386"/>
                </a:lnTo>
                <a:lnTo>
                  <a:pt x="1728713" y="1210099"/>
                </a:lnTo>
                <a:lnTo>
                  <a:pt x="1728713" y="1192812"/>
                </a:lnTo>
                <a:lnTo>
                  <a:pt x="1711426" y="1192812"/>
                </a:lnTo>
                <a:lnTo>
                  <a:pt x="1711426" y="1175525"/>
                </a:lnTo>
                <a:close/>
                <a:moveTo>
                  <a:pt x="1832436" y="726059"/>
                </a:moveTo>
                <a:lnTo>
                  <a:pt x="1849723" y="726059"/>
                </a:lnTo>
                <a:lnTo>
                  <a:pt x="1849723" y="743347"/>
                </a:lnTo>
                <a:lnTo>
                  <a:pt x="1849723" y="760634"/>
                </a:lnTo>
                <a:lnTo>
                  <a:pt x="1832436" y="760634"/>
                </a:lnTo>
                <a:lnTo>
                  <a:pt x="1815148" y="760634"/>
                </a:lnTo>
                <a:lnTo>
                  <a:pt x="1815148" y="743347"/>
                </a:lnTo>
                <a:lnTo>
                  <a:pt x="1832436" y="743347"/>
                </a:lnTo>
                <a:close/>
                <a:moveTo>
                  <a:pt x="1849723" y="881644"/>
                </a:moveTo>
                <a:lnTo>
                  <a:pt x="1849723" y="898931"/>
                </a:lnTo>
                <a:lnTo>
                  <a:pt x="1832436" y="898931"/>
                </a:lnTo>
                <a:lnTo>
                  <a:pt x="1832436" y="881644"/>
                </a:lnTo>
                <a:lnTo>
                  <a:pt x="1815148" y="881644"/>
                </a:lnTo>
                <a:lnTo>
                  <a:pt x="1815148" y="864356"/>
                </a:lnTo>
                <a:lnTo>
                  <a:pt x="1815148" y="847069"/>
                </a:lnTo>
                <a:lnTo>
                  <a:pt x="1832436" y="847069"/>
                </a:lnTo>
                <a:lnTo>
                  <a:pt x="1832436" y="829782"/>
                </a:lnTo>
                <a:lnTo>
                  <a:pt x="1849723" y="829782"/>
                </a:lnTo>
                <a:lnTo>
                  <a:pt x="1849723" y="847069"/>
                </a:lnTo>
                <a:lnTo>
                  <a:pt x="1867010" y="847069"/>
                </a:lnTo>
                <a:lnTo>
                  <a:pt x="1867010" y="864356"/>
                </a:lnTo>
                <a:lnTo>
                  <a:pt x="1867010" y="881644"/>
                </a:lnTo>
                <a:close/>
                <a:moveTo>
                  <a:pt x="1832436" y="950792"/>
                </a:moveTo>
                <a:lnTo>
                  <a:pt x="1832436" y="968079"/>
                </a:lnTo>
                <a:lnTo>
                  <a:pt x="1832436" y="985366"/>
                </a:lnTo>
                <a:lnTo>
                  <a:pt x="1815148" y="985366"/>
                </a:lnTo>
                <a:lnTo>
                  <a:pt x="1797861" y="985366"/>
                </a:lnTo>
                <a:lnTo>
                  <a:pt x="1797861" y="968079"/>
                </a:lnTo>
                <a:lnTo>
                  <a:pt x="1797861" y="950792"/>
                </a:lnTo>
                <a:lnTo>
                  <a:pt x="1797861" y="933505"/>
                </a:lnTo>
                <a:lnTo>
                  <a:pt x="1797861" y="916218"/>
                </a:lnTo>
                <a:lnTo>
                  <a:pt x="1797861" y="898931"/>
                </a:lnTo>
                <a:lnTo>
                  <a:pt x="1815148" y="898931"/>
                </a:lnTo>
                <a:lnTo>
                  <a:pt x="1815148" y="916218"/>
                </a:lnTo>
                <a:lnTo>
                  <a:pt x="1832436" y="916218"/>
                </a:lnTo>
                <a:lnTo>
                  <a:pt x="1832436" y="933505"/>
                </a:lnTo>
                <a:lnTo>
                  <a:pt x="1849723" y="933505"/>
                </a:lnTo>
                <a:lnTo>
                  <a:pt x="1867010" y="933505"/>
                </a:lnTo>
                <a:lnTo>
                  <a:pt x="1867010" y="950792"/>
                </a:lnTo>
                <a:lnTo>
                  <a:pt x="1867010" y="968079"/>
                </a:lnTo>
                <a:lnTo>
                  <a:pt x="1849723" y="968079"/>
                </a:lnTo>
                <a:lnTo>
                  <a:pt x="1849723" y="950792"/>
                </a:lnTo>
                <a:close/>
                <a:moveTo>
                  <a:pt x="1832436" y="1192812"/>
                </a:moveTo>
                <a:lnTo>
                  <a:pt x="1815148" y="1192812"/>
                </a:lnTo>
                <a:lnTo>
                  <a:pt x="1815148" y="1175525"/>
                </a:lnTo>
                <a:lnTo>
                  <a:pt x="1815148" y="1158238"/>
                </a:lnTo>
                <a:lnTo>
                  <a:pt x="1832436" y="1158238"/>
                </a:lnTo>
                <a:lnTo>
                  <a:pt x="1832436" y="1140950"/>
                </a:lnTo>
                <a:lnTo>
                  <a:pt x="1849723" y="1140950"/>
                </a:lnTo>
                <a:lnTo>
                  <a:pt x="1849723" y="1158238"/>
                </a:lnTo>
                <a:lnTo>
                  <a:pt x="1867010" y="1158238"/>
                </a:lnTo>
                <a:lnTo>
                  <a:pt x="1867010" y="1175525"/>
                </a:lnTo>
                <a:lnTo>
                  <a:pt x="1867010" y="1192812"/>
                </a:lnTo>
                <a:lnTo>
                  <a:pt x="1849723" y="1192812"/>
                </a:lnTo>
                <a:close/>
                <a:moveTo>
                  <a:pt x="1901584" y="933505"/>
                </a:moveTo>
                <a:lnTo>
                  <a:pt x="1901584" y="916218"/>
                </a:lnTo>
                <a:lnTo>
                  <a:pt x="1901584" y="898931"/>
                </a:lnTo>
                <a:lnTo>
                  <a:pt x="1918871" y="898931"/>
                </a:lnTo>
                <a:lnTo>
                  <a:pt x="1936158" y="898931"/>
                </a:lnTo>
                <a:lnTo>
                  <a:pt x="1953445" y="898931"/>
                </a:lnTo>
                <a:lnTo>
                  <a:pt x="1953445" y="916218"/>
                </a:lnTo>
                <a:lnTo>
                  <a:pt x="1953445" y="933505"/>
                </a:lnTo>
                <a:lnTo>
                  <a:pt x="1970733" y="933505"/>
                </a:lnTo>
                <a:lnTo>
                  <a:pt x="1970733" y="950792"/>
                </a:lnTo>
                <a:lnTo>
                  <a:pt x="1970733" y="968079"/>
                </a:lnTo>
                <a:lnTo>
                  <a:pt x="1970733" y="985366"/>
                </a:lnTo>
                <a:lnTo>
                  <a:pt x="1970733" y="1002653"/>
                </a:lnTo>
                <a:lnTo>
                  <a:pt x="1953445" y="1002653"/>
                </a:lnTo>
                <a:lnTo>
                  <a:pt x="1936158" y="1002653"/>
                </a:lnTo>
                <a:lnTo>
                  <a:pt x="1936158" y="985366"/>
                </a:lnTo>
                <a:lnTo>
                  <a:pt x="1936158" y="968079"/>
                </a:lnTo>
                <a:lnTo>
                  <a:pt x="1936158" y="950792"/>
                </a:lnTo>
                <a:lnTo>
                  <a:pt x="1918871" y="950792"/>
                </a:lnTo>
                <a:lnTo>
                  <a:pt x="1918871" y="933505"/>
                </a:lnTo>
                <a:close/>
                <a:moveTo>
                  <a:pt x="1936158" y="1123663"/>
                </a:moveTo>
                <a:lnTo>
                  <a:pt x="1918871" y="1123663"/>
                </a:lnTo>
                <a:lnTo>
                  <a:pt x="1918871" y="1106376"/>
                </a:lnTo>
                <a:lnTo>
                  <a:pt x="1936158" y="1106376"/>
                </a:lnTo>
                <a:close/>
                <a:moveTo>
                  <a:pt x="1918871" y="1140950"/>
                </a:moveTo>
                <a:lnTo>
                  <a:pt x="1901584" y="1140950"/>
                </a:lnTo>
                <a:lnTo>
                  <a:pt x="1901584" y="1123663"/>
                </a:lnTo>
                <a:lnTo>
                  <a:pt x="1918871" y="1123663"/>
                </a:lnTo>
                <a:close/>
                <a:moveTo>
                  <a:pt x="1867010" y="1227386"/>
                </a:moveTo>
                <a:lnTo>
                  <a:pt x="1884297" y="1227386"/>
                </a:lnTo>
                <a:lnTo>
                  <a:pt x="1884297" y="1210099"/>
                </a:lnTo>
                <a:lnTo>
                  <a:pt x="1901584" y="1210099"/>
                </a:lnTo>
                <a:lnTo>
                  <a:pt x="1901584" y="1192812"/>
                </a:lnTo>
                <a:lnTo>
                  <a:pt x="1901584" y="1175525"/>
                </a:lnTo>
                <a:lnTo>
                  <a:pt x="1918871" y="1175525"/>
                </a:lnTo>
                <a:lnTo>
                  <a:pt x="1936158" y="1175525"/>
                </a:lnTo>
                <a:lnTo>
                  <a:pt x="1953445" y="1175525"/>
                </a:lnTo>
                <a:lnTo>
                  <a:pt x="1953445" y="1192812"/>
                </a:lnTo>
                <a:lnTo>
                  <a:pt x="1936158" y="1192812"/>
                </a:lnTo>
                <a:lnTo>
                  <a:pt x="1918871" y="1192812"/>
                </a:lnTo>
                <a:lnTo>
                  <a:pt x="1918871" y="1210099"/>
                </a:lnTo>
                <a:lnTo>
                  <a:pt x="1918871" y="1227386"/>
                </a:lnTo>
                <a:lnTo>
                  <a:pt x="1918871" y="1244673"/>
                </a:lnTo>
                <a:lnTo>
                  <a:pt x="1901584" y="1244673"/>
                </a:lnTo>
                <a:lnTo>
                  <a:pt x="1884297" y="1244673"/>
                </a:lnTo>
                <a:lnTo>
                  <a:pt x="1867010" y="1244673"/>
                </a:lnTo>
                <a:close/>
                <a:moveTo>
                  <a:pt x="2039881" y="380317"/>
                </a:moveTo>
                <a:lnTo>
                  <a:pt x="2022594" y="380317"/>
                </a:lnTo>
                <a:lnTo>
                  <a:pt x="2022594" y="363030"/>
                </a:lnTo>
                <a:lnTo>
                  <a:pt x="2039881" y="363030"/>
                </a:lnTo>
                <a:close/>
                <a:moveTo>
                  <a:pt x="1988020" y="414891"/>
                </a:moveTo>
                <a:lnTo>
                  <a:pt x="1988020" y="397604"/>
                </a:lnTo>
                <a:lnTo>
                  <a:pt x="2005307" y="397604"/>
                </a:lnTo>
                <a:lnTo>
                  <a:pt x="2005307" y="414891"/>
                </a:lnTo>
                <a:close/>
                <a:moveTo>
                  <a:pt x="2039881" y="570475"/>
                </a:moveTo>
                <a:lnTo>
                  <a:pt x="2039881" y="553188"/>
                </a:lnTo>
                <a:lnTo>
                  <a:pt x="2022594" y="553188"/>
                </a:lnTo>
                <a:lnTo>
                  <a:pt x="2022594" y="535901"/>
                </a:lnTo>
                <a:lnTo>
                  <a:pt x="2022594" y="518614"/>
                </a:lnTo>
                <a:lnTo>
                  <a:pt x="2039881" y="518614"/>
                </a:lnTo>
                <a:lnTo>
                  <a:pt x="2057168" y="518614"/>
                </a:lnTo>
                <a:lnTo>
                  <a:pt x="2057168" y="535901"/>
                </a:lnTo>
                <a:lnTo>
                  <a:pt x="2074455" y="535901"/>
                </a:lnTo>
                <a:lnTo>
                  <a:pt x="2091743" y="535901"/>
                </a:lnTo>
                <a:lnTo>
                  <a:pt x="2091743" y="553188"/>
                </a:lnTo>
                <a:lnTo>
                  <a:pt x="2109030" y="553188"/>
                </a:lnTo>
                <a:lnTo>
                  <a:pt x="2109030" y="570475"/>
                </a:lnTo>
                <a:lnTo>
                  <a:pt x="2109030" y="587762"/>
                </a:lnTo>
                <a:lnTo>
                  <a:pt x="2109030" y="605049"/>
                </a:lnTo>
                <a:lnTo>
                  <a:pt x="2091743" y="605049"/>
                </a:lnTo>
                <a:lnTo>
                  <a:pt x="2074455" y="605049"/>
                </a:lnTo>
                <a:lnTo>
                  <a:pt x="2057168" y="605049"/>
                </a:lnTo>
                <a:lnTo>
                  <a:pt x="2057168" y="622337"/>
                </a:lnTo>
                <a:lnTo>
                  <a:pt x="2057168" y="639624"/>
                </a:lnTo>
                <a:lnTo>
                  <a:pt x="2057168" y="656911"/>
                </a:lnTo>
                <a:lnTo>
                  <a:pt x="2057168" y="674198"/>
                </a:lnTo>
                <a:lnTo>
                  <a:pt x="2057168" y="691485"/>
                </a:lnTo>
                <a:lnTo>
                  <a:pt x="2039881" y="691485"/>
                </a:lnTo>
                <a:lnTo>
                  <a:pt x="2039881" y="674198"/>
                </a:lnTo>
                <a:lnTo>
                  <a:pt x="2022594" y="674198"/>
                </a:lnTo>
                <a:lnTo>
                  <a:pt x="2022594" y="656911"/>
                </a:lnTo>
                <a:lnTo>
                  <a:pt x="2022594" y="639624"/>
                </a:lnTo>
                <a:lnTo>
                  <a:pt x="2039881" y="639624"/>
                </a:lnTo>
                <a:lnTo>
                  <a:pt x="2039881" y="622337"/>
                </a:lnTo>
                <a:lnTo>
                  <a:pt x="2039881" y="605049"/>
                </a:lnTo>
                <a:lnTo>
                  <a:pt x="2039881" y="587762"/>
                </a:lnTo>
                <a:close/>
                <a:moveTo>
                  <a:pt x="1988020" y="691485"/>
                </a:moveTo>
                <a:lnTo>
                  <a:pt x="1988020" y="674198"/>
                </a:lnTo>
                <a:lnTo>
                  <a:pt x="2005307" y="674198"/>
                </a:lnTo>
                <a:lnTo>
                  <a:pt x="2005307" y="691485"/>
                </a:lnTo>
                <a:close/>
                <a:moveTo>
                  <a:pt x="2109030" y="777921"/>
                </a:moveTo>
                <a:lnTo>
                  <a:pt x="2109030" y="760634"/>
                </a:lnTo>
                <a:lnTo>
                  <a:pt x="2126317" y="760634"/>
                </a:lnTo>
                <a:lnTo>
                  <a:pt x="2126317" y="743347"/>
                </a:lnTo>
                <a:lnTo>
                  <a:pt x="2126317" y="726059"/>
                </a:lnTo>
                <a:lnTo>
                  <a:pt x="2126317" y="708772"/>
                </a:lnTo>
                <a:lnTo>
                  <a:pt x="2126317" y="691485"/>
                </a:lnTo>
                <a:lnTo>
                  <a:pt x="2126317" y="674198"/>
                </a:lnTo>
                <a:lnTo>
                  <a:pt x="2143604" y="674198"/>
                </a:lnTo>
                <a:lnTo>
                  <a:pt x="2143604" y="656911"/>
                </a:lnTo>
                <a:lnTo>
                  <a:pt x="2143604" y="639624"/>
                </a:lnTo>
                <a:lnTo>
                  <a:pt x="2160891" y="639624"/>
                </a:lnTo>
                <a:lnTo>
                  <a:pt x="2160891" y="656911"/>
                </a:lnTo>
                <a:lnTo>
                  <a:pt x="2160891" y="674198"/>
                </a:lnTo>
                <a:lnTo>
                  <a:pt x="2178178" y="674198"/>
                </a:lnTo>
                <a:lnTo>
                  <a:pt x="2178178" y="691485"/>
                </a:lnTo>
                <a:lnTo>
                  <a:pt x="2178178" y="708772"/>
                </a:lnTo>
                <a:lnTo>
                  <a:pt x="2178178" y="726059"/>
                </a:lnTo>
                <a:lnTo>
                  <a:pt x="2160891" y="726059"/>
                </a:lnTo>
                <a:lnTo>
                  <a:pt x="2160891" y="743347"/>
                </a:lnTo>
                <a:lnTo>
                  <a:pt x="2160891" y="760634"/>
                </a:lnTo>
                <a:lnTo>
                  <a:pt x="2178178" y="760634"/>
                </a:lnTo>
                <a:lnTo>
                  <a:pt x="2178178" y="777921"/>
                </a:lnTo>
                <a:lnTo>
                  <a:pt x="2195465" y="777921"/>
                </a:lnTo>
                <a:lnTo>
                  <a:pt x="2195465" y="795208"/>
                </a:lnTo>
                <a:lnTo>
                  <a:pt x="2195465" y="812495"/>
                </a:lnTo>
                <a:lnTo>
                  <a:pt x="2195465" y="829782"/>
                </a:lnTo>
                <a:lnTo>
                  <a:pt x="2195465" y="847069"/>
                </a:lnTo>
                <a:lnTo>
                  <a:pt x="2178178" y="847069"/>
                </a:lnTo>
                <a:lnTo>
                  <a:pt x="2178178" y="864356"/>
                </a:lnTo>
                <a:lnTo>
                  <a:pt x="2178178" y="881644"/>
                </a:lnTo>
                <a:lnTo>
                  <a:pt x="2160891" y="881644"/>
                </a:lnTo>
                <a:lnTo>
                  <a:pt x="2160891" y="864356"/>
                </a:lnTo>
                <a:lnTo>
                  <a:pt x="2143604" y="864356"/>
                </a:lnTo>
                <a:lnTo>
                  <a:pt x="2143604" y="847069"/>
                </a:lnTo>
                <a:lnTo>
                  <a:pt x="2126317" y="847069"/>
                </a:lnTo>
                <a:lnTo>
                  <a:pt x="2109030" y="847069"/>
                </a:lnTo>
                <a:lnTo>
                  <a:pt x="2109030" y="829782"/>
                </a:lnTo>
                <a:lnTo>
                  <a:pt x="2126317" y="829782"/>
                </a:lnTo>
                <a:lnTo>
                  <a:pt x="2126317" y="812495"/>
                </a:lnTo>
                <a:lnTo>
                  <a:pt x="2126317" y="795208"/>
                </a:lnTo>
                <a:lnTo>
                  <a:pt x="2109030" y="795208"/>
                </a:lnTo>
                <a:close/>
                <a:moveTo>
                  <a:pt x="2005307" y="760634"/>
                </a:moveTo>
                <a:lnTo>
                  <a:pt x="2005307" y="743347"/>
                </a:lnTo>
                <a:lnTo>
                  <a:pt x="2022594" y="743347"/>
                </a:lnTo>
                <a:lnTo>
                  <a:pt x="2022594" y="760634"/>
                </a:lnTo>
                <a:lnTo>
                  <a:pt x="2022594" y="777921"/>
                </a:lnTo>
                <a:lnTo>
                  <a:pt x="2022594" y="795208"/>
                </a:lnTo>
                <a:lnTo>
                  <a:pt x="2022594" y="812495"/>
                </a:lnTo>
                <a:lnTo>
                  <a:pt x="2005307" y="812495"/>
                </a:lnTo>
                <a:lnTo>
                  <a:pt x="2005307" y="795208"/>
                </a:lnTo>
                <a:lnTo>
                  <a:pt x="2005307" y="777921"/>
                </a:lnTo>
                <a:close/>
                <a:moveTo>
                  <a:pt x="2091743" y="864356"/>
                </a:moveTo>
                <a:lnTo>
                  <a:pt x="2091743" y="881644"/>
                </a:lnTo>
                <a:lnTo>
                  <a:pt x="2074455" y="881644"/>
                </a:lnTo>
                <a:lnTo>
                  <a:pt x="2057168" y="881644"/>
                </a:lnTo>
                <a:lnTo>
                  <a:pt x="2057168" y="864356"/>
                </a:lnTo>
                <a:lnTo>
                  <a:pt x="2074455" y="864356"/>
                </a:lnTo>
                <a:close/>
                <a:moveTo>
                  <a:pt x="1988020" y="950792"/>
                </a:moveTo>
                <a:lnTo>
                  <a:pt x="1988020" y="933505"/>
                </a:lnTo>
                <a:lnTo>
                  <a:pt x="2005307" y="933505"/>
                </a:lnTo>
                <a:lnTo>
                  <a:pt x="2005307" y="916218"/>
                </a:lnTo>
                <a:lnTo>
                  <a:pt x="2022594" y="916218"/>
                </a:lnTo>
                <a:lnTo>
                  <a:pt x="2039881" y="916218"/>
                </a:lnTo>
                <a:lnTo>
                  <a:pt x="2039881" y="933505"/>
                </a:lnTo>
                <a:lnTo>
                  <a:pt x="2039881" y="950792"/>
                </a:lnTo>
                <a:lnTo>
                  <a:pt x="2039881" y="968079"/>
                </a:lnTo>
                <a:lnTo>
                  <a:pt x="2057168" y="968079"/>
                </a:lnTo>
                <a:lnTo>
                  <a:pt x="2057168" y="985366"/>
                </a:lnTo>
                <a:lnTo>
                  <a:pt x="2074455" y="985366"/>
                </a:lnTo>
                <a:lnTo>
                  <a:pt x="2074455" y="1002653"/>
                </a:lnTo>
                <a:lnTo>
                  <a:pt x="2074455" y="1019941"/>
                </a:lnTo>
                <a:lnTo>
                  <a:pt x="2057168" y="1019941"/>
                </a:lnTo>
                <a:lnTo>
                  <a:pt x="2039881" y="1019941"/>
                </a:lnTo>
                <a:lnTo>
                  <a:pt x="2022594" y="1019941"/>
                </a:lnTo>
                <a:lnTo>
                  <a:pt x="2005307" y="1019941"/>
                </a:lnTo>
                <a:lnTo>
                  <a:pt x="2005307" y="1002653"/>
                </a:lnTo>
                <a:lnTo>
                  <a:pt x="2005307" y="985366"/>
                </a:lnTo>
                <a:lnTo>
                  <a:pt x="1988020" y="985366"/>
                </a:lnTo>
                <a:lnTo>
                  <a:pt x="1988020" y="968079"/>
                </a:lnTo>
                <a:close/>
                <a:moveTo>
                  <a:pt x="2160891" y="1037228"/>
                </a:moveTo>
                <a:lnTo>
                  <a:pt x="2143604" y="1037228"/>
                </a:lnTo>
                <a:lnTo>
                  <a:pt x="2143604" y="1019941"/>
                </a:lnTo>
                <a:lnTo>
                  <a:pt x="2143604" y="1002653"/>
                </a:lnTo>
                <a:lnTo>
                  <a:pt x="2160891" y="1002653"/>
                </a:lnTo>
                <a:lnTo>
                  <a:pt x="2160891" y="985366"/>
                </a:lnTo>
                <a:lnTo>
                  <a:pt x="2178178" y="985366"/>
                </a:lnTo>
                <a:lnTo>
                  <a:pt x="2178178" y="968079"/>
                </a:lnTo>
                <a:lnTo>
                  <a:pt x="2195465" y="968079"/>
                </a:lnTo>
                <a:lnTo>
                  <a:pt x="2195465" y="950792"/>
                </a:lnTo>
                <a:lnTo>
                  <a:pt x="2195465" y="933505"/>
                </a:lnTo>
                <a:lnTo>
                  <a:pt x="2212752" y="933505"/>
                </a:lnTo>
                <a:lnTo>
                  <a:pt x="2230040" y="933505"/>
                </a:lnTo>
                <a:lnTo>
                  <a:pt x="2230040" y="950792"/>
                </a:lnTo>
                <a:lnTo>
                  <a:pt x="2212752" y="950792"/>
                </a:lnTo>
                <a:lnTo>
                  <a:pt x="2212752" y="968079"/>
                </a:lnTo>
                <a:lnTo>
                  <a:pt x="2212752" y="985366"/>
                </a:lnTo>
                <a:lnTo>
                  <a:pt x="2195465" y="985366"/>
                </a:lnTo>
                <a:lnTo>
                  <a:pt x="2195465" y="1002653"/>
                </a:lnTo>
                <a:lnTo>
                  <a:pt x="2178178" y="1002653"/>
                </a:lnTo>
                <a:lnTo>
                  <a:pt x="2178178" y="1019941"/>
                </a:lnTo>
                <a:lnTo>
                  <a:pt x="2160891" y="1019941"/>
                </a:lnTo>
                <a:close/>
                <a:moveTo>
                  <a:pt x="1936158" y="1037228"/>
                </a:moveTo>
                <a:lnTo>
                  <a:pt x="1936158" y="1019941"/>
                </a:lnTo>
                <a:lnTo>
                  <a:pt x="1953445" y="1019941"/>
                </a:lnTo>
                <a:lnTo>
                  <a:pt x="1953445" y="1037228"/>
                </a:lnTo>
                <a:close/>
                <a:moveTo>
                  <a:pt x="2005307" y="1037228"/>
                </a:moveTo>
                <a:lnTo>
                  <a:pt x="1988020" y="1037228"/>
                </a:lnTo>
                <a:lnTo>
                  <a:pt x="1988020" y="1019941"/>
                </a:lnTo>
                <a:lnTo>
                  <a:pt x="2005307" y="1019941"/>
                </a:lnTo>
                <a:close/>
                <a:moveTo>
                  <a:pt x="1970733" y="1071802"/>
                </a:moveTo>
                <a:lnTo>
                  <a:pt x="1970733" y="1054515"/>
                </a:lnTo>
                <a:lnTo>
                  <a:pt x="1988020" y="1054515"/>
                </a:lnTo>
                <a:lnTo>
                  <a:pt x="1988020" y="1071802"/>
                </a:lnTo>
                <a:close/>
                <a:moveTo>
                  <a:pt x="2178178" y="397604"/>
                </a:moveTo>
                <a:lnTo>
                  <a:pt x="2195465" y="397604"/>
                </a:lnTo>
                <a:lnTo>
                  <a:pt x="2195465" y="414891"/>
                </a:lnTo>
                <a:lnTo>
                  <a:pt x="2178178" y="414891"/>
                </a:lnTo>
                <a:lnTo>
                  <a:pt x="2160891" y="414891"/>
                </a:lnTo>
                <a:lnTo>
                  <a:pt x="2160891" y="397604"/>
                </a:lnTo>
                <a:close/>
                <a:moveTo>
                  <a:pt x="2178178" y="605049"/>
                </a:moveTo>
                <a:lnTo>
                  <a:pt x="2160891" y="605049"/>
                </a:lnTo>
                <a:lnTo>
                  <a:pt x="2160891" y="587762"/>
                </a:lnTo>
                <a:lnTo>
                  <a:pt x="2178178" y="587762"/>
                </a:lnTo>
                <a:close/>
                <a:moveTo>
                  <a:pt x="2281901" y="656911"/>
                </a:moveTo>
                <a:lnTo>
                  <a:pt x="2281901" y="674198"/>
                </a:lnTo>
                <a:lnTo>
                  <a:pt x="2281901" y="691485"/>
                </a:lnTo>
                <a:lnTo>
                  <a:pt x="2264614" y="691485"/>
                </a:lnTo>
                <a:lnTo>
                  <a:pt x="2264614" y="674198"/>
                </a:lnTo>
                <a:lnTo>
                  <a:pt x="2264614" y="656911"/>
                </a:lnTo>
                <a:lnTo>
                  <a:pt x="2264614" y="639624"/>
                </a:lnTo>
                <a:lnTo>
                  <a:pt x="2281901" y="639624"/>
                </a:lnTo>
                <a:close/>
                <a:moveTo>
                  <a:pt x="2351049" y="777921"/>
                </a:moveTo>
                <a:lnTo>
                  <a:pt x="2333762" y="777921"/>
                </a:lnTo>
                <a:lnTo>
                  <a:pt x="2333762" y="760634"/>
                </a:lnTo>
                <a:lnTo>
                  <a:pt x="2351049" y="760634"/>
                </a:lnTo>
                <a:close/>
                <a:moveTo>
                  <a:pt x="2800515" y="777921"/>
                </a:moveTo>
                <a:lnTo>
                  <a:pt x="2800515" y="795208"/>
                </a:lnTo>
                <a:lnTo>
                  <a:pt x="2783228" y="795208"/>
                </a:lnTo>
                <a:lnTo>
                  <a:pt x="2783228" y="812495"/>
                </a:lnTo>
                <a:lnTo>
                  <a:pt x="2783228" y="829782"/>
                </a:lnTo>
                <a:lnTo>
                  <a:pt x="2765941" y="829782"/>
                </a:lnTo>
                <a:lnTo>
                  <a:pt x="2765941" y="847069"/>
                </a:lnTo>
                <a:lnTo>
                  <a:pt x="2748653" y="847069"/>
                </a:lnTo>
                <a:lnTo>
                  <a:pt x="2748653" y="864356"/>
                </a:lnTo>
                <a:lnTo>
                  <a:pt x="2731366" y="864356"/>
                </a:lnTo>
                <a:lnTo>
                  <a:pt x="2731366" y="881644"/>
                </a:lnTo>
                <a:lnTo>
                  <a:pt x="2714079" y="881644"/>
                </a:lnTo>
                <a:lnTo>
                  <a:pt x="2714079" y="898931"/>
                </a:lnTo>
                <a:lnTo>
                  <a:pt x="2714079" y="916218"/>
                </a:lnTo>
                <a:lnTo>
                  <a:pt x="2731366" y="916218"/>
                </a:lnTo>
                <a:lnTo>
                  <a:pt x="2731366" y="933505"/>
                </a:lnTo>
                <a:lnTo>
                  <a:pt x="2748653" y="933505"/>
                </a:lnTo>
                <a:lnTo>
                  <a:pt x="2748653" y="950792"/>
                </a:lnTo>
                <a:lnTo>
                  <a:pt x="2765941" y="950792"/>
                </a:lnTo>
                <a:lnTo>
                  <a:pt x="2783228" y="950792"/>
                </a:lnTo>
                <a:lnTo>
                  <a:pt x="2783228" y="968079"/>
                </a:lnTo>
                <a:lnTo>
                  <a:pt x="2765941" y="968079"/>
                </a:lnTo>
                <a:lnTo>
                  <a:pt x="2765941" y="985366"/>
                </a:lnTo>
                <a:lnTo>
                  <a:pt x="2748653" y="985366"/>
                </a:lnTo>
                <a:lnTo>
                  <a:pt x="2748653" y="968079"/>
                </a:lnTo>
                <a:lnTo>
                  <a:pt x="2731366" y="968079"/>
                </a:lnTo>
                <a:lnTo>
                  <a:pt x="2731366" y="985366"/>
                </a:lnTo>
                <a:lnTo>
                  <a:pt x="2731366" y="1002653"/>
                </a:lnTo>
                <a:lnTo>
                  <a:pt x="2714079" y="1002653"/>
                </a:lnTo>
                <a:lnTo>
                  <a:pt x="2696792" y="1002653"/>
                </a:lnTo>
                <a:lnTo>
                  <a:pt x="2696792" y="985366"/>
                </a:lnTo>
                <a:lnTo>
                  <a:pt x="2679505" y="985366"/>
                </a:lnTo>
                <a:lnTo>
                  <a:pt x="2679505" y="968079"/>
                </a:lnTo>
                <a:lnTo>
                  <a:pt x="2662218" y="968079"/>
                </a:lnTo>
                <a:lnTo>
                  <a:pt x="2662218" y="950792"/>
                </a:lnTo>
                <a:lnTo>
                  <a:pt x="2644931" y="950792"/>
                </a:lnTo>
                <a:lnTo>
                  <a:pt x="2644931" y="968079"/>
                </a:lnTo>
                <a:lnTo>
                  <a:pt x="2627643" y="968079"/>
                </a:lnTo>
                <a:lnTo>
                  <a:pt x="2610356" y="968079"/>
                </a:lnTo>
                <a:lnTo>
                  <a:pt x="2610356" y="950792"/>
                </a:lnTo>
                <a:lnTo>
                  <a:pt x="2627643" y="950792"/>
                </a:lnTo>
                <a:lnTo>
                  <a:pt x="2627643" y="933505"/>
                </a:lnTo>
                <a:lnTo>
                  <a:pt x="2627643" y="916218"/>
                </a:lnTo>
                <a:lnTo>
                  <a:pt x="2644931" y="916218"/>
                </a:lnTo>
                <a:lnTo>
                  <a:pt x="2644931" y="898931"/>
                </a:lnTo>
                <a:lnTo>
                  <a:pt x="2662218" y="898931"/>
                </a:lnTo>
                <a:lnTo>
                  <a:pt x="2679505" y="898931"/>
                </a:lnTo>
                <a:lnTo>
                  <a:pt x="2679505" y="881644"/>
                </a:lnTo>
                <a:lnTo>
                  <a:pt x="2679505" y="864356"/>
                </a:lnTo>
                <a:lnTo>
                  <a:pt x="2679505" y="847069"/>
                </a:lnTo>
                <a:lnTo>
                  <a:pt x="2696792" y="847069"/>
                </a:lnTo>
                <a:lnTo>
                  <a:pt x="2696792" y="829782"/>
                </a:lnTo>
                <a:lnTo>
                  <a:pt x="2714079" y="829782"/>
                </a:lnTo>
                <a:lnTo>
                  <a:pt x="2714079" y="812495"/>
                </a:lnTo>
                <a:lnTo>
                  <a:pt x="2714079" y="795208"/>
                </a:lnTo>
                <a:lnTo>
                  <a:pt x="2731366" y="795208"/>
                </a:lnTo>
                <a:lnTo>
                  <a:pt x="2748653" y="795208"/>
                </a:lnTo>
                <a:lnTo>
                  <a:pt x="2765941" y="795208"/>
                </a:lnTo>
                <a:lnTo>
                  <a:pt x="2765941" y="777921"/>
                </a:lnTo>
                <a:lnTo>
                  <a:pt x="2765941" y="760634"/>
                </a:lnTo>
                <a:lnTo>
                  <a:pt x="2765941" y="743347"/>
                </a:lnTo>
                <a:lnTo>
                  <a:pt x="2765941" y="726059"/>
                </a:lnTo>
                <a:lnTo>
                  <a:pt x="2765941" y="708772"/>
                </a:lnTo>
                <a:lnTo>
                  <a:pt x="2783228" y="708772"/>
                </a:lnTo>
                <a:lnTo>
                  <a:pt x="2783228" y="691485"/>
                </a:lnTo>
                <a:lnTo>
                  <a:pt x="2783228" y="674198"/>
                </a:lnTo>
                <a:lnTo>
                  <a:pt x="2800515" y="674198"/>
                </a:lnTo>
                <a:lnTo>
                  <a:pt x="2800515" y="656911"/>
                </a:lnTo>
                <a:lnTo>
                  <a:pt x="2800515" y="639624"/>
                </a:lnTo>
                <a:lnTo>
                  <a:pt x="2817802" y="639624"/>
                </a:lnTo>
                <a:lnTo>
                  <a:pt x="2835089" y="639624"/>
                </a:lnTo>
                <a:lnTo>
                  <a:pt x="2835089" y="622337"/>
                </a:lnTo>
                <a:lnTo>
                  <a:pt x="2835089" y="605049"/>
                </a:lnTo>
                <a:lnTo>
                  <a:pt x="2852376" y="605049"/>
                </a:lnTo>
                <a:lnTo>
                  <a:pt x="2852376" y="587762"/>
                </a:lnTo>
                <a:lnTo>
                  <a:pt x="2869663" y="587762"/>
                </a:lnTo>
                <a:lnTo>
                  <a:pt x="2869663" y="570475"/>
                </a:lnTo>
                <a:lnTo>
                  <a:pt x="2886950" y="570475"/>
                </a:lnTo>
                <a:lnTo>
                  <a:pt x="2904238" y="570475"/>
                </a:lnTo>
                <a:lnTo>
                  <a:pt x="2921525" y="570475"/>
                </a:lnTo>
                <a:lnTo>
                  <a:pt x="2921525" y="587762"/>
                </a:lnTo>
                <a:lnTo>
                  <a:pt x="2938812" y="587762"/>
                </a:lnTo>
                <a:lnTo>
                  <a:pt x="2956099" y="587762"/>
                </a:lnTo>
                <a:lnTo>
                  <a:pt x="2956099" y="605049"/>
                </a:lnTo>
                <a:lnTo>
                  <a:pt x="2973386" y="605049"/>
                </a:lnTo>
                <a:lnTo>
                  <a:pt x="2973386" y="622337"/>
                </a:lnTo>
                <a:lnTo>
                  <a:pt x="2973386" y="639624"/>
                </a:lnTo>
                <a:lnTo>
                  <a:pt x="2990673" y="639624"/>
                </a:lnTo>
                <a:lnTo>
                  <a:pt x="3007960" y="639624"/>
                </a:lnTo>
                <a:lnTo>
                  <a:pt x="3007960" y="656911"/>
                </a:lnTo>
                <a:lnTo>
                  <a:pt x="3007960" y="674198"/>
                </a:lnTo>
                <a:lnTo>
                  <a:pt x="3025247" y="674198"/>
                </a:lnTo>
                <a:lnTo>
                  <a:pt x="3025247" y="691485"/>
                </a:lnTo>
                <a:lnTo>
                  <a:pt x="3042535" y="691485"/>
                </a:lnTo>
                <a:lnTo>
                  <a:pt x="3042535" y="708772"/>
                </a:lnTo>
                <a:lnTo>
                  <a:pt x="3042535" y="726059"/>
                </a:lnTo>
                <a:lnTo>
                  <a:pt x="3059822" y="726059"/>
                </a:lnTo>
                <a:lnTo>
                  <a:pt x="3059822" y="743347"/>
                </a:lnTo>
                <a:lnTo>
                  <a:pt x="3059822" y="760634"/>
                </a:lnTo>
                <a:lnTo>
                  <a:pt x="3059822" y="777921"/>
                </a:lnTo>
                <a:lnTo>
                  <a:pt x="3059822" y="795208"/>
                </a:lnTo>
                <a:lnTo>
                  <a:pt x="3059822" y="812495"/>
                </a:lnTo>
                <a:lnTo>
                  <a:pt x="3059822" y="829782"/>
                </a:lnTo>
                <a:lnTo>
                  <a:pt x="3042535" y="829782"/>
                </a:lnTo>
                <a:lnTo>
                  <a:pt x="3042535" y="847069"/>
                </a:lnTo>
                <a:lnTo>
                  <a:pt x="3025247" y="847069"/>
                </a:lnTo>
                <a:lnTo>
                  <a:pt x="3007960" y="847069"/>
                </a:lnTo>
                <a:lnTo>
                  <a:pt x="2990673" y="847069"/>
                </a:lnTo>
                <a:lnTo>
                  <a:pt x="2990673" y="829782"/>
                </a:lnTo>
                <a:lnTo>
                  <a:pt x="2990673" y="812495"/>
                </a:lnTo>
                <a:lnTo>
                  <a:pt x="2990673" y="795208"/>
                </a:lnTo>
                <a:lnTo>
                  <a:pt x="3007960" y="795208"/>
                </a:lnTo>
                <a:lnTo>
                  <a:pt x="3007960" y="777921"/>
                </a:lnTo>
                <a:lnTo>
                  <a:pt x="3025247" y="777921"/>
                </a:lnTo>
                <a:lnTo>
                  <a:pt x="3025247" y="760634"/>
                </a:lnTo>
                <a:lnTo>
                  <a:pt x="3025247" y="743347"/>
                </a:lnTo>
                <a:lnTo>
                  <a:pt x="3007960" y="743347"/>
                </a:lnTo>
                <a:lnTo>
                  <a:pt x="3007960" y="726059"/>
                </a:lnTo>
                <a:lnTo>
                  <a:pt x="2990673" y="726059"/>
                </a:lnTo>
                <a:lnTo>
                  <a:pt x="2990673" y="708772"/>
                </a:lnTo>
                <a:lnTo>
                  <a:pt x="2973386" y="708772"/>
                </a:lnTo>
                <a:lnTo>
                  <a:pt x="2973386" y="726059"/>
                </a:lnTo>
                <a:lnTo>
                  <a:pt x="2956099" y="726059"/>
                </a:lnTo>
                <a:lnTo>
                  <a:pt x="2938812" y="726059"/>
                </a:lnTo>
                <a:lnTo>
                  <a:pt x="2938812" y="708772"/>
                </a:lnTo>
                <a:lnTo>
                  <a:pt x="2938812" y="691485"/>
                </a:lnTo>
                <a:lnTo>
                  <a:pt x="2938812" y="674198"/>
                </a:lnTo>
                <a:lnTo>
                  <a:pt x="2938812" y="656911"/>
                </a:lnTo>
                <a:lnTo>
                  <a:pt x="2921525" y="656911"/>
                </a:lnTo>
                <a:lnTo>
                  <a:pt x="2921525" y="639624"/>
                </a:lnTo>
                <a:lnTo>
                  <a:pt x="2904238" y="639624"/>
                </a:lnTo>
                <a:lnTo>
                  <a:pt x="2904238" y="622337"/>
                </a:lnTo>
                <a:lnTo>
                  <a:pt x="2886950" y="622337"/>
                </a:lnTo>
                <a:lnTo>
                  <a:pt x="2886950" y="639624"/>
                </a:lnTo>
                <a:lnTo>
                  <a:pt x="2869663" y="639624"/>
                </a:lnTo>
                <a:lnTo>
                  <a:pt x="2869663" y="656911"/>
                </a:lnTo>
                <a:lnTo>
                  <a:pt x="2869663" y="674198"/>
                </a:lnTo>
                <a:lnTo>
                  <a:pt x="2852376" y="674198"/>
                </a:lnTo>
                <a:lnTo>
                  <a:pt x="2852376" y="691485"/>
                </a:lnTo>
                <a:lnTo>
                  <a:pt x="2835089" y="691485"/>
                </a:lnTo>
                <a:lnTo>
                  <a:pt x="2835089" y="708772"/>
                </a:lnTo>
                <a:lnTo>
                  <a:pt x="2817802" y="708772"/>
                </a:lnTo>
                <a:lnTo>
                  <a:pt x="2817802" y="726059"/>
                </a:lnTo>
                <a:lnTo>
                  <a:pt x="2800515" y="726059"/>
                </a:lnTo>
                <a:lnTo>
                  <a:pt x="2800515" y="743347"/>
                </a:lnTo>
                <a:lnTo>
                  <a:pt x="2800515" y="760634"/>
                </a:lnTo>
                <a:close/>
                <a:moveTo>
                  <a:pt x="2402911" y="812495"/>
                </a:moveTo>
                <a:lnTo>
                  <a:pt x="2402911" y="795208"/>
                </a:lnTo>
                <a:lnTo>
                  <a:pt x="2420198" y="795208"/>
                </a:lnTo>
                <a:lnTo>
                  <a:pt x="2420198" y="812495"/>
                </a:lnTo>
                <a:lnTo>
                  <a:pt x="2420198" y="829782"/>
                </a:lnTo>
                <a:lnTo>
                  <a:pt x="2402911" y="829782"/>
                </a:lnTo>
                <a:close/>
                <a:moveTo>
                  <a:pt x="2523921" y="864356"/>
                </a:moveTo>
                <a:lnTo>
                  <a:pt x="2506634" y="864356"/>
                </a:lnTo>
                <a:lnTo>
                  <a:pt x="2506634" y="847069"/>
                </a:lnTo>
                <a:lnTo>
                  <a:pt x="2489346" y="847069"/>
                </a:lnTo>
                <a:lnTo>
                  <a:pt x="2489346" y="829782"/>
                </a:lnTo>
                <a:lnTo>
                  <a:pt x="2489346" y="812495"/>
                </a:lnTo>
                <a:lnTo>
                  <a:pt x="2506634" y="812495"/>
                </a:lnTo>
                <a:lnTo>
                  <a:pt x="2523921" y="812495"/>
                </a:lnTo>
                <a:lnTo>
                  <a:pt x="2541208" y="812495"/>
                </a:lnTo>
                <a:lnTo>
                  <a:pt x="2558495" y="812495"/>
                </a:lnTo>
                <a:lnTo>
                  <a:pt x="2558495" y="829782"/>
                </a:lnTo>
                <a:lnTo>
                  <a:pt x="2558495" y="847069"/>
                </a:lnTo>
                <a:lnTo>
                  <a:pt x="2558495" y="864356"/>
                </a:lnTo>
                <a:lnTo>
                  <a:pt x="2575782" y="864356"/>
                </a:lnTo>
                <a:lnTo>
                  <a:pt x="2593069" y="864356"/>
                </a:lnTo>
                <a:lnTo>
                  <a:pt x="2593069" y="881644"/>
                </a:lnTo>
                <a:lnTo>
                  <a:pt x="2610356" y="881644"/>
                </a:lnTo>
                <a:lnTo>
                  <a:pt x="2610356" y="898931"/>
                </a:lnTo>
                <a:lnTo>
                  <a:pt x="2627643" y="898931"/>
                </a:lnTo>
                <a:lnTo>
                  <a:pt x="2627643" y="916218"/>
                </a:lnTo>
                <a:lnTo>
                  <a:pt x="2610356" y="916218"/>
                </a:lnTo>
                <a:lnTo>
                  <a:pt x="2593069" y="916218"/>
                </a:lnTo>
                <a:lnTo>
                  <a:pt x="2575782" y="916218"/>
                </a:lnTo>
                <a:lnTo>
                  <a:pt x="2575782" y="898931"/>
                </a:lnTo>
                <a:lnTo>
                  <a:pt x="2558495" y="898931"/>
                </a:lnTo>
                <a:lnTo>
                  <a:pt x="2541208" y="898931"/>
                </a:lnTo>
                <a:lnTo>
                  <a:pt x="2541208" y="881644"/>
                </a:lnTo>
                <a:lnTo>
                  <a:pt x="2541208" y="864356"/>
                </a:lnTo>
                <a:close/>
                <a:moveTo>
                  <a:pt x="2247327" y="864356"/>
                </a:moveTo>
                <a:lnTo>
                  <a:pt x="2230040" y="864356"/>
                </a:lnTo>
                <a:lnTo>
                  <a:pt x="2230040" y="847069"/>
                </a:lnTo>
                <a:lnTo>
                  <a:pt x="2247327" y="847069"/>
                </a:lnTo>
                <a:close/>
                <a:moveTo>
                  <a:pt x="2472059" y="898931"/>
                </a:moveTo>
                <a:lnTo>
                  <a:pt x="2472059" y="881644"/>
                </a:lnTo>
                <a:lnTo>
                  <a:pt x="2489346" y="881644"/>
                </a:lnTo>
                <a:lnTo>
                  <a:pt x="2506634" y="881644"/>
                </a:lnTo>
                <a:lnTo>
                  <a:pt x="2506634" y="898931"/>
                </a:lnTo>
                <a:lnTo>
                  <a:pt x="2489346" y="898931"/>
                </a:lnTo>
                <a:close/>
                <a:moveTo>
                  <a:pt x="2351049" y="916218"/>
                </a:moveTo>
                <a:lnTo>
                  <a:pt x="2333762" y="916218"/>
                </a:lnTo>
                <a:lnTo>
                  <a:pt x="2333762" y="898931"/>
                </a:lnTo>
                <a:lnTo>
                  <a:pt x="2351049" y="898931"/>
                </a:lnTo>
                <a:close/>
                <a:moveTo>
                  <a:pt x="2541208" y="916218"/>
                </a:moveTo>
                <a:lnTo>
                  <a:pt x="2523921" y="916218"/>
                </a:lnTo>
                <a:lnTo>
                  <a:pt x="2523921" y="933505"/>
                </a:lnTo>
                <a:lnTo>
                  <a:pt x="2523921" y="950792"/>
                </a:lnTo>
                <a:lnTo>
                  <a:pt x="2506634" y="950792"/>
                </a:lnTo>
                <a:lnTo>
                  <a:pt x="2506634" y="933505"/>
                </a:lnTo>
                <a:lnTo>
                  <a:pt x="2506634" y="916218"/>
                </a:lnTo>
                <a:lnTo>
                  <a:pt x="2506634" y="898931"/>
                </a:lnTo>
                <a:lnTo>
                  <a:pt x="2523921" y="898931"/>
                </a:lnTo>
                <a:lnTo>
                  <a:pt x="2541208" y="898931"/>
                </a:lnTo>
                <a:close/>
                <a:moveTo>
                  <a:pt x="2558495" y="985366"/>
                </a:moveTo>
                <a:lnTo>
                  <a:pt x="2541208" y="985366"/>
                </a:lnTo>
                <a:lnTo>
                  <a:pt x="2523921" y="985366"/>
                </a:lnTo>
                <a:lnTo>
                  <a:pt x="2523921" y="968079"/>
                </a:lnTo>
                <a:lnTo>
                  <a:pt x="2523921" y="950792"/>
                </a:lnTo>
                <a:lnTo>
                  <a:pt x="2541208" y="950792"/>
                </a:lnTo>
                <a:lnTo>
                  <a:pt x="2558495" y="950792"/>
                </a:lnTo>
                <a:lnTo>
                  <a:pt x="2558495" y="968079"/>
                </a:lnTo>
                <a:close/>
                <a:moveTo>
                  <a:pt x="2662218" y="1037228"/>
                </a:moveTo>
                <a:lnTo>
                  <a:pt x="2644931" y="1037228"/>
                </a:lnTo>
                <a:lnTo>
                  <a:pt x="2644931" y="1019941"/>
                </a:lnTo>
                <a:lnTo>
                  <a:pt x="2662218" y="1019941"/>
                </a:lnTo>
                <a:close/>
                <a:moveTo>
                  <a:pt x="2558495" y="1089089"/>
                </a:moveTo>
                <a:lnTo>
                  <a:pt x="2558495" y="1106376"/>
                </a:lnTo>
                <a:lnTo>
                  <a:pt x="2541208" y="1106376"/>
                </a:lnTo>
                <a:lnTo>
                  <a:pt x="2541208" y="1089089"/>
                </a:lnTo>
                <a:lnTo>
                  <a:pt x="2523921" y="1089089"/>
                </a:lnTo>
                <a:lnTo>
                  <a:pt x="2523921" y="1071802"/>
                </a:lnTo>
                <a:lnTo>
                  <a:pt x="2541208" y="1071802"/>
                </a:lnTo>
                <a:lnTo>
                  <a:pt x="2541208" y="1054515"/>
                </a:lnTo>
                <a:lnTo>
                  <a:pt x="2558495" y="1054515"/>
                </a:lnTo>
                <a:lnTo>
                  <a:pt x="2558495" y="1071802"/>
                </a:lnTo>
                <a:close/>
                <a:moveTo>
                  <a:pt x="2990673" y="864356"/>
                </a:moveTo>
                <a:lnTo>
                  <a:pt x="2973386" y="864356"/>
                </a:lnTo>
                <a:lnTo>
                  <a:pt x="2973386" y="847069"/>
                </a:lnTo>
                <a:lnTo>
                  <a:pt x="2990673" y="847069"/>
                </a:lnTo>
                <a:close/>
                <a:moveTo>
                  <a:pt x="2938812" y="916218"/>
                </a:moveTo>
                <a:lnTo>
                  <a:pt x="2938812" y="933505"/>
                </a:lnTo>
                <a:lnTo>
                  <a:pt x="2921525" y="933505"/>
                </a:lnTo>
                <a:lnTo>
                  <a:pt x="2904238" y="933505"/>
                </a:lnTo>
                <a:lnTo>
                  <a:pt x="2886950" y="933505"/>
                </a:lnTo>
                <a:lnTo>
                  <a:pt x="2886950" y="916218"/>
                </a:lnTo>
                <a:lnTo>
                  <a:pt x="2886950" y="898931"/>
                </a:lnTo>
                <a:lnTo>
                  <a:pt x="2904238" y="898931"/>
                </a:lnTo>
                <a:lnTo>
                  <a:pt x="2904238" y="881644"/>
                </a:lnTo>
                <a:lnTo>
                  <a:pt x="2904238" y="864356"/>
                </a:lnTo>
                <a:lnTo>
                  <a:pt x="2921525" y="864356"/>
                </a:lnTo>
                <a:lnTo>
                  <a:pt x="2938812" y="864356"/>
                </a:lnTo>
                <a:lnTo>
                  <a:pt x="2956099" y="864356"/>
                </a:lnTo>
                <a:lnTo>
                  <a:pt x="2973386" y="864356"/>
                </a:lnTo>
                <a:lnTo>
                  <a:pt x="2973386" y="881644"/>
                </a:lnTo>
                <a:lnTo>
                  <a:pt x="2973386" y="898931"/>
                </a:lnTo>
                <a:lnTo>
                  <a:pt x="2956099" y="898931"/>
                </a:lnTo>
                <a:lnTo>
                  <a:pt x="2938812" y="898931"/>
                </a:lnTo>
                <a:close/>
                <a:moveTo>
                  <a:pt x="2869663" y="968079"/>
                </a:moveTo>
                <a:lnTo>
                  <a:pt x="2886950" y="968079"/>
                </a:lnTo>
                <a:lnTo>
                  <a:pt x="2886950" y="985366"/>
                </a:lnTo>
                <a:lnTo>
                  <a:pt x="2869663" y="985366"/>
                </a:lnTo>
                <a:lnTo>
                  <a:pt x="2852376" y="985366"/>
                </a:lnTo>
                <a:lnTo>
                  <a:pt x="2835089" y="985366"/>
                </a:lnTo>
                <a:lnTo>
                  <a:pt x="2835089" y="968079"/>
                </a:lnTo>
                <a:lnTo>
                  <a:pt x="2852376" y="968079"/>
                </a:lnTo>
                <a:lnTo>
                  <a:pt x="2852376" y="950792"/>
                </a:lnTo>
                <a:lnTo>
                  <a:pt x="2869663" y="950792"/>
                </a:lnTo>
                <a:close/>
                <a:moveTo>
                  <a:pt x="2817802" y="1019941"/>
                </a:moveTo>
                <a:lnTo>
                  <a:pt x="2800515" y="1019941"/>
                </a:lnTo>
                <a:lnTo>
                  <a:pt x="2800515" y="1002653"/>
                </a:lnTo>
                <a:lnTo>
                  <a:pt x="2817802" y="1002653"/>
                </a:lnTo>
                <a:close/>
                <a:moveTo>
                  <a:pt x="2852376" y="1106376"/>
                </a:moveTo>
                <a:lnTo>
                  <a:pt x="2835089" y="1106376"/>
                </a:lnTo>
                <a:lnTo>
                  <a:pt x="2835089" y="1089089"/>
                </a:lnTo>
                <a:lnTo>
                  <a:pt x="2852376" y="1089089"/>
                </a:lnTo>
                <a:lnTo>
                  <a:pt x="2869663" y="1089089"/>
                </a:lnTo>
                <a:lnTo>
                  <a:pt x="2886950" y="1089089"/>
                </a:lnTo>
                <a:lnTo>
                  <a:pt x="2886950" y="1071802"/>
                </a:lnTo>
                <a:lnTo>
                  <a:pt x="2904238" y="1071802"/>
                </a:lnTo>
                <a:lnTo>
                  <a:pt x="2921525" y="1071802"/>
                </a:lnTo>
                <a:lnTo>
                  <a:pt x="2921525" y="1089089"/>
                </a:lnTo>
                <a:lnTo>
                  <a:pt x="2921525" y="1106376"/>
                </a:lnTo>
                <a:lnTo>
                  <a:pt x="2904238" y="1106376"/>
                </a:lnTo>
                <a:lnTo>
                  <a:pt x="2886950" y="1106376"/>
                </a:lnTo>
                <a:lnTo>
                  <a:pt x="2869663" y="1106376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9" name="Vector 39">
            <a:extLst xmlns:a="http://schemas.openxmlformats.org/drawingml/2006/main">
              <a:ext uri="{FF2B5EF4-FFF2-40B4-BE49-F238E27FC236}">
                <a16:creationId xmlns:a16="http://schemas.microsoft.com/office/drawing/2014/main" id="{EB94CE6E-10C1-455E-BB50-1FD4C332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028" y="4735022"/>
            <a:ext cx="3007960" cy="1382970"/>
          </a:xfrm>
          <a:custGeom xmlns:a="http://schemas.openxmlformats.org/drawingml/2006/main">
            <a:pathLst>
              <a:path w="3007960" h="1382970">
                <a:moveTo>
                  <a:pt x="311168" y="224733"/>
                </a:moveTo>
                <a:lnTo>
                  <a:pt x="311168" y="207446"/>
                </a:lnTo>
                <a:lnTo>
                  <a:pt x="311168" y="190158"/>
                </a:lnTo>
                <a:lnTo>
                  <a:pt x="328455" y="190158"/>
                </a:lnTo>
                <a:lnTo>
                  <a:pt x="328455" y="207446"/>
                </a:lnTo>
                <a:lnTo>
                  <a:pt x="328455" y="224733"/>
                </a:lnTo>
                <a:close/>
                <a:moveTo>
                  <a:pt x="259307" y="242020"/>
                </a:moveTo>
                <a:lnTo>
                  <a:pt x="276594" y="242020"/>
                </a:lnTo>
                <a:lnTo>
                  <a:pt x="276594" y="259307"/>
                </a:lnTo>
                <a:lnTo>
                  <a:pt x="259307" y="259307"/>
                </a:lnTo>
                <a:close/>
                <a:moveTo>
                  <a:pt x="224733" y="311168"/>
                </a:moveTo>
                <a:lnTo>
                  <a:pt x="242020" y="311168"/>
                </a:lnTo>
                <a:lnTo>
                  <a:pt x="242020" y="293881"/>
                </a:lnTo>
                <a:lnTo>
                  <a:pt x="259307" y="293881"/>
                </a:lnTo>
                <a:lnTo>
                  <a:pt x="276594" y="293881"/>
                </a:lnTo>
                <a:lnTo>
                  <a:pt x="276594" y="276594"/>
                </a:lnTo>
                <a:lnTo>
                  <a:pt x="276594" y="259307"/>
                </a:lnTo>
                <a:lnTo>
                  <a:pt x="293881" y="259307"/>
                </a:lnTo>
                <a:lnTo>
                  <a:pt x="293881" y="276594"/>
                </a:lnTo>
                <a:lnTo>
                  <a:pt x="293881" y="293881"/>
                </a:lnTo>
                <a:lnTo>
                  <a:pt x="293881" y="311168"/>
                </a:lnTo>
                <a:lnTo>
                  <a:pt x="276594" y="311168"/>
                </a:lnTo>
                <a:lnTo>
                  <a:pt x="259307" y="311168"/>
                </a:lnTo>
                <a:lnTo>
                  <a:pt x="259307" y="328455"/>
                </a:lnTo>
                <a:lnTo>
                  <a:pt x="242020" y="328455"/>
                </a:lnTo>
                <a:lnTo>
                  <a:pt x="224733" y="328455"/>
                </a:lnTo>
                <a:close/>
                <a:moveTo>
                  <a:pt x="242020" y="259307"/>
                </a:moveTo>
                <a:lnTo>
                  <a:pt x="259307" y="259307"/>
                </a:lnTo>
                <a:lnTo>
                  <a:pt x="259307" y="276594"/>
                </a:lnTo>
                <a:lnTo>
                  <a:pt x="242020" y="276594"/>
                </a:lnTo>
                <a:lnTo>
                  <a:pt x="224733" y="276594"/>
                </a:lnTo>
                <a:lnTo>
                  <a:pt x="224733" y="259307"/>
                </a:lnTo>
                <a:close/>
                <a:moveTo>
                  <a:pt x="293881" y="328455"/>
                </a:moveTo>
                <a:lnTo>
                  <a:pt x="293881" y="311168"/>
                </a:lnTo>
                <a:lnTo>
                  <a:pt x="311168" y="311168"/>
                </a:lnTo>
                <a:lnTo>
                  <a:pt x="311168" y="328455"/>
                </a:lnTo>
                <a:close/>
                <a:moveTo>
                  <a:pt x="276594" y="363030"/>
                </a:moveTo>
                <a:lnTo>
                  <a:pt x="259307" y="363030"/>
                </a:lnTo>
                <a:lnTo>
                  <a:pt x="259307" y="345743"/>
                </a:lnTo>
                <a:lnTo>
                  <a:pt x="276594" y="345743"/>
                </a:lnTo>
                <a:close/>
                <a:moveTo>
                  <a:pt x="311168" y="380317"/>
                </a:moveTo>
                <a:lnTo>
                  <a:pt x="293881" y="380317"/>
                </a:lnTo>
                <a:lnTo>
                  <a:pt x="293881" y="363030"/>
                </a:lnTo>
                <a:lnTo>
                  <a:pt x="311168" y="363030"/>
                </a:lnTo>
                <a:lnTo>
                  <a:pt x="328455" y="363030"/>
                </a:lnTo>
                <a:lnTo>
                  <a:pt x="328455" y="345743"/>
                </a:lnTo>
                <a:lnTo>
                  <a:pt x="345743" y="345743"/>
                </a:lnTo>
                <a:lnTo>
                  <a:pt x="363030" y="345743"/>
                </a:lnTo>
                <a:lnTo>
                  <a:pt x="380317" y="345743"/>
                </a:lnTo>
                <a:lnTo>
                  <a:pt x="397604" y="345743"/>
                </a:lnTo>
                <a:lnTo>
                  <a:pt x="397604" y="328455"/>
                </a:lnTo>
                <a:lnTo>
                  <a:pt x="397604" y="311168"/>
                </a:lnTo>
                <a:lnTo>
                  <a:pt x="380317" y="311168"/>
                </a:lnTo>
                <a:lnTo>
                  <a:pt x="363030" y="311168"/>
                </a:lnTo>
                <a:lnTo>
                  <a:pt x="345743" y="311168"/>
                </a:lnTo>
                <a:lnTo>
                  <a:pt x="345743" y="293881"/>
                </a:lnTo>
                <a:lnTo>
                  <a:pt x="363030" y="293881"/>
                </a:lnTo>
                <a:lnTo>
                  <a:pt x="380317" y="293881"/>
                </a:lnTo>
                <a:lnTo>
                  <a:pt x="397604" y="293881"/>
                </a:lnTo>
                <a:lnTo>
                  <a:pt x="414891" y="293881"/>
                </a:lnTo>
                <a:lnTo>
                  <a:pt x="414891" y="276594"/>
                </a:lnTo>
                <a:lnTo>
                  <a:pt x="432178" y="276594"/>
                </a:lnTo>
                <a:lnTo>
                  <a:pt x="449465" y="276594"/>
                </a:lnTo>
                <a:lnTo>
                  <a:pt x="449465" y="293881"/>
                </a:lnTo>
                <a:lnTo>
                  <a:pt x="466752" y="293881"/>
                </a:lnTo>
                <a:lnTo>
                  <a:pt x="466752" y="311168"/>
                </a:lnTo>
                <a:lnTo>
                  <a:pt x="484040" y="311168"/>
                </a:lnTo>
                <a:lnTo>
                  <a:pt x="501327" y="311168"/>
                </a:lnTo>
                <a:lnTo>
                  <a:pt x="501327" y="328455"/>
                </a:lnTo>
                <a:lnTo>
                  <a:pt x="501327" y="345743"/>
                </a:lnTo>
                <a:lnTo>
                  <a:pt x="518614" y="345743"/>
                </a:lnTo>
                <a:lnTo>
                  <a:pt x="518614" y="363030"/>
                </a:lnTo>
                <a:lnTo>
                  <a:pt x="518614" y="380317"/>
                </a:lnTo>
                <a:lnTo>
                  <a:pt x="501327" y="380317"/>
                </a:lnTo>
                <a:lnTo>
                  <a:pt x="501327" y="363030"/>
                </a:lnTo>
                <a:lnTo>
                  <a:pt x="484040" y="363030"/>
                </a:lnTo>
                <a:lnTo>
                  <a:pt x="484040" y="380317"/>
                </a:lnTo>
                <a:lnTo>
                  <a:pt x="466752" y="380317"/>
                </a:lnTo>
                <a:lnTo>
                  <a:pt x="466752" y="363030"/>
                </a:lnTo>
                <a:lnTo>
                  <a:pt x="466752" y="345743"/>
                </a:lnTo>
                <a:lnTo>
                  <a:pt x="449465" y="345743"/>
                </a:lnTo>
                <a:lnTo>
                  <a:pt x="449465" y="328455"/>
                </a:lnTo>
                <a:lnTo>
                  <a:pt x="449465" y="311168"/>
                </a:lnTo>
                <a:lnTo>
                  <a:pt x="432178" y="311168"/>
                </a:lnTo>
                <a:lnTo>
                  <a:pt x="414891" y="311168"/>
                </a:lnTo>
                <a:lnTo>
                  <a:pt x="414891" y="328455"/>
                </a:lnTo>
                <a:lnTo>
                  <a:pt x="414891" y="345743"/>
                </a:lnTo>
                <a:lnTo>
                  <a:pt x="432178" y="345743"/>
                </a:lnTo>
                <a:lnTo>
                  <a:pt x="432178" y="363030"/>
                </a:lnTo>
                <a:lnTo>
                  <a:pt x="414891" y="363030"/>
                </a:lnTo>
                <a:lnTo>
                  <a:pt x="414891" y="380317"/>
                </a:lnTo>
                <a:lnTo>
                  <a:pt x="397604" y="380317"/>
                </a:lnTo>
                <a:lnTo>
                  <a:pt x="380317" y="380317"/>
                </a:lnTo>
                <a:lnTo>
                  <a:pt x="363030" y="380317"/>
                </a:lnTo>
                <a:lnTo>
                  <a:pt x="363030" y="363030"/>
                </a:lnTo>
                <a:lnTo>
                  <a:pt x="345743" y="363030"/>
                </a:lnTo>
                <a:lnTo>
                  <a:pt x="345743" y="380317"/>
                </a:lnTo>
                <a:lnTo>
                  <a:pt x="345743" y="397604"/>
                </a:lnTo>
                <a:lnTo>
                  <a:pt x="345743" y="414891"/>
                </a:lnTo>
                <a:lnTo>
                  <a:pt x="328455" y="414891"/>
                </a:lnTo>
                <a:lnTo>
                  <a:pt x="311168" y="414891"/>
                </a:lnTo>
                <a:lnTo>
                  <a:pt x="293881" y="414891"/>
                </a:lnTo>
                <a:lnTo>
                  <a:pt x="293881" y="397604"/>
                </a:lnTo>
                <a:lnTo>
                  <a:pt x="311168" y="397604"/>
                </a:lnTo>
                <a:close/>
                <a:moveTo>
                  <a:pt x="172871" y="501327"/>
                </a:moveTo>
                <a:lnTo>
                  <a:pt x="155584" y="501327"/>
                </a:lnTo>
                <a:lnTo>
                  <a:pt x="155584" y="484040"/>
                </a:lnTo>
                <a:lnTo>
                  <a:pt x="155584" y="466752"/>
                </a:lnTo>
                <a:lnTo>
                  <a:pt x="172871" y="466752"/>
                </a:lnTo>
                <a:lnTo>
                  <a:pt x="172871" y="449465"/>
                </a:lnTo>
                <a:lnTo>
                  <a:pt x="155584" y="449465"/>
                </a:lnTo>
                <a:lnTo>
                  <a:pt x="155584" y="432178"/>
                </a:lnTo>
                <a:lnTo>
                  <a:pt x="172871" y="432178"/>
                </a:lnTo>
                <a:lnTo>
                  <a:pt x="172871" y="414891"/>
                </a:lnTo>
                <a:lnTo>
                  <a:pt x="190158" y="414891"/>
                </a:lnTo>
                <a:lnTo>
                  <a:pt x="207446" y="414891"/>
                </a:lnTo>
                <a:lnTo>
                  <a:pt x="207446" y="432178"/>
                </a:lnTo>
                <a:lnTo>
                  <a:pt x="207446" y="449465"/>
                </a:lnTo>
                <a:lnTo>
                  <a:pt x="207446" y="466752"/>
                </a:lnTo>
                <a:lnTo>
                  <a:pt x="190158" y="466752"/>
                </a:lnTo>
                <a:lnTo>
                  <a:pt x="190158" y="484040"/>
                </a:lnTo>
                <a:lnTo>
                  <a:pt x="172871" y="484040"/>
                </a:lnTo>
                <a:close/>
                <a:moveTo>
                  <a:pt x="224733" y="466752"/>
                </a:moveTo>
                <a:lnTo>
                  <a:pt x="224733" y="484040"/>
                </a:lnTo>
                <a:lnTo>
                  <a:pt x="224733" y="501327"/>
                </a:lnTo>
                <a:lnTo>
                  <a:pt x="207446" y="501327"/>
                </a:lnTo>
                <a:lnTo>
                  <a:pt x="190158" y="501327"/>
                </a:lnTo>
                <a:lnTo>
                  <a:pt x="190158" y="484040"/>
                </a:lnTo>
                <a:lnTo>
                  <a:pt x="207446" y="484040"/>
                </a:lnTo>
                <a:lnTo>
                  <a:pt x="207446" y="466752"/>
                </a:lnTo>
                <a:close/>
                <a:moveTo>
                  <a:pt x="51861" y="535901"/>
                </a:moveTo>
                <a:lnTo>
                  <a:pt x="34574" y="535901"/>
                </a:lnTo>
                <a:lnTo>
                  <a:pt x="34574" y="518614"/>
                </a:lnTo>
                <a:lnTo>
                  <a:pt x="51861" y="518614"/>
                </a:lnTo>
                <a:close/>
                <a:moveTo>
                  <a:pt x="224733" y="535901"/>
                </a:moveTo>
                <a:lnTo>
                  <a:pt x="224733" y="553188"/>
                </a:lnTo>
                <a:lnTo>
                  <a:pt x="207446" y="553188"/>
                </a:lnTo>
                <a:lnTo>
                  <a:pt x="190158" y="553188"/>
                </a:lnTo>
                <a:lnTo>
                  <a:pt x="190158" y="535901"/>
                </a:lnTo>
                <a:lnTo>
                  <a:pt x="207446" y="535901"/>
                </a:lnTo>
                <a:lnTo>
                  <a:pt x="207446" y="518614"/>
                </a:lnTo>
                <a:lnTo>
                  <a:pt x="224733" y="518614"/>
                </a:lnTo>
                <a:close/>
                <a:moveTo>
                  <a:pt x="103723" y="535901"/>
                </a:moveTo>
                <a:lnTo>
                  <a:pt x="103723" y="553188"/>
                </a:lnTo>
                <a:lnTo>
                  <a:pt x="121010" y="553188"/>
                </a:lnTo>
                <a:lnTo>
                  <a:pt x="121010" y="570475"/>
                </a:lnTo>
                <a:lnTo>
                  <a:pt x="103723" y="570475"/>
                </a:lnTo>
                <a:lnTo>
                  <a:pt x="86436" y="570475"/>
                </a:lnTo>
                <a:lnTo>
                  <a:pt x="86436" y="553188"/>
                </a:lnTo>
                <a:lnTo>
                  <a:pt x="86436" y="535901"/>
                </a:lnTo>
                <a:lnTo>
                  <a:pt x="86436" y="518614"/>
                </a:lnTo>
                <a:lnTo>
                  <a:pt x="103723" y="518614"/>
                </a:lnTo>
                <a:close/>
                <a:moveTo>
                  <a:pt x="155584" y="535901"/>
                </a:moveTo>
                <a:lnTo>
                  <a:pt x="138297" y="535901"/>
                </a:lnTo>
                <a:lnTo>
                  <a:pt x="138297" y="518614"/>
                </a:lnTo>
                <a:lnTo>
                  <a:pt x="155584" y="518614"/>
                </a:lnTo>
                <a:close/>
                <a:moveTo>
                  <a:pt x="69149" y="553188"/>
                </a:moveTo>
                <a:lnTo>
                  <a:pt x="51861" y="553188"/>
                </a:lnTo>
                <a:lnTo>
                  <a:pt x="51861" y="535901"/>
                </a:lnTo>
                <a:lnTo>
                  <a:pt x="69149" y="535901"/>
                </a:lnTo>
                <a:close/>
                <a:moveTo>
                  <a:pt x="138297" y="553188"/>
                </a:moveTo>
                <a:lnTo>
                  <a:pt x="121010" y="553188"/>
                </a:lnTo>
                <a:lnTo>
                  <a:pt x="121010" y="535901"/>
                </a:lnTo>
                <a:lnTo>
                  <a:pt x="138297" y="535901"/>
                </a:lnTo>
                <a:close/>
                <a:moveTo>
                  <a:pt x="51861" y="570475"/>
                </a:moveTo>
                <a:lnTo>
                  <a:pt x="51861" y="587762"/>
                </a:lnTo>
                <a:lnTo>
                  <a:pt x="34574" y="587762"/>
                </a:lnTo>
                <a:lnTo>
                  <a:pt x="17287" y="587762"/>
                </a:lnTo>
                <a:lnTo>
                  <a:pt x="17287" y="570475"/>
                </a:lnTo>
                <a:lnTo>
                  <a:pt x="17287" y="553188"/>
                </a:lnTo>
                <a:lnTo>
                  <a:pt x="34574" y="553188"/>
                </a:lnTo>
                <a:lnTo>
                  <a:pt x="51861" y="553188"/>
                </a:lnTo>
                <a:close/>
                <a:moveTo>
                  <a:pt x="207446" y="622337"/>
                </a:moveTo>
                <a:lnTo>
                  <a:pt x="190158" y="622337"/>
                </a:lnTo>
                <a:lnTo>
                  <a:pt x="190158" y="605049"/>
                </a:lnTo>
                <a:lnTo>
                  <a:pt x="190158" y="587762"/>
                </a:lnTo>
                <a:lnTo>
                  <a:pt x="207446" y="587762"/>
                </a:lnTo>
                <a:lnTo>
                  <a:pt x="207446" y="605049"/>
                </a:lnTo>
                <a:close/>
                <a:moveTo>
                  <a:pt x="155584" y="622337"/>
                </a:moveTo>
                <a:lnTo>
                  <a:pt x="138297" y="622337"/>
                </a:lnTo>
                <a:lnTo>
                  <a:pt x="121010" y="622337"/>
                </a:lnTo>
                <a:lnTo>
                  <a:pt x="121010" y="605049"/>
                </a:lnTo>
                <a:lnTo>
                  <a:pt x="138297" y="605049"/>
                </a:lnTo>
                <a:lnTo>
                  <a:pt x="155584" y="605049"/>
                </a:lnTo>
                <a:close/>
                <a:moveTo>
                  <a:pt x="17287" y="656911"/>
                </a:moveTo>
                <a:lnTo>
                  <a:pt x="34574" y="656911"/>
                </a:lnTo>
                <a:lnTo>
                  <a:pt x="34574" y="639624"/>
                </a:lnTo>
                <a:lnTo>
                  <a:pt x="51861" y="639624"/>
                </a:lnTo>
                <a:lnTo>
                  <a:pt x="69149" y="639624"/>
                </a:lnTo>
                <a:lnTo>
                  <a:pt x="86436" y="639624"/>
                </a:lnTo>
                <a:lnTo>
                  <a:pt x="86436" y="622337"/>
                </a:lnTo>
                <a:lnTo>
                  <a:pt x="86436" y="605049"/>
                </a:lnTo>
                <a:lnTo>
                  <a:pt x="103723" y="605049"/>
                </a:lnTo>
                <a:lnTo>
                  <a:pt x="103723" y="622337"/>
                </a:lnTo>
                <a:lnTo>
                  <a:pt x="103723" y="639624"/>
                </a:lnTo>
                <a:lnTo>
                  <a:pt x="121010" y="639624"/>
                </a:lnTo>
                <a:lnTo>
                  <a:pt x="138297" y="639624"/>
                </a:lnTo>
                <a:lnTo>
                  <a:pt x="155584" y="639624"/>
                </a:lnTo>
                <a:lnTo>
                  <a:pt x="155584" y="656911"/>
                </a:lnTo>
                <a:lnTo>
                  <a:pt x="155584" y="674198"/>
                </a:lnTo>
                <a:lnTo>
                  <a:pt x="138297" y="674198"/>
                </a:lnTo>
                <a:lnTo>
                  <a:pt x="138297" y="691485"/>
                </a:lnTo>
                <a:lnTo>
                  <a:pt x="121010" y="691485"/>
                </a:lnTo>
                <a:lnTo>
                  <a:pt x="121010" y="674198"/>
                </a:lnTo>
                <a:lnTo>
                  <a:pt x="121010" y="656911"/>
                </a:lnTo>
                <a:lnTo>
                  <a:pt x="103723" y="656911"/>
                </a:lnTo>
                <a:lnTo>
                  <a:pt x="103723" y="674198"/>
                </a:lnTo>
                <a:lnTo>
                  <a:pt x="86436" y="674198"/>
                </a:lnTo>
                <a:lnTo>
                  <a:pt x="86436" y="691485"/>
                </a:lnTo>
                <a:lnTo>
                  <a:pt x="103723" y="691485"/>
                </a:lnTo>
                <a:lnTo>
                  <a:pt x="103723" y="708772"/>
                </a:lnTo>
                <a:lnTo>
                  <a:pt x="86436" y="708772"/>
                </a:lnTo>
                <a:lnTo>
                  <a:pt x="86436" y="726059"/>
                </a:lnTo>
                <a:lnTo>
                  <a:pt x="69149" y="726059"/>
                </a:lnTo>
                <a:lnTo>
                  <a:pt x="69149" y="743347"/>
                </a:lnTo>
                <a:lnTo>
                  <a:pt x="69149" y="760634"/>
                </a:lnTo>
                <a:lnTo>
                  <a:pt x="51861" y="760634"/>
                </a:lnTo>
                <a:lnTo>
                  <a:pt x="34574" y="760634"/>
                </a:lnTo>
                <a:lnTo>
                  <a:pt x="34574" y="743347"/>
                </a:lnTo>
                <a:lnTo>
                  <a:pt x="34574" y="726059"/>
                </a:lnTo>
                <a:lnTo>
                  <a:pt x="51861" y="726059"/>
                </a:lnTo>
                <a:lnTo>
                  <a:pt x="51861" y="708772"/>
                </a:lnTo>
                <a:lnTo>
                  <a:pt x="51861" y="691485"/>
                </a:lnTo>
                <a:lnTo>
                  <a:pt x="51861" y="674198"/>
                </a:lnTo>
                <a:lnTo>
                  <a:pt x="34574" y="674198"/>
                </a:lnTo>
                <a:lnTo>
                  <a:pt x="17287" y="674198"/>
                </a:lnTo>
                <a:lnTo>
                  <a:pt x="0" y="674198"/>
                </a:lnTo>
                <a:lnTo>
                  <a:pt x="0" y="656911"/>
                </a:lnTo>
                <a:lnTo>
                  <a:pt x="0" y="639624"/>
                </a:lnTo>
                <a:lnTo>
                  <a:pt x="17287" y="639624"/>
                </a:lnTo>
                <a:close/>
                <a:moveTo>
                  <a:pt x="242020" y="708772"/>
                </a:moveTo>
                <a:lnTo>
                  <a:pt x="242020" y="691485"/>
                </a:lnTo>
                <a:lnTo>
                  <a:pt x="242020" y="674198"/>
                </a:lnTo>
                <a:lnTo>
                  <a:pt x="242020" y="656911"/>
                </a:lnTo>
                <a:lnTo>
                  <a:pt x="242020" y="639624"/>
                </a:lnTo>
                <a:lnTo>
                  <a:pt x="259307" y="639624"/>
                </a:lnTo>
                <a:lnTo>
                  <a:pt x="276594" y="639624"/>
                </a:lnTo>
                <a:lnTo>
                  <a:pt x="276594" y="656911"/>
                </a:lnTo>
                <a:lnTo>
                  <a:pt x="259307" y="656911"/>
                </a:lnTo>
                <a:lnTo>
                  <a:pt x="259307" y="674198"/>
                </a:lnTo>
                <a:lnTo>
                  <a:pt x="259307" y="691485"/>
                </a:lnTo>
                <a:lnTo>
                  <a:pt x="259307" y="708772"/>
                </a:lnTo>
                <a:lnTo>
                  <a:pt x="276594" y="708772"/>
                </a:lnTo>
                <a:lnTo>
                  <a:pt x="276594" y="726059"/>
                </a:lnTo>
                <a:lnTo>
                  <a:pt x="259307" y="726059"/>
                </a:lnTo>
                <a:lnTo>
                  <a:pt x="259307" y="743347"/>
                </a:lnTo>
                <a:lnTo>
                  <a:pt x="259307" y="760634"/>
                </a:lnTo>
                <a:lnTo>
                  <a:pt x="242020" y="760634"/>
                </a:lnTo>
                <a:lnTo>
                  <a:pt x="224733" y="760634"/>
                </a:lnTo>
                <a:lnTo>
                  <a:pt x="224733" y="743347"/>
                </a:lnTo>
                <a:lnTo>
                  <a:pt x="242020" y="743347"/>
                </a:lnTo>
                <a:lnTo>
                  <a:pt x="242020" y="726059"/>
                </a:lnTo>
                <a:lnTo>
                  <a:pt x="224733" y="726059"/>
                </a:lnTo>
                <a:lnTo>
                  <a:pt x="224733" y="708772"/>
                </a:lnTo>
                <a:close/>
                <a:moveTo>
                  <a:pt x="293881" y="691485"/>
                </a:moveTo>
                <a:lnTo>
                  <a:pt x="276594" y="691485"/>
                </a:lnTo>
                <a:lnTo>
                  <a:pt x="276594" y="674198"/>
                </a:lnTo>
                <a:lnTo>
                  <a:pt x="293881" y="674198"/>
                </a:lnTo>
                <a:close/>
                <a:moveTo>
                  <a:pt x="172871" y="691485"/>
                </a:moveTo>
                <a:lnTo>
                  <a:pt x="172871" y="708772"/>
                </a:lnTo>
                <a:lnTo>
                  <a:pt x="155584" y="708772"/>
                </a:lnTo>
                <a:lnTo>
                  <a:pt x="138297" y="708772"/>
                </a:lnTo>
                <a:lnTo>
                  <a:pt x="138297" y="691485"/>
                </a:lnTo>
                <a:lnTo>
                  <a:pt x="155584" y="691485"/>
                </a:lnTo>
                <a:lnTo>
                  <a:pt x="155584" y="674198"/>
                </a:lnTo>
                <a:lnTo>
                  <a:pt x="172871" y="674198"/>
                </a:lnTo>
                <a:lnTo>
                  <a:pt x="190158" y="674198"/>
                </a:lnTo>
                <a:lnTo>
                  <a:pt x="190158" y="691485"/>
                </a:lnTo>
                <a:close/>
                <a:moveTo>
                  <a:pt x="138297" y="726059"/>
                </a:moveTo>
                <a:lnTo>
                  <a:pt x="121010" y="726059"/>
                </a:lnTo>
                <a:lnTo>
                  <a:pt x="121010" y="708772"/>
                </a:lnTo>
                <a:lnTo>
                  <a:pt x="138297" y="708772"/>
                </a:lnTo>
                <a:close/>
                <a:moveTo>
                  <a:pt x="172871" y="726059"/>
                </a:moveTo>
                <a:lnTo>
                  <a:pt x="172871" y="708772"/>
                </a:lnTo>
                <a:lnTo>
                  <a:pt x="190158" y="708772"/>
                </a:lnTo>
                <a:lnTo>
                  <a:pt x="190158" y="726059"/>
                </a:lnTo>
                <a:close/>
                <a:moveTo>
                  <a:pt x="17287" y="743347"/>
                </a:moveTo>
                <a:lnTo>
                  <a:pt x="0" y="743347"/>
                </a:lnTo>
                <a:lnTo>
                  <a:pt x="0" y="726059"/>
                </a:lnTo>
                <a:lnTo>
                  <a:pt x="17287" y="726059"/>
                </a:lnTo>
                <a:close/>
                <a:moveTo>
                  <a:pt x="155584" y="760634"/>
                </a:moveTo>
                <a:lnTo>
                  <a:pt x="155584" y="743347"/>
                </a:lnTo>
                <a:lnTo>
                  <a:pt x="138297" y="743347"/>
                </a:lnTo>
                <a:lnTo>
                  <a:pt x="138297" y="726059"/>
                </a:lnTo>
                <a:lnTo>
                  <a:pt x="155584" y="726059"/>
                </a:lnTo>
                <a:lnTo>
                  <a:pt x="172871" y="726059"/>
                </a:lnTo>
                <a:lnTo>
                  <a:pt x="172871" y="743347"/>
                </a:lnTo>
                <a:lnTo>
                  <a:pt x="190158" y="743347"/>
                </a:lnTo>
                <a:lnTo>
                  <a:pt x="190158" y="760634"/>
                </a:lnTo>
                <a:lnTo>
                  <a:pt x="190158" y="777921"/>
                </a:lnTo>
                <a:lnTo>
                  <a:pt x="190158" y="795208"/>
                </a:lnTo>
                <a:lnTo>
                  <a:pt x="172871" y="795208"/>
                </a:lnTo>
                <a:lnTo>
                  <a:pt x="155584" y="795208"/>
                </a:lnTo>
                <a:lnTo>
                  <a:pt x="155584" y="777921"/>
                </a:lnTo>
                <a:lnTo>
                  <a:pt x="172871" y="777921"/>
                </a:lnTo>
                <a:lnTo>
                  <a:pt x="172871" y="760634"/>
                </a:lnTo>
                <a:close/>
                <a:moveTo>
                  <a:pt x="224733" y="743347"/>
                </a:moveTo>
                <a:lnTo>
                  <a:pt x="207446" y="743347"/>
                </a:lnTo>
                <a:lnTo>
                  <a:pt x="207446" y="726059"/>
                </a:lnTo>
                <a:lnTo>
                  <a:pt x="224733" y="726059"/>
                </a:lnTo>
                <a:close/>
                <a:moveTo>
                  <a:pt x="138297" y="829782"/>
                </a:moveTo>
                <a:lnTo>
                  <a:pt x="121010" y="829782"/>
                </a:lnTo>
                <a:lnTo>
                  <a:pt x="103723" y="829782"/>
                </a:lnTo>
                <a:lnTo>
                  <a:pt x="103723" y="812495"/>
                </a:lnTo>
                <a:lnTo>
                  <a:pt x="103723" y="795208"/>
                </a:lnTo>
                <a:lnTo>
                  <a:pt x="103723" y="777921"/>
                </a:lnTo>
                <a:lnTo>
                  <a:pt x="103723" y="760634"/>
                </a:lnTo>
                <a:lnTo>
                  <a:pt x="103723" y="743347"/>
                </a:lnTo>
                <a:lnTo>
                  <a:pt x="121010" y="743347"/>
                </a:lnTo>
                <a:lnTo>
                  <a:pt x="138297" y="743347"/>
                </a:lnTo>
                <a:lnTo>
                  <a:pt x="138297" y="760634"/>
                </a:lnTo>
                <a:lnTo>
                  <a:pt x="121010" y="760634"/>
                </a:lnTo>
                <a:lnTo>
                  <a:pt x="121010" y="777921"/>
                </a:lnTo>
                <a:lnTo>
                  <a:pt x="121010" y="795208"/>
                </a:lnTo>
                <a:lnTo>
                  <a:pt x="121010" y="812495"/>
                </a:lnTo>
                <a:lnTo>
                  <a:pt x="138297" y="812495"/>
                </a:lnTo>
                <a:lnTo>
                  <a:pt x="138297" y="795208"/>
                </a:lnTo>
                <a:lnTo>
                  <a:pt x="155584" y="795208"/>
                </a:lnTo>
                <a:lnTo>
                  <a:pt x="155584" y="812495"/>
                </a:lnTo>
                <a:lnTo>
                  <a:pt x="155584" y="829782"/>
                </a:lnTo>
                <a:close/>
                <a:moveTo>
                  <a:pt x="207446" y="760634"/>
                </a:moveTo>
                <a:lnTo>
                  <a:pt x="224733" y="760634"/>
                </a:lnTo>
                <a:lnTo>
                  <a:pt x="224733" y="777921"/>
                </a:lnTo>
                <a:lnTo>
                  <a:pt x="242020" y="777921"/>
                </a:lnTo>
                <a:lnTo>
                  <a:pt x="242020" y="795208"/>
                </a:lnTo>
                <a:lnTo>
                  <a:pt x="224733" y="795208"/>
                </a:lnTo>
                <a:lnTo>
                  <a:pt x="207446" y="795208"/>
                </a:lnTo>
                <a:lnTo>
                  <a:pt x="207446" y="777921"/>
                </a:lnTo>
                <a:close/>
                <a:moveTo>
                  <a:pt x="449465" y="51861"/>
                </a:moveTo>
                <a:lnTo>
                  <a:pt x="432178" y="51861"/>
                </a:lnTo>
                <a:lnTo>
                  <a:pt x="432178" y="34574"/>
                </a:lnTo>
                <a:lnTo>
                  <a:pt x="432178" y="17287"/>
                </a:lnTo>
                <a:lnTo>
                  <a:pt x="449465" y="17287"/>
                </a:lnTo>
                <a:lnTo>
                  <a:pt x="466752" y="17287"/>
                </a:lnTo>
                <a:lnTo>
                  <a:pt x="466752" y="0"/>
                </a:lnTo>
                <a:lnTo>
                  <a:pt x="484040" y="0"/>
                </a:lnTo>
                <a:lnTo>
                  <a:pt x="484040" y="17287"/>
                </a:lnTo>
                <a:lnTo>
                  <a:pt x="484040" y="34574"/>
                </a:lnTo>
                <a:lnTo>
                  <a:pt x="501327" y="34574"/>
                </a:lnTo>
                <a:lnTo>
                  <a:pt x="501327" y="51861"/>
                </a:lnTo>
                <a:lnTo>
                  <a:pt x="484040" y="51861"/>
                </a:lnTo>
                <a:lnTo>
                  <a:pt x="466752" y="51861"/>
                </a:lnTo>
                <a:close/>
                <a:moveTo>
                  <a:pt x="397604" y="103723"/>
                </a:moveTo>
                <a:lnTo>
                  <a:pt x="397604" y="86436"/>
                </a:lnTo>
                <a:lnTo>
                  <a:pt x="380317" y="86436"/>
                </a:lnTo>
                <a:lnTo>
                  <a:pt x="363030" y="86436"/>
                </a:lnTo>
                <a:lnTo>
                  <a:pt x="363030" y="69149"/>
                </a:lnTo>
                <a:lnTo>
                  <a:pt x="380317" y="69149"/>
                </a:lnTo>
                <a:lnTo>
                  <a:pt x="380317" y="51861"/>
                </a:lnTo>
                <a:lnTo>
                  <a:pt x="380317" y="34574"/>
                </a:lnTo>
                <a:lnTo>
                  <a:pt x="397604" y="34574"/>
                </a:lnTo>
                <a:lnTo>
                  <a:pt x="414891" y="34574"/>
                </a:lnTo>
                <a:lnTo>
                  <a:pt x="414891" y="51861"/>
                </a:lnTo>
                <a:lnTo>
                  <a:pt x="432178" y="51861"/>
                </a:lnTo>
                <a:lnTo>
                  <a:pt x="432178" y="69149"/>
                </a:lnTo>
                <a:lnTo>
                  <a:pt x="432178" y="86436"/>
                </a:lnTo>
                <a:lnTo>
                  <a:pt x="414891" y="86436"/>
                </a:lnTo>
                <a:lnTo>
                  <a:pt x="414891" y="103723"/>
                </a:lnTo>
                <a:lnTo>
                  <a:pt x="414891" y="121010"/>
                </a:lnTo>
                <a:lnTo>
                  <a:pt x="414891" y="138297"/>
                </a:lnTo>
                <a:lnTo>
                  <a:pt x="432178" y="138297"/>
                </a:lnTo>
                <a:lnTo>
                  <a:pt x="432178" y="121010"/>
                </a:lnTo>
                <a:lnTo>
                  <a:pt x="449465" y="121010"/>
                </a:lnTo>
                <a:lnTo>
                  <a:pt x="449465" y="138297"/>
                </a:lnTo>
                <a:lnTo>
                  <a:pt x="449465" y="155584"/>
                </a:lnTo>
                <a:lnTo>
                  <a:pt x="466752" y="155584"/>
                </a:lnTo>
                <a:lnTo>
                  <a:pt x="466752" y="172871"/>
                </a:lnTo>
                <a:lnTo>
                  <a:pt x="466752" y="190158"/>
                </a:lnTo>
                <a:lnTo>
                  <a:pt x="449465" y="190158"/>
                </a:lnTo>
                <a:lnTo>
                  <a:pt x="449465" y="172871"/>
                </a:lnTo>
                <a:lnTo>
                  <a:pt x="432178" y="172871"/>
                </a:lnTo>
                <a:lnTo>
                  <a:pt x="414891" y="172871"/>
                </a:lnTo>
                <a:lnTo>
                  <a:pt x="414891" y="190158"/>
                </a:lnTo>
                <a:lnTo>
                  <a:pt x="397604" y="190158"/>
                </a:lnTo>
                <a:lnTo>
                  <a:pt x="397604" y="172871"/>
                </a:lnTo>
                <a:lnTo>
                  <a:pt x="380317" y="172871"/>
                </a:lnTo>
                <a:lnTo>
                  <a:pt x="380317" y="190158"/>
                </a:lnTo>
                <a:lnTo>
                  <a:pt x="363030" y="190158"/>
                </a:lnTo>
                <a:lnTo>
                  <a:pt x="363030" y="172871"/>
                </a:lnTo>
                <a:lnTo>
                  <a:pt x="363030" y="155584"/>
                </a:lnTo>
                <a:lnTo>
                  <a:pt x="380317" y="155584"/>
                </a:lnTo>
                <a:lnTo>
                  <a:pt x="397604" y="155584"/>
                </a:lnTo>
                <a:lnTo>
                  <a:pt x="397604" y="138297"/>
                </a:lnTo>
                <a:lnTo>
                  <a:pt x="397604" y="121010"/>
                </a:lnTo>
                <a:lnTo>
                  <a:pt x="380317" y="121010"/>
                </a:lnTo>
                <a:lnTo>
                  <a:pt x="363030" y="121010"/>
                </a:lnTo>
                <a:lnTo>
                  <a:pt x="363030" y="103723"/>
                </a:lnTo>
                <a:lnTo>
                  <a:pt x="380317" y="103723"/>
                </a:lnTo>
                <a:close/>
                <a:moveTo>
                  <a:pt x="363030" y="155584"/>
                </a:moveTo>
                <a:lnTo>
                  <a:pt x="345743" y="155584"/>
                </a:lnTo>
                <a:lnTo>
                  <a:pt x="345743" y="138297"/>
                </a:lnTo>
                <a:lnTo>
                  <a:pt x="363030" y="138297"/>
                </a:lnTo>
                <a:close/>
                <a:moveTo>
                  <a:pt x="397604" y="207446"/>
                </a:moveTo>
                <a:lnTo>
                  <a:pt x="380317" y="207446"/>
                </a:lnTo>
                <a:lnTo>
                  <a:pt x="380317" y="190158"/>
                </a:lnTo>
                <a:lnTo>
                  <a:pt x="397604" y="190158"/>
                </a:lnTo>
                <a:close/>
                <a:moveTo>
                  <a:pt x="466752" y="224733"/>
                </a:moveTo>
                <a:lnTo>
                  <a:pt x="466752" y="242020"/>
                </a:lnTo>
                <a:lnTo>
                  <a:pt x="449465" y="242020"/>
                </a:lnTo>
                <a:lnTo>
                  <a:pt x="432178" y="242020"/>
                </a:lnTo>
                <a:lnTo>
                  <a:pt x="432178" y="224733"/>
                </a:lnTo>
                <a:lnTo>
                  <a:pt x="414891" y="224733"/>
                </a:lnTo>
                <a:lnTo>
                  <a:pt x="414891" y="207446"/>
                </a:lnTo>
                <a:lnTo>
                  <a:pt x="414891" y="190158"/>
                </a:lnTo>
                <a:lnTo>
                  <a:pt x="432178" y="190158"/>
                </a:lnTo>
                <a:lnTo>
                  <a:pt x="449465" y="190158"/>
                </a:lnTo>
                <a:lnTo>
                  <a:pt x="449465" y="207446"/>
                </a:lnTo>
                <a:lnTo>
                  <a:pt x="449465" y="224733"/>
                </a:lnTo>
                <a:close/>
                <a:moveTo>
                  <a:pt x="380317" y="224733"/>
                </a:moveTo>
                <a:lnTo>
                  <a:pt x="380317" y="242020"/>
                </a:lnTo>
                <a:lnTo>
                  <a:pt x="363030" y="242020"/>
                </a:lnTo>
                <a:lnTo>
                  <a:pt x="345743" y="242020"/>
                </a:lnTo>
                <a:lnTo>
                  <a:pt x="328455" y="242020"/>
                </a:lnTo>
                <a:lnTo>
                  <a:pt x="328455" y="224733"/>
                </a:lnTo>
                <a:lnTo>
                  <a:pt x="345743" y="224733"/>
                </a:lnTo>
                <a:lnTo>
                  <a:pt x="345743" y="207446"/>
                </a:lnTo>
                <a:lnTo>
                  <a:pt x="363030" y="207446"/>
                </a:lnTo>
                <a:lnTo>
                  <a:pt x="363030" y="224733"/>
                </a:lnTo>
                <a:close/>
                <a:moveTo>
                  <a:pt x="432178" y="242020"/>
                </a:moveTo>
                <a:lnTo>
                  <a:pt x="432178" y="259307"/>
                </a:lnTo>
                <a:lnTo>
                  <a:pt x="414891" y="259307"/>
                </a:lnTo>
                <a:lnTo>
                  <a:pt x="397604" y="259307"/>
                </a:lnTo>
                <a:lnTo>
                  <a:pt x="397604" y="242020"/>
                </a:lnTo>
                <a:lnTo>
                  <a:pt x="414891" y="242020"/>
                </a:lnTo>
                <a:close/>
                <a:moveTo>
                  <a:pt x="380317" y="259307"/>
                </a:moveTo>
                <a:lnTo>
                  <a:pt x="397604" y="259307"/>
                </a:lnTo>
                <a:lnTo>
                  <a:pt x="397604" y="276594"/>
                </a:lnTo>
                <a:lnTo>
                  <a:pt x="380317" y="276594"/>
                </a:lnTo>
                <a:lnTo>
                  <a:pt x="363030" y="276594"/>
                </a:lnTo>
                <a:lnTo>
                  <a:pt x="345743" y="276594"/>
                </a:lnTo>
                <a:lnTo>
                  <a:pt x="345743" y="259307"/>
                </a:lnTo>
                <a:lnTo>
                  <a:pt x="363030" y="259307"/>
                </a:lnTo>
                <a:close/>
                <a:moveTo>
                  <a:pt x="345743" y="293881"/>
                </a:moveTo>
                <a:lnTo>
                  <a:pt x="328455" y="293881"/>
                </a:lnTo>
                <a:lnTo>
                  <a:pt x="328455" y="276594"/>
                </a:lnTo>
                <a:lnTo>
                  <a:pt x="345743" y="276594"/>
                </a:lnTo>
                <a:close/>
                <a:moveTo>
                  <a:pt x="432178" y="380317"/>
                </a:moveTo>
                <a:lnTo>
                  <a:pt x="432178" y="397604"/>
                </a:lnTo>
                <a:lnTo>
                  <a:pt x="414891" y="397604"/>
                </a:lnTo>
                <a:lnTo>
                  <a:pt x="414891" y="380317"/>
                </a:lnTo>
                <a:close/>
                <a:moveTo>
                  <a:pt x="397604" y="414891"/>
                </a:moveTo>
                <a:lnTo>
                  <a:pt x="380317" y="414891"/>
                </a:lnTo>
                <a:lnTo>
                  <a:pt x="380317" y="397604"/>
                </a:lnTo>
                <a:lnTo>
                  <a:pt x="397604" y="397604"/>
                </a:lnTo>
                <a:close/>
                <a:moveTo>
                  <a:pt x="449465" y="414891"/>
                </a:moveTo>
                <a:lnTo>
                  <a:pt x="432178" y="414891"/>
                </a:lnTo>
                <a:lnTo>
                  <a:pt x="432178" y="397604"/>
                </a:lnTo>
                <a:lnTo>
                  <a:pt x="449465" y="397604"/>
                </a:lnTo>
                <a:close/>
                <a:moveTo>
                  <a:pt x="397604" y="432178"/>
                </a:moveTo>
                <a:lnTo>
                  <a:pt x="397604" y="414891"/>
                </a:lnTo>
                <a:lnTo>
                  <a:pt x="414891" y="414891"/>
                </a:lnTo>
                <a:lnTo>
                  <a:pt x="414891" y="432178"/>
                </a:lnTo>
                <a:lnTo>
                  <a:pt x="414891" y="449465"/>
                </a:lnTo>
                <a:lnTo>
                  <a:pt x="414891" y="466752"/>
                </a:lnTo>
                <a:lnTo>
                  <a:pt x="397604" y="466752"/>
                </a:lnTo>
                <a:lnTo>
                  <a:pt x="397604" y="449465"/>
                </a:lnTo>
                <a:close/>
                <a:moveTo>
                  <a:pt x="345743" y="432178"/>
                </a:moveTo>
                <a:lnTo>
                  <a:pt x="345743" y="414891"/>
                </a:lnTo>
                <a:lnTo>
                  <a:pt x="363030" y="414891"/>
                </a:lnTo>
                <a:lnTo>
                  <a:pt x="363030" y="432178"/>
                </a:lnTo>
                <a:close/>
                <a:moveTo>
                  <a:pt x="397604" y="466752"/>
                </a:moveTo>
                <a:lnTo>
                  <a:pt x="397604" y="484040"/>
                </a:lnTo>
                <a:lnTo>
                  <a:pt x="380317" y="484040"/>
                </a:lnTo>
                <a:lnTo>
                  <a:pt x="363030" y="484040"/>
                </a:lnTo>
                <a:lnTo>
                  <a:pt x="345743" y="484040"/>
                </a:lnTo>
                <a:lnTo>
                  <a:pt x="345743" y="466752"/>
                </a:lnTo>
                <a:lnTo>
                  <a:pt x="345743" y="449465"/>
                </a:lnTo>
                <a:lnTo>
                  <a:pt x="363030" y="449465"/>
                </a:lnTo>
                <a:lnTo>
                  <a:pt x="363030" y="432178"/>
                </a:lnTo>
                <a:lnTo>
                  <a:pt x="380317" y="432178"/>
                </a:lnTo>
                <a:lnTo>
                  <a:pt x="380317" y="449465"/>
                </a:lnTo>
                <a:lnTo>
                  <a:pt x="380317" y="466752"/>
                </a:lnTo>
                <a:close/>
                <a:moveTo>
                  <a:pt x="397604" y="570475"/>
                </a:moveTo>
                <a:lnTo>
                  <a:pt x="397604" y="553188"/>
                </a:lnTo>
                <a:lnTo>
                  <a:pt x="380317" y="553188"/>
                </a:lnTo>
                <a:lnTo>
                  <a:pt x="380317" y="535901"/>
                </a:lnTo>
                <a:lnTo>
                  <a:pt x="380317" y="518614"/>
                </a:lnTo>
                <a:lnTo>
                  <a:pt x="380317" y="501327"/>
                </a:lnTo>
                <a:lnTo>
                  <a:pt x="397604" y="501327"/>
                </a:lnTo>
                <a:lnTo>
                  <a:pt x="414891" y="501327"/>
                </a:lnTo>
                <a:lnTo>
                  <a:pt x="414891" y="518614"/>
                </a:lnTo>
                <a:lnTo>
                  <a:pt x="414891" y="535901"/>
                </a:lnTo>
                <a:lnTo>
                  <a:pt x="414891" y="553188"/>
                </a:lnTo>
                <a:lnTo>
                  <a:pt x="414891" y="570475"/>
                </a:lnTo>
                <a:close/>
                <a:moveTo>
                  <a:pt x="466752" y="570475"/>
                </a:moveTo>
                <a:lnTo>
                  <a:pt x="484040" y="570475"/>
                </a:lnTo>
                <a:lnTo>
                  <a:pt x="484040" y="587762"/>
                </a:lnTo>
                <a:lnTo>
                  <a:pt x="466752" y="587762"/>
                </a:lnTo>
                <a:lnTo>
                  <a:pt x="449465" y="587762"/>
                </a:lnTo>
                <a:lnTo>
                  <a:pt x="449465" y="570475"/>
                </a:lnTo>
                <a:close/>
                <a:moveTo>
                  <a:pt x="328455" y="656911"/>
                </a:moveTo>
                <a:lnTo>
                  <a:pt x="328455" y="639624"/>
                </a:lnTo>
                <a:lnTo>
                  <a:pt x="345743" y="639624"/>
                </a:lnTo>
                <a:lnTo>
                  <a:pt x="363030" y="639624"/>
                </a:lnTo>
                <a:lnTo>
                  <a:pt x="363030" y="622337"/>
                </a:lnTo>
                <a:lnTo>
                  <a:pt x="380317" y="622337"/>
                </a:lnTo>
                <a:lnTo>
                  <a:pt x="397604" y="622337"/>
                </a:lnTo>
                <a:lnTo>
                  <a:pt x="397604" y="605049"/>
                </a:lnTo>
                <a:lnTo>
                  <a:pt x="414891" y="605049"/>
                </a:lnTo>
                <a:lnTo>
                  <a:pt x="414891" y="622337"/>
                </a:lnTo>
                <a:lnTo>
                  <a:pt x="432178" y="622337"/>
                </a:lnTo>
                <a:lnTo>
                  <a:pt x="449465" y="622337"/>
                </a:lnTo>
                <a:lnTo>
                  <a:pt x="449465" y="639624"/>
                </a:lnTo>
                <a:lnTo>
                  <a:pt x="466752" y="639624"/>
                </a:lnTo>
                <a:lnTo>
                  <a:pt x="466752" y="622337"/>
                </a:lnTo>
                <a:lnTo>
                  <a:pt x="484040" y="622337"/>
                </a:lnTo>
                <a:lnTo>
                  <a:pt x="484040" y="605049"/>
                </a:lnTo>
                <a:lnTo>
                  <a:pt x="484040" y="587762"/>
                </a:lnTo>
                <a:lnTo>
                  <a:pt x="501327" y="587762"/>
                </a:lnTo>
                <a:lnTo>
                  <a:pt x="518614" y="587762"/>
                </a:lnTo>
                <a:lnTo>
                  <a:pt x="535901" y="587762"/>
                </a:lnTo>
                <a:lnTo>
                  <a:pt x="535901" y="570475"/>
                </a:lnTo>
                <a:lnTo>
                  <a:pt x="553188" y="570475"/>
                </a:lnTo>
                <a:lnTo>
                  <a:pt x="553188" y="587762"/>
                </a:lnTo>
                <a:lnTo>
                  <a:pt x="570475" y="587762"/>
                </a:lnTo>
                <a:lnTo>
                  <a:pt x="570475" y="605049"/>
                </a:lnTo>
                <a:lnTo>
                  <a:pt x="553188" y="605049"/>
                </a:lnTo>
                <a:lnTo>
                  <a:pt x="535901" y="605049"/>
                </a:lnTo>
                <a:lnTo>
                  <a:pt x="518614" y="605049"/>
                </a:lnTo>
                <a:lnTo>
                  <a:pt x="501327" y="605049"/>
                </a:lnTo>
                <a:lnTo>
                  <a:pt x="501327" y="622337"/>
                </a:lnTo>
                <a:lnTo>
                  <a:pt x="501327" y="639624"/>
                </a:lnTo>
                <a:lnTo>
                  <a:pt x="518614" y="639624"/>
                </a:lnTo>
                <a:lnTo>
                  <a:pt x="518614" y="622337"/>
                </a:lnTo>
                <a:lnTo>
                  <a:pt x="535901" y="622337"/>
                </a:lnTo>
                <a:lnTo>
                  <a:pt x="553188" y="622337"/>
                </a:lnTo>
                <a:lnTo>
                  <a:pt x="553188" y="639624"/>
                </a:lnTo>
                <a:lnTo>
                  <a:pt x="535901" y="639624"/>
                </a:lnTo>
                <a:lnTo>
                  <a:pt x="535901" y="656911"/>
                </a:lnTo>
                <a:lnTo>
                  <a:pt x="518614" y="656911"/>
                </a:lnTo>
                <a:lnTo>
                  <a:pt x="501327" y="656911"/>
                </a:lnTo>
                <a:lnTo>
                  <a:pt x="501327" y="674198"/>
                </a:lnTo>
                <a:lnTo>
                  <a:pt x="484040" y="674198"/>
                </a:lnTo>
                <a:lnTo>
                  <a:pt x="484040" y="656911"/>
                </a:lnTo>
                <a:lnTo>
                  <a:pt x="466752" y="656911"/>
                </a:lnTo>
                <a:lnTo>
                  <a:pt x="449465" y="656911"/>
                </a:lnTo>
                <a:lnTo>
                  <a:pt x="449465" y="674198"/>
                </a:lnTo>
                <a:lnTo>
                  <a:pt x="432178" y="674198"/>
                </a:lnTo>
                <a:lnTo>
                  <a:pt x="414891" y="674198"/>
                </a:lnTo>
                <a:lnTo>
                  <a:pt x="414891" y="691485"/>
                </a:lnTo>
                <a:lnTo>
                  <a:pt x="414891" y="708772"/>
                </a:lnTo>
                <a:lnTo>
                  <a:pt x="397604" y="708772"/>
                </a:lnTo>
                <a:lnTo>
                  <a:pt x="380317" y="708772"/>
                </a:lnTo>
                <a:lnTo>
                  <a:pt x="380317" y="691485"/>
                </a:lnTo>
                <a:lnTo>
                  <a:pt x="380317" y="674198"/>
                </a:lnTo>
                <a:lnTo>
                  <a:pt x="363030" y="674198"/>
                </a:lnTo>
                <a:lnTo>
                  <a:pt x="345743" y="674198"/>
                </a:lnTo>
                <a:lnTo>
                  <a:pt x="328455" y="674198"/>
                </a:lnTo>
                <a:lnTo>
                  <a:pt x="311168" y="674198"/>
                </a:lnTo>
                <a:lnTo>
                  <a:pt x="311168" y="656911"/>
                </a:lnTo>
                <a:close/>
                <a:moveTo>
                  <a:pt x="380317" y="639624"/>
                </a:moveTo>
                <a:lnTo>
                  <a:pt x="363030" y="639624"/>
                </a:lnTo>
                <a:lnTo>
                  <a:pt x="363030" y="656911"/>
                </a:lnTo>
                <a:lnTo>
                  <a:pt x="380317" y="656911"/>
                </a:lnTo>
                <a:close/>
                <a:moveTo>
                  <a:pt x="414891" y="656911"/>
                </a:moveTo>
                <a:lnTo>
                  <a:pt x="414891" y="639624"/>
                </a:lnTo>
                <a:lnTo>
                  <a:pt x="397604" y="639624"/>
                </a:lnTo>
                <a:lnTo>
                  <a:pt x="397604" y="656911"/>
                </a:lnTo>
                <a:close/>
                <a:moveTo>
                  <a:pt x="466752" y="622337"/>
                </a:moveTo>
                <a:lnTo>
                  <a:pt x="449465" y="622337"/>
                </a:lnTo>
                <a:lnTo>
                  <a:pt x="449465" y="605049"/>
                </a:lnTo>
                <a:lnTo>
                  <a:pt x="466752" y="605049"/>
                </a:lnTo>
                <a:close/>
                <a:moveTo>
                  <a:pt x="432178" y="1313822"/>
                </a:moveTo>
                <a:lnTo>
                  <a:pt x="414891" y="1313822"/>
                </a:lnTo>
                <a:lnTo>
                  <a:pt x="414891" y="1296535"/>
                </a:lnTo>
                <a:lnTo>
                  <a:pt x="432178" y="1296535"/>
                </a:lnTo>
                <a:close/>
                <a:moveTo>
                  <a:pt x="432178" y="1348396"/>
                </a:moveTo>
                <a:lnTo>
                  <a:pt x="432178" y="1331109"/>
                </a:lnTo>
                <a:lnTo>
                  <a:pt x="432178" y="1313822"/>
                </a:lnTo>
                <a:lnTo>
                  <a:pt x="449465" y="1313822"/>
                </a:lnTo>
                <a:lnTo>
                  <a:pt x="449465" y="1331109"/>
                </a:lnTo>
                <a:lnTo>
                  <a:pt x="449465" y="1348396"/>
                </a:lnTo>
                <a:close/>
                <a:moveTo>
                  <a:pt x="518614" y="34574"/>
                </a:moveTo>
                <a:lnTo>
                  <a:pt x="501327" y="34574"/>
                </a:lnTo>
                <a:lnTo>
                  <a:pt x="501327" y="17287"/>
                </a:lnTo>
                <a:lnTo>
                  <a:pt x="501327" y="0"/>
                </a:lnTo>
                <a:lnTo>
                  <a:pt x="518614" y="0"/>
                </a:lnTo>
                <a:lnTo>
                  <a:pt x="518614" y="17287"/>
                </a:lnTo>
                <a:lnTo>
                  <a:pt x="535901" y="17287"/>
                </a:lnTo>
                <a:lnTo>
                  <a:pt x="535901" y="34574"/>
                </a:lnTo>
                <a:lnTo>
                  <a:pt x="535901" y="51861"/>
                </a:lnTo>
                <a:lnTo>
                  <a:pt x="518614" y="51861"/>
                </a:lnTo>
                <a:close/>
                <a:moveTo>
                  <a:pt x="535901" y="69149"/>
                </a:moveTo>
                <a:lnTo>
                  <a:pt x="535901" y="51861"/>
                </a:lnTo>
                <a:lnTo>
                  <a:pt x="553188" y="51861"/>
                </a:lnTo>
                <a:lnTo>
                  <a:pt x="553188" y="69149"/>
                </a:lnTo>
                <a:close/>
                <a:moveTo>
                  <a:pt x="535901" y="103723"/>
                </a:moveTo>
                <a:lnTo>
                  <a:pt x="518614" y="103723"/>
                </a:lnTo>
                <a:lnTo>
                  <a:pt x="501327" y="103723"/>
                </a:lnTo>
                <a:lnTo>
                  <a:pt x="501327" y="86436"/>
                </a:lnTo>
                <a:lnTo>
                  <a:pt x="518614" y="86436"/>
                </a:lnTo>
                <a:lnTo>
                  <a:pt x="535901" y="86436"/>
                </a:lnTo>
                <a:lnTo>
                  <a:pt x="553188" y="86436"/>
                </a:lnTo>
                <a:lnTo>
                  <a:pt x="570475" y="86436"/>
                </a:lnTo>
                <a:lnTo>
                  <a:pt x="570475" y="103723"/>
                </a:lnTo>
                <a:lnTo>
                  <a:pt x="553188" y="103723"/>
                </a:lnTo>
                <a:close/>
                <a:moveTo>
                  <a:pt x="484040" y="103723"/>
                </a:moveTo>
                <a:lnTo>
                  <a:pt x="501327" y="103723"/>
                </a:lnTo>
                <a:lnTo>
                  <a:pt x="501327" y="121010"/>
                </a:lnTo>
                <a:lnTo>
                  <a:pt x="484040" y="121010"/>
                </a:lnTo>
                <a:lnTo>
                  <a:pt x="466752" y="121010"/>
                </a:lnTo>
                <a:lnTo>
                  <a:pt x="449465" y="121010"/>
                </a:lnTo>
                <a:lnTo>
                  <a:pt x="449465" y="103723"/>
                </a:lnTo>
                <a:lnTo>
                  <a:pt x="449465" y="86436"/>
                </a:lnTo>
                <a:lnTo>
                  <a:pt x="466752" y="86436"/>
                </a:lnTo>
                <a:lnTo>
                  <a:pt x="484040" y="86436"/>
                </a:lnTo>
                <a:close/>
                <a:moveTo>
                  <a:pt x="518614" y="138297"/>
                </a:moveTo>
                <a:lnTo>
                  <a:pt x="501327" y="138297"/>
                </a:lnTo>
                <a:lnTo>
                  <a:pt x="501327" y="121010"/>
                </a:lnTo>
                <a:lnTo>
                  <a:pt x="518614" y="121010"/>
                </a:lnTo>
                <a:close/>
                <a:moveTo>
                  <a:pt x="570475" y="138297"/>
                </a:moveTo>
                <a:lnTo>
                  <a:pt x="553188" y="138297"/>
                </a:lnTo>
                <a:lnTo>
                  <a:pt x="553188" y="121010"/>
                </a:lnTo>
                <a:lnTo>
                  <a:pt x="570475" y="121010"/>
                </a:lnTo>
                <a:close/>
                <a:moveTo>
                  <a:pt x="553188" y="172871"/>
                </a:moveTo>
                <a:lnTo>
                  <a:pt x="535901" y="172871"/>
                </a:lnTo>
                <a:lnTo>
                  <a:pt x="518614" y="172871"/>
                </a:lnTo>
                <a:lnTo>
                  <a:pt x="518614" y="155584"/>
                </a:lnTo>
                <a:lnTo>
                  <a:pt x="518614" y="138297"/>
                </a:lnTo>
                <a:lnTo>
                  <a:pt x="535901" y="138297"/>
                </a:lnTo>
                <a:lnTo>
                  <a:pt x="535901" y="155584"/>
                </a:lnTo>
                <a:lnTo>
                  <a:pt x="553188" y="155584"/>
                </a:lnTo>
                <a:close/>
                <a:moveTo>
                  <a:pt x="484040" y="224733"/>
                </a:moveTo>
                <a:lnTo>
                  <a:pt x="484040" y="207446"/>
                </a:lnTo>
                <a:lnTo>
                  <a:pt x="501327" y="207446"/>
                </a:lnTo>
                <a:lnTo>
                  <a:pt x="501327" y="190158"/>
                </a:lnTo>
                <a:lnTo>
                  <a:pt x="484040" y="190158"/>
                </a:lnTo>
                <a:lnTo>
                  <a:pt x="484040" y="172871"/>
                </a:lnTo>
                <a:lnTo>
                  <a:pt x="501327" y="172871"/>
                </a:lnTo>
                <a:lnTo>
                  <a:pt x="518614" y="172871"/>
                </a:lnTo>
                <a:lnTo>
                  <a:pt x="518614" y="190158"/>
                </a:lnTo>
                <a:lnTo>
                  <a:pt x="518614" y="207446"/>
                </a:lnTo>
                <a:lnTo>
                  <a:pt x="535901" y="207446"/>
                </a:lnTo>
                <a:lnTo>
                  <a:pt x="535901" y="190158"/>
                </a:lnTo>
                <a:lnTo>
                  <a:pt x="553188" y="190158"/>
                </a:lnTo>
                <a:lnTo>
                  <a:pt x="570475" y="190158"/>
                </a:lnTo>
                <a:lnTo>
                  <a:pt x="570475" y="207446"/>
                </a:lnTo>
                <a:lnTo>
                  <a:pt x="553188" y="207446"/>
                </a:lnTo>
                <a:lnTo>
                  <a:pt x="553188" y="224733"/>
                </a:lnTo>
                <a:lnTo>
                  <a:pt x="553188" y="242020"/>
                </a:lnTo>
                <a:lnTo>
                  <a:pt x="553188" y="259307"/>
                </a:lnTo>
                <a:lnTo>
                  <a:pt x="535901" y="259307"/>
                </a:lnTo>
                <a:lnTo>
                  <a:pt x="518614" y="259307"/>
                </a:lnTo>
                <a:lnTo>
                  <a:pt x="501327" y="259307"/>
                </a:lnTo>
                <a:lnTo>
                  <a:pt x="484040" y="259307"/>
                </a:lnTo>
                <a:lnTo>
                  <a:pt x="466752" y="259307"/>
                </a:lnTo>
                <a:lnTo>
                  <a:pt x="466752" y="242020"/>
                </a:lnTo>
                <a:lnTo>
                  <a:pt x="484040" y="242020"/>
                </a:lnTo>
                <a:lnTo>
                  <a:pt x="501327" y="242020"/>
                </a:lnTo>
                <a:lnTo>
                  <a:pt x="518614" y="242020"/>
                </a:lnTo>
                <a:lnTo>
                  <a:pt x="518614" y="224733"/>
                </a:lnTo>
                <a:lnTo>
                  <a:pt x="501327" y="224733"/>
                </a:lnTo>
                <a:close/>
                <a:moveTo>
                  <a:pt x="484040" y="207446"/>
                </a:moveTo>
                <a:lnTo>
                  <a:pt x="466752" y="207446"/>
                </a:lnTo>
                <a:lnTo>
                  <a:pt x="466752" y="190158"/>
                </a:lnTo>
                <a:lnTo>
                  <a:pt x="484040" y="190158"/>
                </a:lnTo>
                <a:close/>
                <a:moveTo>
                  <a:pt x="570475" y="293881"/>
                </a:moveTo>
                <a:lnTo>
                  <a:pt x="570475" y="276594"/>
                </a:lnTo>
                <a:lnTo>
                  <a:pt x="553188" y="276594"/>
                </a:lnTo>
                <a:lnTo>
                  <a:pt x="553188" y="259307"/>
                </a:lnTo>
                <a:lnTo>
                  <a:pt x="570475" y="259307"/>
                </a:lnTo>
                <a:lnTo>
                  <a:pt x="587762" y="259307"/>
                </a:lnTo>
                <a:lnTo>
                  <a:pt x="587762" y="276594"/>
                </a:lnTo>
                <a:lnTo>
                  <a:pt x="605049" y="276594"/>
                </a:lnTo>
                <a:lnTo>
                  <a:pt x="605049" y="293881"/>
                </a:lnTo>
                <a:lnTo>
                  <a:pt x="622337" y="293881"/>
                </a:lnTo>
                <a:lnTo>
                  <a:pt x="622337" y="311168"/>
                </a:lnTo>
                <a:lnTo>
                  <a:pt x="605049" y="311168"/>
                </a:lnTo>
                <a:lnTo>
                  <a:pt x="605049" y="328455"/>
                </a:lnTo>
                <a:lnTo>
                  <a:pt x="605049" y="345743"/>
                </a:lnTo>
                <a:lnTo>
                  <a:pt x="587762" y="345743"/>
                </a:lnTo>
                <a:lnTo>
                  <a:pt x="587762" y="363030"/>
                </a:lnTo>
                <a:lnTo>
                  <a:pt x="587762" y="380317"/>
                </a:lnTo>
                <a:lnTo>
                  <a:pt x="587762" y="397604"/>
                </a:lnTo>
                <a:lnTo>
                  <a:pt x="570475" y="397604"/>
                </a:lnTo>
                <a:lnTo>
                  <a:pt x="570475" y="380317"/>
                </a:lnTo>
                <a:lnTo>
                  <a:pt x="570475" y="363030"/>
                </a:lnTo>
                <a:lnTo>
                  <a:pt x="570475" y="345743"/>
                </a:lnTo>
                <a:lnTo>
                  <a:pt x="570475" y="328455"/>
                </a:lnTo>
                <a:lnTo>
                  <a:pt x="553188" y="328455"/>
                </a:lnTo>
                <a:lnTo>
                  <a:pt x="553188" y="311168"/>
                </a:lnTo>
                <a:lnTo>
                  <a:pt x="570475" y="311168"/>
                </a:lnTo>
                <a:close/>
                <a:moveTo>
                  <a:pt x="518614" y="345743"/>
                </a:moveTo>
                <a:lnTo>
                  <a:pt x="518614" y="328455"/>
                </a:lnTo>
                <a:lnTo>
                  <a:pt x="535901" y="328455"/>
                </a:lnTo>
                <a:lnTo>
                  <a:pt x="535901" y="345743"/>
                </a:lnTo>
                <a:close/>
                <a:moveTo>
                  <a:pt x="484040" y="380317"/>
                </a:moveTo>
                <a:lnTo>
                  <a:pt x="501327" y="380317"/>
                </a:lnTo>
                <a:lnTo>
                  <a:pt x="501327" y="397604"/>
                </a:lnTo>
                <a:lnTo>
                  <a:pt x="501327" y="414891"/>
                </a:lnTo>
                <a:lnTo>
                  <a:pt x="484040" y="414891"/>
                </a:lnTo>
                <a:lnTo>
                  <a:pt x="484040" y="397604"/>
                </a:lnTo>
                <a:close/>
                <a:moveTo>
                  <a:pt x="570475" y="449465"/>
                </a:moveTo>
                <a:lnTo>
                  <a:pt x="553188" y="449465"/>
                </a:lnTo>
                <a:lnTo>
                  <a:pt x="553188" y="432178"/>
                </a:lnTo>
                <a:lnTo>
                  <a:pt x="553188" y="414891"/>
                </a:lnTo>
                <a:lnTo>
                  <a:pt x="535901" y="414891"/>
                </a:lnTo>
                <a:lnTo>
                  <a:pt x="518614" y="414891"/>
                </a:lnTo>
                <a:lnTo>
                  <a:pt x="518614" y="397604"/>
                </a:lnTo>
                <a:lnTo>
                  <a:pt x="535901" y="397604"/>
                </a:lnTo>
                <a:lnTo>
                  <a:pt x="535901" y="380317"/>
                </a:lnTo>
                <a:lnTo>
                  <a:pt x="553188" y="380317"/>
                </a:lnTo>
                <a:lnTo>
                  <a:pt x="553188" y="397604"/>
                </a:lnTo>
                <a:lnTo>
                  <a:pt x="570475" y="397604"/>
                </a:lnTo>
                <a:lnTo>
                  <a:pt x="570475" y="414891"/>
                </a:lnTo>
                <a:lnTo>
                  <a:pt x="570475" y="432178"/>
                </a:lnTo>
                <a:lnTo>
                  <a:pt x="587762" y="432178"/>
                </a:lnTo>
                <a:lnTo>
                  <a:pt x="587762" y="449465"/>
                </a:lnTo>
                <a:close/>
                <a:moveTo>
                  <a:pt x="518614" y="432178"/>
                </a:moveTo>
                <a:lnTo>
                  <a:pt x="501327" y="432178"/>
                </a:lnTo>
                <a:lnTo>
                  <a:pt x="501327" y="414891"/>
                </a:lnTo>
                <a:lnTo>
                  <a:pt x="518614" y="414891"/>
                </a:lnTo>
                <a:close/>
                <a:moveTo>
                  <a:pt x="484040" y="449465"/>
                </a:moveTo>
                <a:lnTo>
                  <a:pt x="466752" y="449465"/>
                </a:lnTo>
                <a:lnTo>
                  <a:pt x="466752" y="432178"/>
                </a:lnTo>
                <a:lnTo>
                  <a:pt x="484040" y="432178"/>
                </a:lnTo>
                <a:close/>
                <a:moveTo>
                  <a:pt x="518614" y="466752"/>
                </a:moveTo>
                <a:lnTo>
                  <a:pt x="518614" y="449465"/>
                </a:lnTo>
                <a:lnTo>
                  <a:pt x="518614" y="432178"/>
                </a:lnTo>
                <a:lnTo>
                  <a:pt x="535901" y="432178"/>
                </a:lnTo>
                <a:lnTo>
                  <a:pt x="535901" y="449465"/>
                </a:lnTo>
                <a:lnTo>
                  <a:pt x="535901" y="466752"/>
                </a:lnTo>
                <a:close/>
                <a:moveTo>
                  <a:pt x="501327" y="466752"/>
                </a:moveTo>
                <a:lnTo>
                  <a:pt x="484040" y="466752"/>
                </a:lnTo>
                <a:lnTo>
                  <a:pt x="484040" y="449465"/>
                </a:lnTo>
                <a:lnTo>
                  <a:pt x="501327" y="449465"/>
                </a:lnTo>
                <a:close/>
                <a:moveTo>
                  <a:pt x="501327" y="484040"/>
                </a:moveTo>
                <a:lnTo>
                  <a:pt x="501327" y="466752"/>
                </a:lnTo>
                <a:lnTo>
                  <a:pt x="518614" y="466752"/>
                </a:lnTo>
                <a:lnTo>
                  <a:pt x="518614" y="484040"/>
                </a:lnTo>
                <a:close/>
                <a:moveTo>
                  <a:pt x="570475" y="501327"/>
                </a:moveTo>
                <a:lnTo>
                  <a:pt x="553188" y="501327"/>
                </a:lnTo>
                <a:lnTo>
                  <a:pt x="553188" y="484040"/>
                </a:lnTo>
                <a:lnTo>
                  <a:pt x="570475" y="484040"/>
                </a:lnTo>
                <a:lnTo>
                  <a:pt x="587762" y="484040"/>
                </a:lnTo>
                <a:lnTo>
                  <a:pt x="587762" y="501327"/>
                </a:lnTo>
                <a:close/>
                <a:moveTo>
                  <a:pt x="501327" y="553188"/>
                </a:moveTo>
                <a:lnTo>
                  <a:pt x="501327" y="570475"/>
                </a:lnTo>
                <a:lnTo>
                  <a:pt x="484040" y="570475"/>
                </a:lnTo>
                <a:lnTo>
                  <a:pt x="484040" y="553188"/>
                </a:lnTo>
                <a:lnTo>
                  <a:pt x="466752" y="553188"/>
                </a:lnTo>
                <a:lnTo>
                  <a:pt x="466752" y="535901"/>
                </a:lnTo>
                <a:lnTo>
                  <a:pt x="484040" y="535901"/>
                </a:lnTo>
                <a:lnTo>
                  <a:pt x="484040" y="518614"/>
                </a:lnTo>
                <a:lnTo>
                  <a:pt x="501327" y="518614"/>
                </a:lnTo>
                <a:lnTo>
                  <a:pt x="501327" y="535901"/>
                </a:lnTo>
                <a:lnTo>
                  <a:pt x="518614" y="535901"/>
                </a:lnTo>
                <a:lnTo>
                  <a:pt x="518614" y="553188"/>
                </a:lnTo>
                <a:close/>
                <a:moveTo>
                  <a:pt x="535901" y="570475"/>
                </a:moveTo>
                <a:lnTo>
                  <a:pt x="518614" y="570475"/>
                </a:lnTo>
                <a:lnTo>
                  <a:pt x="518614" y="553188"/>
                </a:lnTo>
                <a:lnTo>
                  <a:pt x="535901" y="553188"/>
                </a:lnTo>
                <a:close/>
                <a:moveTo>
                  <a:pt x="484040" y="691485"/>
                </a:moveTo>
                <a:lnTo>
                  <a:pt x="466752" y="691485"/>
                </a:lnTo>
                <a:lnTo>
                  <a:pt x="466752" y="674198"/>
                </a:lnTo>
                <a:lnTo>
                  <a:pt x="484040" y="674198"/>
                </a:lnTo>
                <a:close/>
                <a:moveTo>
                  <a:pt x="535901" y="1244673"/>
                </a:moveTo>
                <a:lnTo>
                  <a:pt x="518614" y="1244673"/>
                </a:lnTo>
                <a:lnTo>
                  <a:pt x="518614" y="1227386"/>
                </a:lnTo>
                <a:lnTo>
                  <a:pt x="518614" y="1210099"/>
                </a:lnTo>
                <a:lnTo>
                  <a:pt x="535901" y="1210099"/>
                </a:lnTo>
                <a:lnTo>
                  <a:pt x="535901" y="1192812"/>
                </a:lnTo>
                <a:lnTo>
                  <a:pt x="535901" y="1175525"/>
                </a:lnTo>
                <a:lnTo>
                  <a:pt x="553188" y="1175525"/>
                </a:lnTo>
                <a:lnTo>
                  <a:pt x="570475" y="1175525"/>
                </a:lnTo>
                <a:lnTo>
                  <a:pt x="570475" y="1192812"/>
                </a:lnTo>
                <a:lnTo>
                  <a:pt x="570475" y="1210099"/>
                </a:lnTo>
                <a:lnTo>
                  <a:pt x="553188" y="1210099"/>
                </a:lnTo>
                <a:lnTo>
                  <a:pt x="553188" y="1227386"/>
                </a:lnTo>
                <a:lnTo>
                  <a:pt x="535901" y="1227386"/>
                </a:lnTo>
                <a:close/>
                <a:moveTo>
                  <a:pt x="484040" y="1261960"/>
                </a:moveTo>
                <a:lnTo>
                  <a:pt x="484040" y="1244673"/>
                </a:lnTo>
                <a:lnTo>
                  <a:pt x="501327" y="1244673"/>
                </a:lnTo>
                <a:lnTo>
                  <a:pt x="501327" y="1261960"/>
                </a:lnTo>
                <a:close/>
                <a:moveTo>
                  <a:pt x="553188" y="1296535"/>
                </a:moveTo>
                <a:lnTo>
                  <a:pt x="535901" y="1296535"/>
                </a:lnTo>
                <a:lnTo>
                  <a:pt x="535901" y="1279247"/>
                </a:lnTo>
                <a:lnTo>
                  <a:pt x="535901" y="1261960"/>
                </a:lnTo>
                <a:lnTo>
                  <a:pt x="553188" y="1261960"/>
                </a:lnTo>
                <a:lnTo>
                  <a:pt x="553188" y="1279247"/>
                </a:lnTo>
                <a:close/>
                <a:moveTo>
                  <a:pt x="553188" y="1331109"/>
                </a:moveTo>
                <a:lnTo>
                  <a:pt x="553188" y="1313822"/>
                </a:lnTo>
                <a:lnTo>
                  <a:pt x="570475" y="1313822"/>
                </a:lnTo>
                <a:lnTo>
                  <a:pt x="570475" y="1296535"/>
                </a:lnTo>
                <a:lnTo>
                  <a:pt x="587762" y="1296535"/>
                </a:lnTo>
                <a:lnTo>
                  <a:pt x="605049" y="1296535"/>
                </a:lnTo>
                <a:lnTo>
                  <a:pt x="605049" y="1313822"/>
                </a:lnTo>
                <a:lnTo>
                  <a:pt x="622337" y="1313822"/>
                </a:lnTo>
                <a:lnTo>
                  <a:pt x="622337" y="1331109"/>
                </a:lnTo>
                <a:lnTo>
                  <a:pt x="605049" y="1331109"/>
                </a:lnTo>
                <a:lnTo>
                  <a:pt x="605049" y="1348396"/>
                </a:lnTo>
                <a:lnTo>
                  <a:pt x="587762" y="1348396"/>
                </a:lnTo>
                <a:lnTo>
                  <a:pt x="570475" y="1348396"/>
                </a:lnTo>
                <a:lnTo>
                  <a:pt x="570475" y="1331109"/>
                </a:lnTo>
                <a:close/>
                <a:moveTo>
                  <a:pt x="535901" y="1382970"/>
                </a:moveTo>
                <a:lnTo>
                  <a:pt x="518614" y="1382970"/>
                </a:lnTo>
                <a:lnTo>
                  <a:pt x="501327" y="1382970"/>
                </a:lnTo>
                <a:lnTo>
                  <a:pt x="501327" y="1365683"/>
                </a:lnTo>
                <a:lnTo>
                  <a:pt x="518614" y="1365683"/>
                </a:lnTo>
                <a:lnTo>
                  <a:pt x="518614" y="1348396"/>
                </a:lnTo>
                <a:lnTo>
                  <a:pt x="535901" y="1348396"/>
                </a:lnTo>
                <a:lnTo>
                  <a:pt x="535901" y="1331109"/>
                </a:lnTo>
                <a:lnTo>
                  <a:pt x="553188" y="1331109"/>
                </a:lnTo>
                <a:lnTo>
                  <a:pt x="553188" y="1348396"/>
                </a:lnTo>
                <a:lnTo>
                  <a:pt x="553188" y="1365683"/>
                </a:lnTo>
                <a:lnTo>
                  <a:pt x="535901" y="1365683"/>
                </a:lnTo>
                <a:close/>
                <a:moveTo>
                  <a:pt x="501327" y="1348396"/>
                </a:moveTo>
                <a:lnTo>
                  <a:pt x="501327" y="1365683"/>
                </a:lnTo>
                <a:lnTo>
                  <a:pt x="484040" y="1365683"/>
                </a:lnTo>
                <a:lnTo>
                  <a:pt x="484040" y="1382970"/>
                </a:lnTo>
                <a:lnTo>
                  <a:pt x="466752" y="1382970"/>
                </a:lnTo>
                <a:lnTo>
                  <a:pt x="466752" y="1365683"/>
                </a:lnTo>
                <a:lnTo>
                  <a:pt x="466752" y="1348396"/>
                </a:lnTo>
                <a:lnTo>
                  <a:pt x="484040" y="1348396"/>
                </a:lnTo>
                <a:close/>
                <a:moveTo>
                  <a:pt x="570475" y="69149"/>
                </a:moveTo>
                <a:lnTo>
                  <a:pt x="570475" y="51861"/>
                </a:lnTo>
                <a:lnTo>
                  <a:pt x="587762" y="51861"/>
                </a:lnTo>
                <a:lnTo>
                  <a:pt x="587762" y="69149"/>
                </a:lnTo>
                <a:close/>
                <a:moveTo>
                  <a:pt x="605049" y="69149"/>
                </a:moveTo>
                <a:lnTo>
                  <a:pt x="605049" y="86436"/>
                </a:lnTo>
                <a:lnTo>
                  <a:pt x="587762" y="86436"/>
                </a:lnTo>
                <a:lnTo>
                  <a:pt x="587762" y="69149"/>
                </a:lnTo>
                <a:close/>
                <a:moveTo>
                  <a:pt x="570475" y="121010"/>
                </a:moveTo>
                <a:lnTo>
                  <a:pt x="570475" y="103723"/>
                </a:lnTo>
                <a:lnTo>
                  <a:pt x="587762" y="103723"/>
                </a:lnTo>
                <a:lnTo>
                  <a:pt x="605049" y="103723"/>
                </a:lnTo>
                <a:lnTo>
                  <a:pt x="605049" y="121010"/>
                </a:lnTo>
                <a:lnTo>
                  <a:pt x="587762" y="121010"/>
                </a:lnTo>
                <a:close/>
                <a:moveTo>
                  <a:pt x="622337" y="138297"/>
                </a:moveTo>
                <a:lnTo>
                  <a:pt x="605049" y="138297"/>
                </a:lnTo>
                <a:lnTo>
                  <a:pt x="605049" y="121010"/>
                </a:lnTo>
                <a:lnTo>
                  <a:pt x="622337" y="121010"/>
                </a:lnTo>
                <a:close/>
                <a:moveTo>
                  <a:pt x="622337" y="207446"/>
                </a:moveTo>
                <a:lnTo>
                  <a:pt x="605049" y="207446"/>
                </a:lnTo>
                <a:lnTo>
                  <a:pt x="605049" y="224733"/>
                </a:lnTo>
                <a:lnTo>
                  <a:pt x="587762" y="224733"/>
                </a:lnTo>
                <a:lnTo>
                  <a:pt x="587762" y="207446"/>
                </a:lnTo>
                <a:lnTo>
                  <a:pt x="587762" y="190158"/>
                </a:lnTo>
                <a:lnTo>
                  <a:pt x="587762" y="172871"/>
                </a:lnTo>
                <a:lnTo>
                  <a:pt x="605049" y="172871"/>
                </a:lnTo>
                <a:lnTo>
                  <a:pt x="605049" y="155584"/>
                </a:lnTo>
                <a:lnTo>
                  <a:pt x="622337" y="155584"/>
                </a:lnTo>
                <a:lnTo>
                  <a:pt x="622337" y="172871"/>
                </a:lnTo>
                <a:lnTo>
                  <a:pt x="622337" y="190158"/>
                </a:lnTo>
                <a:close/>
                <a:moveTo>
                  <a:pt x="674198" y="207446"/>
                </a:moveTo>
                <a:lnTo>
                  <a:pt x="656911" y="207446"/>
                </a:lnTo>
                <a:lnTo>
                  <a:pt x="656911" y="190158"/>
                </a:lnTo>
                <a:lnTo>
                  <a:pt x="674198" y="190158"/>
                </a:lnTo>
                <a:close/>
                <a:moveTo>
                  <a:pt x="639624" y="224733"/>
                </a:moveTo>
                <a:lnTo>
                  <a:pt x="622337" y="224733"/>
                </a:lnTo>
                <a:lnTo>
                  <a:pt x="622337" y="207446"/>
                </a:lnTo>
                <a:lnTo>
                  <a:pt x="639624" y="207446"/>
                </a:lnTo>
                <a:close/>
                <a:moveTo>
                  <a:pt x="639624" y="259307"/>
                </a:moveTo>
                <a:lnTo>
                  <a:pt x="639624" y="242020"/>
                </a:lnTo>
                <a:lnTo>
                  <a:pt x="639624" y="224733"/>
                </a:lnTo>
                <a:lnTo>
                  <a:pt x="656911" y="224733"/>
                </a:lnTo>
                <a:lnTo>
                  <a:pt x="656911" y="242020"/>
                </a:lnTo>
                <a:lnTo>
                  <a:pt x="674198" y="242020"/>
                </a:lnTo>
                <a:lnTo>
                  <a:pt x="674198" y="224733"/>
                </a:lnTo>
                <a:lnTo>
                  <a:pt x="691485" y="224733"/>
                </a:lnTo>
                <a:lnTo>
                  <a:pt x="691485" y="242020"/>
                </a:lnTo>
                <a:lnTo>
                  <a:pt x="708772" y="242020"/>
                </a:lnTo>
                <a:lnTo>
                  <a:pt x="726059" y="242020"/>
                </a:lnTo>
                <a:lnTo>
                  <a:pt x="726059" y="259307"/>
                </a:lnTo>
                <a:lnTo>
                  <a:pt x="726059" y="276594"/>
                </a:lnTo>
                <a:lnTo>
                  <a:pt x="726059" y="293881"/>
                </a:lnTo>
                <a:lnTo>
                  <a:pt x="743347" y="293881"/>
                </a:lnTo>
                <a:lnTo>
                  <a:pt x="760634" y="293881"/>
                </a:lnTo>
                <a:lnTo>
                  <a:pt x="760634" y="311168"/>
                </a:lnTo>
                <a:lnTo>
                  <a:pt x="743347" y="311168"/>
                </a:lnTo>
                <a:lnTo>
                  <a:pt x="743347" y="328455"/>
                </a:lnTo>
                <a:lnTo>
                  <a:pt x="726059" y="328455"/>
                </a:lnTo>
                <a:lnTo>
                  <a:pt x="726059" y="311168"/>
                </a:lnTo>
                <a:lnTo>
                  <a:pt x="708772" y="311168"/>
                </a:lnTo>
                <a:lnTo>
                  <a:pt x="691485" y="311168"/>
                </a:lnTo>
                <a:lnTo>
                  <a:pt x="674198" y="311168"/>
                </a:lnTo>
                <a:lnTo>
                  <a:pt x="674198" y="328455"/>
                </a:lnTo>
                <a:lnTo>
                  <a:pt x="674198" y="345743"/>
                </a:lnTo>
                <a:lnTo>
                  <a:pt x="656911" y="345743"/>
                </a:lnTo>
                <a:lnTo>
                  <a:pt x="656911" y="328455"/>
                </a:lnTo>
                <a:lnTo>
                  <a:pt x="656911" y="311168"/>
                </a:lnTo>
                <a:lnTo>
                  <a:pt x="656911" y="293881"/>
                </a:lnTo>
                <a:lnTo>
                  <a:pt x="674198" y="293881"/>
                </a:lnTo>
                <a:lnTo>
                  <a:pt x="674198" y="276594"/>
                </a:lnTo>
                <a:lnTo>
                  <a:pt x="656911" y="276594"/>
                </a:lnTo>
                <a:lnTo>
                  <a:pt x="639624" y="276594"/>
                </a:lnTo>
                <a:close/>
                <a:moveTo>
                  <a:pt x="708772" y="259307"/>
                </a:moveTo>
                <a:lnTo>
                  <a:pt x="691485" y="259307"/>
                </a:lnTo>
                <a:lnTo>
                  <a:pt x="691485" y="276594"/>
                </a:lnTo>
                <a:lnTo>
                  <a:pt x="708772" y="276594"/>
                </a:lnTo>
                <a:close/>
                <a:moveTo>
                  <a:pt x="622337" y="363030"/>
                </a:moveTo>
                <a:lnTo>
                  <a:pt x="605049" y="363030"/>
                </a:lnTo>
                <a:lnTo>
                  <a:pt x="605049" y="345743"/>
                </a:lnTo>
                <a:lnTo>
                  <a:pt x="622337" y="345743"/>
                </a:lnTo>
                <a:lnTo>
                  <a:pt x="622337" y="328455"/>
                </a:lnTo>
                <a:lnTo>
                  <a:pt x="622337" y="311168"/>
                </a:lnTo>
                <a:lnTo>
                  <a:pt x="639624" y="311168"/>
                </a:lnTo>
                <a:lnTo>
                  <a:pt x="639624" y="328455"/>
                </a:lnTo>
                <a:lnTo>
                  <a:pt x="639624" y="345743"/>
                </a:lnTo>
                <a:lnTo>
                  <a:pt x="639624" y="363030"/>
                </a:lnTo>
                <a:lnTo>
                  <a:pt x="656911" y="363030"/>
                </a:lnTo>
                <a:lnTo>
                  <a:pt x="656911" y="380317"/>
                </a:lnTo>
                <a:lnTo>
                  <a:pt x="639624" y="380317"/>
                </a:lnTo>
                <a:lnTo>
                  <a:pt x="639624" y="397604"/>
                </a:lnTo>
                <a:lnTo>
                  <a:pt x="639624" y="414891"/>
                </a:lnTo>
                <a:lnTo>
                  <a:pt x="622337" y="414891"/>
                </a:lnTo>
                <a:lnTo>
                  <a:pt x="622337" y="432178"/>
                </a:lnTo>
                <a:lnTo>
                  <a:pt x="605049" y="432178"/>
                </a:lnTo>
                <a:lnTo>
                  <a:pt x="587762" y="432178"/>
                </a:lnTo>
                <a:lnTo>
                  <a:pt x="587762" y="414891"/>
                </a:lnTo>
                <a:lnTo>
                  <a:pt x="605049" y="414891"/>
                </a:lnTo>
                <a:lnTo>
                  <a:pt x="605049" y="397604"/>
                </a:lnTo>
                <a:lnTo>
                  <a:pt x="622337" y="397604"/>
                </a:lnTo>
                <a:lnTo>
                  <a:pt x="622337" y="380317"/>
                </a:lnTo>
                <a:close/>
                <a:moveTo>
                  <a:pt x="656911" y="449465"/>
                </a:moveTo>
                <a:lnTo>
                  <a:pt x="639624" y="449465"/>
                </a:lnTo>
                <a:lnTo>
                  <a:pt x="622337" y="449465"/>
                </a:lnTo>
                <a:lnTo>
                  <a:pt x="622337" y="432178"/>
                </a:lnTo>
                <a:lnTo>
                  <a:pt x="639624" y="432178"/>
                </a:lnTo>
                <a:lnTo>
                  <a:pt x="639624" y="414891"/>
                </a:lnTo>
                <a:lnTo>
                  <a:pt x="656911" y="414891"/>
                </a:lnTo>
                <a:lnTo>
                  <a:pt x="656911" y="397604"/>
                </a:lnTo>
                <a:lnTo>
                  <a:pt x="656911" y="380317"/>
                </a:lnTo>
                <a:lnTo>
                  <a:pt x="674198" y="380317"/>
                </a:lnTo>
                <a:lnTo>
                  <a:pt x="674198" y="397604"/>
                </a:lnTo>
                <a:lnTo>
                  <a:pt x="691485" y="397604"/>
                </a:lnTo>
                <a:lnTo>
                  <a:pt x="691485" y="414891"/>
                </a:lnTo>
                <a:lnTo>
                  <a:pt x="674198" y="414891"/>
                </a:lnTo>
                <a:lnTo>
                  <a:pt x="674198" y="432178"/>
                </a:lnTo>
                <a:lnTo>
                  <a:pt x="656911" y="432178"/>
                </a:lnTo>
                <a:close/>
                <a:moveTo>
                  <a:pt x="726059" y="484040"/>
                </a:moveTo>
                <a:lnTo>
                  <a:pt x="708772" y="484040"/>
                </a:lnTo>
                <a:lnTo>
                  <a:pt x="691485" y="484040"/>
                </a:lnTo>
                <a:lnTo>
                  <a:pt x="691485" y="466752"/>
                </a:lnTo>
                <a:lnTo>
                  <a:pt x="691485" y="449465"/>
                </a:lnTo>
                <a:lnTo>
                  <a:pt x="691485" y="432178"/>
                </a:lnTo>
                <a:lnTo>
                  <a:pt x="691485" y="414891"/>
                </a:lnTo>
                <a:lnTo>
                  <a:pt x="708772" y="414891"/>
                </a:lnTo>
                <a:lnTo>
                  <a:pt x="708772" y="432178"/>
                </a:lnTo>
                <a:lnTo>
                  <a:pt x="708772" y="449465"/>
                </a:lnTo>
                <a:lnTo>
                  <a:pt x="708772" y="466752"/>
                </a:lnTo>
                <a:lnTo>
                  <a:pt x="726059" y="466752"/>
                </a:lnTo>
                <a:close/>
                <a:moveTo>
                  <a:pt x="587762" y="466752"/>
                </a:moveTo>
                <a:lnTo>
                  <a:pt x="587762" y="449465"/>
                </a:lnTo>
                <a:lnTo>
                  <a:pt x="605049" y="449465"/>
                </a:lnTo>
                <a:lnTo>
                  <a:pt x="605049" y="466752"/>
                </a:lnTo>
                <a:close/>
                <a:moveTo>
                  <a:pt x="622337" y="535901"/>
                </a:moveTo>
                <a:lnTo>
                  <a:pt x="622337" y="518614"/>
                </a:lnTo>
                <a:lnTo>
                  <a:pt x="639624" y="518614"/>
                </a:lnTo>
                <a:lnTo>
                  <a:pt x="639624" y="535901"/>
                </a:lnTo>
                <a:close/>
                <a:moveTo>
                  <a:pt x="587762" y="587762"/>
                </a:moveTo>
                <a:lnTo>
                  <a:pt x="570475" y="587762"/>
                </a:lnTo>
                <a:lnTo>
                  <a:pt x="570475" y="570475"/>
                </a:lnTo>
                <a:lnTo>
                  <a:pt x="587762" y="570475"/>
                </a:lnTo>
                <a:close/>
                <a:moveTo>
                  <a:pt x="656911" y="570475"/>
                </a:moveTo>
                <a:lnTo>
                  <a:pt x="674198" y="570475"/>
                </a:lnTo>
                <a:lnTo>
                  <a:pt x="674198" y="587762"/>
                </a:lnTo>
                <a:lnTo>
                  <a:pt x="656911" y="587762"/>
                </a:lnTo>
                <a:lnTo>
                  <a:pt x="639624" y="587762"/>
                </a:lnTo>
                <a:lnTo>
                  <a:pt x="639624" y="570475"/>
                </a:lnTo>
                <a:close/>
                <a:moveTo>
                  <a:pt x="691485" y="605049"/>
                </a:moveTo>
                <a:lnTo>
                  <a:pt x="674198" y="605049"/>
                </a:lnTo>
                <a:lnTo>
                  <a:pt x="674198" y="587762"/>
                </a:lnTo>
                <a:lnTo>
                  <a:pt x="691485" y="587762"/>
                </a:lnTo>
                <a:close/>
                <a:moveTo>
                  <a:pt x="639624" y="605049"/>
                </a:moveTo>
                <a:lnTo>
                  <a:pt x="656911" y="605049"/>
                </a:lnTo>
                <a:lnTo>
                  <a:pt x="674198" y="605049"/>
                </a:lnTo>
                <a:lnTo>
                  <a:pt x="674198" y="622337"/>
                </a:lnTo>
                <a:lnTo>
                  <a:pt x="656911" y="622337"/>
                </a:lnTo>
                <a:lnTo>
                  <a:pt x="639624" y="622337"/>
                </a:lnTo>
                <a:close/>
                <a:moveTo>
                  <a:pt x="587762" y="639624"/>
                </a:moveTo>
                <a:lnTo>
                  <a:pt x="570475" y="639624"/>
                </a:lnTo>
                <a:lnTo>
                  <a:pt x="570475" y="622337"/>
                </a:lnTo>
                <a:lnTo>
                  <a:pt x="587762" y="622337"/>
                </a:lnTo>
                <a:close/>
                <a:moveTo>
                  <a:pt x="656911" y="674198"/>
                </a:moveTo>
                <a:lnTo>
                  <a:pt x="639624" y="674198"/>
                </a:lnTo>
                <a:lnTo>
                  <a:pt x="622337" y="674198"/>
                </a:lnTo>
                <a:lnTo>
                  <a:pt x="622337" y="656911"/>
                </a:lnTo>
                <a:lnTo>
                  <a:pt x="605049" y="656911"/>
                </a:lnTo>
                <a:lnTo>
                  <a:pt x="605049" y="639624"/>
                </a:lnTo>
                <a:lnTo>
                  <a:pt x="622337" y="639624"/>
                </a:lnTo>
                <a:lnTo>
                  <a:pt x="639624" y="639624"/>
                </a:lnTo>
                <a:lnTo>
                  <a:pt x="639624" y="656911"/>
                </a:lnTo>
                <a:lnTo>
                  <a:pt x="656911" y="656911"/>
                </a:lnTo>
                <a:close/>
                <a:moveTo>
                  <a:pt x="726059" y="674198"/>
                </a:moveTo>
                <a:lnTo>
                  <a:pt x="708772" y="674198"/>
                </a:lnTo>
                <a:lnTo>
                  <a:pt x="708772" y="656911"/>
                </a:lnTo>
                <a:lnTo>
                  <a:pt x="726059" y="656911"/>
                </a:lnTo>
                <a:close/>
                <a:moveTo>
                  <a:pt x="587762" y="656911"/>
                </a:moveTo>
                <a:lnTo>
                  <a:pt x="605049" y="656911"/>
                </a:lnTo>
                <a:lnTo>
                  <a:pt x="605049" y="674198"/>
                </a:lnTo>
                <a:lnTo>
                  <a:pt x="622337" y="674198"/>
                </a:lnTo>
                <a:lnTo>
                  <a:pt x="622337" y="691485"/>
                </a:lnTo>
                <a:lnTo>
                  <a:pt x="605049" y="691485"/>
                </a:lnTo>
                <a:lnTo>
                  <a:pt x="587762" y="691485"/>
                </a:lnTo>
                <a:lnTo>
                  <a:pt x="587762" y="674198"/>
                </a:lnTo>
                <a:lnTo>
                  <a:pt x="570475" y="674198"/>
                </a:lnTo>
                <a:lnTo>
                  <a:pt x="570475" y="656911"/>
                </a:lnTo>
                <a:close/>
                <a:moveTo>
                  <a:pt x="691485" y="674198"/>
                </a:moveTo>
                <a:lnTo>
                  <a:pt x="708772" y="674198"/>
                </a:lnTo>
                <a:lnTo>
                  <a:pt x="708772" y="691485"/>
                </a:lnTo>
                <a:lnTo>
                  <a:pt x="708772" y="708772"/>
                </a:lnTo>
                <a:lnTo>
                  <a:pt x="691485" y="708772"/>
                </a:lnTo>
                <a:lnTo>
                  <a:pt x="691485" y="691485"/>
                </a:lnTo>
                <a:close/>
                <a:moveTo>
                  <a:pt x="656911" y="726059"/>
                </a:moveTo>
                <a:lnTo>
                  <a:pt x="639624" y="726059"/>
                </a:lnTo>
                <a:lnTo>
                  <a:pt x="639624" y="708772"/>
                </a:lnTo>
                <a:lnTo>
                  <a:pt x="656911" y="708772"/>
                </a:lnTo>
                <a:close/>
                <a:moveTo>
                  <a:pt x="691485" y="777921"/>
                </a:moveTo>
                <a:lnTo>
                  <a:pt x="691485" y="760634"/>
                </a:lnTo>
                <a:lnTo>
                  <a:pt x="674198" y="760634"/>
                </a:lnTo>
                <a:lnTo>
                  <a:pt x="674198" y="743347"/>
                </a:lnTo>
                <a:lnTo>
                  <a:pt x="656911" y="743347"/>
                </a:lnTo>
                <a:lnTo>
                  <a:pt x="656911" y="726059"/>
                </a:lnTo>
                <a:lnTo>
                  <a:pt x="674198" y="726059"/>
                </a:lnTo>
                <a:lnTo>
                  <a:pt x="674198" y="708772"/>
                </a:lnTo>
                <a:lnTo>
                  <a:pt x="691485" y="708772"/>
                </a:lnTo>
                <a:lnTo>
                  <a:pt x="691485" y="726059"/>
                </a:lnTo>
                <a:lnTo>
                  <a:pt x="691485" y="743347"/>
                </a:lnTo>
                <a:lnTo>
                  <a:pt x="708772" y="743347"/>
                </a:lnTo>
                <a:lnTo>
                  <a:pt x="708772" y="760634"/>
                </a:lnTo>
                <a:lnTo>
                  <a:pt x="726059" y="760634"/>
                </a:lnTo>
                <a:lnTo>
                  <a:pt x="726059" y="743347"/>
                </a:lnTo>
                <a:lnTo>
                  <a:pt x="726059" y="726059"/>
                </a:lnTo>
                <a:lnTo>
                  <a:pt x="726059" y="708772"/>
                </a:lnTo>
                <a:lnTo>
                  <a:pt x="726059" y="691485"/>
                </a:lnTo>
                <a:lnTo>
                  <a:pt x="726059" y="674198"/>
                </a:lnTo>
                <a:lnTo>
                  <a:pt x="743347" y="674198"/>
                </a:lnTo>
                <a:lnTo>
                  <a:pt x="743347" y="691485"/>
                </a:lnTo>
                <a:lnTo>
                  <a:pt x="743347" y="708772"/>
                </a:lnTo>
                <a:lnTo>
                  <a:pt x="743347" y="726059"/>
                </a:lnTo>
                <a:lnTo>
                  <a:pt x="743347" y="743347"/>
                </a:lnTo>
                <a:lnTo>
                  <a:pt x="743347" y="760634"/>
                </a:lnTo>
                <a:lnTo>
                  <a:pt x="743347" y="777921"/>
                </a:lnTo>
                <a:lnTo>
                  <a:pt x="726059" y="777921"/>
                </a:lnTo>
                <a:lnTo>
                  <a:pt x="726059" y="795208"/>
                </a:lnTo>
                <a:lnTo>
                  <a:pt x="708772" y="795208"/>
                </a:lnTo>
                <a:lnTo>
                  <a:pt x="708772" y="777921"/>
                </a:lnTo>
                <a:close/>
                <a:moveTo>
                  <a:pt x="639624" y="1140950"/>
                </a:moveTo>
                <a:lnTo>
                  <a:pt x="656911" y="1140950"/>
                </a:lnTo>
                <a:lnTo>
                  <a:pt x="656911" y="1158238"/>
                </a:lnTo>
                <a:lnTo>
                  <a:pt x="656911" y="1175525"/>
                </a:lnTo>
                <a:lnTo>
                  <a:pt x="639624" y="1175525"/>
                </a:lnTo>
                <a:lnTo>
                  <a:pt x="639624" y="1158238"/>
                </a:lnTo>
                <a:close/>
                <a:moveTo>
                  <a:pt x="570475" y="1158238"/>
                </a:moveTo>
                <a:lnTo>
                  <a:pt x="570475" y="1140950"/>
                </a:lnTo>
                <a:lnTo>
                  <a:pt x="587762" y="1140950"/>
                </a:lnTo>
                <a:lnTo>
                  <a:pt x="587762" y="1158238"/>
                </a:lnTo>
                <a:close/>
                <a:moveTo>
                  <a:pt x="622337" y="1158238"/>
                </a:moveTo>
                <a:lnTo>
                  <a:pt x="605049" y="1158238"/>
                </a:lnTo>
                <a:lnTo>
                  <a:pt x="605049" y="1140950"/>
                </a:lnTo>
                <a:lnTo>
                  <a:pt x="622337" y="1140950"/>
                </a:lnTo>
                <a:close/>
                <a:moveTo>
                  <a:pt x="691485" y="1175525"/>
                </a:moveTo>
                <a:lnTo>
                  <a:pt x="674198" y="1175525"/>
                </a:lnTo>
                <a:lnTo>
                  <a:pt x="674198" y="1158238"/>
                </a:lnTo>
                <a:lnTo>
                  <a:pt x="691485" y="1158238"/>
                </a:lnTo>
                <a:close/>
                <a:moveTo>
                  <a:pt x="587762" y="1175525"/>
                </a:moveTo>
                <a:lnTo>
                  <a:pt x="587762" y="1158238"/>
                </a:lnTo>
                <a:lnTo>
                  <a:pt x="605049" y="1158238"/>
                </a:lnTo>
                <a:lnTo>
                  <a:pt x="605049" y="1175525"/>
                </a:lnTo>
                <a:close/>
                <a:moveTo>
                  <a:pt x="708772" y="1192812"/>
                </a:moveTo>
                <a:lnTo>
                  <a:pt x="691485" y="1192812"/>
                </a:lnTo>
                <a:lnTo>
                  <a:pt x="691485" y="1175525"/>
                </a:lnTo>
                <a:lnTo>
                  <a:pt x="708772" y="1175525"/>
                </a:lnTo>
                <a:close/>
                <a:moveTo>
                  <a:pt x="691485" y="1279247"/>
                </a:moveTo>
                <a:lnTo>
                  <a:pt x="708772" y="1279247"/>
                </a:lnTo>
                <a:lnTo>
                  <a:pt x="708772" y="1296535"/>
                </a:lnTo>
                <a:lnTo>
                  <a:pt x="691485" y="1296535"/>
                </a:lnTo>
                <a:close/>
                <a:moveTo>
                  <a:pt x="726059" y="1313822"/>
                </a:moveTo>
                <a:lnTo>
                  <a:pt x="708772" y="1313822"/>
                </a:lnTo>
                <a:lnTo>
                  <a:pt x="708772" y="1296535"/>
                </a:lnTo>
                <a:lnTo>
                  <a:pt x="726059" y="1296535"/>
                </a:lnTo>
                <a:close/>
                <a:moveTo>
                  <a:pt x="674198" y="1313822"/>
                </a:moveTo>
                <a:lnTo>
                  <a:pt x="674198" y="1296535"/>
                </a:lnTo>
                <a:lnTo>
                  <a:pt x="691485" y="1296535"/>
                </a:lnTo>
                <a:lnTo>
                  <a:pt x="691485" y="1313822"/>
                </a:lnTo>
                <a:close/>
                <a:moveTo>
                  <a:pt x="708772" y="1313822"/>
                </a:moveTo>
                <a:lnTo>
                  <a:pt x="708772" y="1331109"/>
                </a:lnTo>
                <a:lnTo>
                  <a:pt x="691485" y="1331109"/>
                </a:lnTo>
                <a:lnTo>
                  <a:pt x="691485" y="1313822"/>
                </a:lnTo>
                <a:close/>
                <a:moveTo>
                  <a:pt x="639624" y="1331109"/>
                </a:moveTo>
                <a:lnTo>
                  <a:pt x="639624" y="1348396"/>
                </a:lnTo>
                <a:lnTo>
                  <a:pt x="656911" y="1348396"/>
                </a:lnTo>
                <a:lnTo>
                  <a:pt x="656911" y="1365683"/>
                </a:lnTo>
                <a:lnTo>
                  <a:pt x="639624" y="1365683"/>
                </a:lnTo>
                <a:lnTo>
                  <a:pt x="622337" y="1365683"/>
                </a:lnTo>
                <a:lnTo>
                  <a:pt x="622337" y="1348396"/>
                </a:lnTo>
                <a:lnTo>
                  <a:pt x="622337" y="1331109"/>
                </a:lnTo>
                <a:close/>
                <a:moveTo>
                  <a:pt x="691485" y="1365683"/>
                </a:moveTo>
                <a:lnTo>
                  <a:pt x="691485" y="1348396"/>
                </a:lnTo>
                <a:lnTo>
                  <a:pt x="708772" y="1348396"/>
                </a:lnTo>
                <a:lnTo>
                  <a:pt x="726059" y="1348396"/>
                </a:lnTo>
                <a:lnTo>
                  <a:pt x="726059" y="1331109"/>
                </a:lnTo>
                <a:lnTo>
                  <a:pt x="743347" y="1331109"/>
                </a:lnTo>
                <a:lnTo>
                  <a:pt x="743347" y="1348396"/>
                </a:lnTo>
                <a:lnTo>
                  <a:pt x="760634" y="1348396"/>
                </a:lnTo>
                <a:lnTo>
                  <a:pt x="760634" y="1365683"/>
                </a:lnTo>
                <a:lnTo>
                  <a:pt x="743347" y="1365683"/>
                </a:lnTo>
                <a:lnTo>
                  <a:pt x="743347" y="1382970"/>
                </a:lnTo>
                <a:lnTo>
                  <a:pt x="726059" y="1382970"/>
                </a:lnTo>
                <a:lnTo>
                  <a:pt x="708772" y="1382970"/>
                </a:lnTo>
                <a:lnTo>
                  <a:pt x="708772" y="1365683"/>
                </a:lnTo>
                <a:close/>
                <a:moveTo>
                  <a:pt x="691485" y="1382970"/>
                </a:moveTo>
                <a:lnTo>
                  <a:pt x="674198" y="1382970"/>
                </a:lnTo>
                <a:lnTo>
                  <a:pt x="656911" y="1382970"/>
                </a:lnTo>
                <a:lnTo>
                  <a:pt x="656911" y="1365683"/>
                </a:lnTo>
                <a:lnTo>
                  <a:pt x="674198" y="1365683"/>
                </a:lnTo>
                <a:lnTo>
                  <a:pt x="691485" y="1365683"/>
                </a:lnTo>
                <a:close/>
                <a:moveTo>
                  <a:pt x="777921" y="380317"/>
                </a:moveTo>
                <a:lnTo>
                  <a:pt x="777921" y="397604"/>
                </a:lnTo>
                <a:lnTo>
                  <a:pt x="760634" y="397604"/>
                </a:lnTo>
                <a:lnTo>
                  <a:pt x="760634" y="380317"/>
                </a:lnTo>
                <a:lnTo>
                  <a:pt x="760634" y="363030"/>
                </a:lnTo>
                <a:lnTo>
                  <a:pt x="777921" y="363030"/>
                </a:lnTo>
                <a:lnTo>
                  <a:pt x="777921" y="345743"/>
                </a:lnTo>
                <a:lnTo>
                  <a:pt x="777921" y="328455"/>
                </a:lnTo>
                <a:lnTo>
                  <a:pt x="795208" y="328455"/>
                </a:lnTo>
                <a:lnTo>
                  <a:pt x="812495" y="328455"/>
                </a:lnTo>
                <a:lnTo>
                  <a:pt x="812495" y="345743"/>
                </a:lnTo>
                <a:lnTo>
                  <a:pt x="795208" y="345743"/>
                </a:lnTo>
                <a:lnTo>
                  <a:pt x="795208" y="363030"/>
                </a:lnTo>
                <a:lnTo>
                  <a:pt x="795208" y="380317"/>
                </a:lnTo>
                <a:close/>
                <a:moveTo>
                  <a:pt x="812495" y="363030"/>
                </a:moveTo>
                <a:lnTo>
                  <a:pt x="812495" y="345743"/>
                </a:lnTo>
                <a:lnTo>
                  <a:pt x="829782" y="345743"/>
                </a:lnTo>
                <a:lnTo>
                  <a:pt x="829782" y="363030"/>
                </a:lnTo>
                <a:lnTo>
                  <a:pt x="829782" y="380317"/>
                </a:lnTo>
                <a:lnTo>
                  <a:pt x="812495" y="380317"/>
                </a:lnTo>
                <a:close/>
                <a:moveTo>
                  <a:pt x="795208" y="397604"/>
                </a:moveTo>
                <a:lnTo>
                  <a:pt x="795208" y="380317"/>
                </a:lnTo>
                <a:lnTo>
                  <a:pt x="812495" y="380317"/>
                </a:lnTo>
                <a:lnTo>
                  <a:pt x="812495" y="397604"/>
                </a:lnTo>
                <a:close/>
                <a:moveTo>
                  <a:pt x="743347" y="449465"/>
                </a:moveTo>
                <a:lnTo>
                  <a:pt x="726059" y="449465"/>
                </a:lnTo>
                <a:lnTo>
                  <a:pt x="726059" y="432178"/>
                </a:lnTo>
                <a:lnTo>
                  <a:pt x="743347" y="432178"/>
                </a:lnTo>
                <a:close/>
                <a:moveTo>
                  <a:pt x="795208" y="535901"/>
                </a:moveTo>
                <a:lnTo>
                  <a:pt x="812495" y="535901"/>
                </a:lnTo>
                <a:lnTo>
                  <a:pt x="812495" y="518614"/>
                </a:lnTo>
                <a:lnTo>
                  <a:pt x="829782" y="518614"/>
                </a:lnTo>
                <a:lnTo>
                  <a:pt x="829782" y="501327"/>
                </a:lnTo>
                <a:lnTo>
                  <a:pt x="829782" y="484040"/>
                </a:lnTo>
                <a:lnTo>
                  <a:pt x="847069" y="484040"/>
                </a:lnTo>
                <a:lnTo>
                  <a:pt x="847069" y="466752"/>
                </a:lnTo>
                <a:lnTo>
                  <a:pt x="847069" y="449465"/>
                </a:lnTo>
                <a:lnTo>
                  <a:pt x="864356" y="449465"/>
                </a:lnTo>
                <a:lnTo>
                  <a:pt x="864356" y="466752"/>
                </a:lnTo>
                <a:lnTo>
                  <a:pt x="864356" y="484040"/>
                </a:lnTo>
                <a:lnTo>
                  <a:pt x="881644" y="484040"/>
                </a:lnTo>
                <a:lnTo>
                  <a:pt x="898931" y="484040"/>
                </a:lnTo>
                <a:lnTo>
                  <a:pt x="898931" y="501327"/>
                </a:lnTo>
                <a:lnTo>
                  <a:pt x="916218" y="501327"/>
                </a:lnTo>
                <a:lnTo>
                  <a:pt x="916218" y="518614"/>
                </a:lnTo>
                <a:lnTo>
                  <a:pt x="916218" y="535901"/>
                </a:lnTo>
                <a:lnTo>
                  <a:pt x="933505" y="535901"/>
                </a:lnTo>
                <a:lnTo>
                  <a:pt x="933505" y="553188"/>
                </a:lnTo>
                <a:lnTo>
                  <a:pt x="950792" y="553188"/>
                </a:lnTo>
                <a:lnTo>
                  <a:pt x="968079" y="553188"/>
                </a:lnTo>
                <a:lnTo>
                  <a:pt x="968079" y="570475"/>
                </a:lnTo>
                <a:lnTo>
                  <a:pt x="950792" y="570475"/>
                </a:lnTo>
                <a:lnTo>
                  <a:pt x="950792" y="587762"/>
                </a:lnTo>
                <a:lnTo>
                  <a:pt x="968079" y="587762"/>
                </a:lnTo>
                <a:lnTo>
                  <a:pt x="968079" y="605049"/>
                </a:lnTo>
                <a:lnTo>
                  <a:pt x="985366" y="605049"/>
                </a:lnTo>
                <a:lnTo>
                  <a:pt x="1002653" y="605049"/>
                </a:lnTo>
                <a:lnTo>
                  <a:pt x="1002653" y="587762"/>
                </a:lnTo>
                <a:lnTo>
                  <a:pt x="1019941" y="587762"/>
                </a:lnTo>
                <a:lnTo>
                  <a:pt x="1019941" y="605049"/>
                </a:lnTo>
                <a:lnTo>
                  <a:pt x="1019941" y="622337"/>
                </a:lnTo>
                <a:lnTo>
                  <a:pt x="1019941" y="639624"/>
                </a:lnTo>
                <a:lnTo>
                  <a:pt x="1037228" y="639624"/>
                </a:lnTo>
                <a:lnTo>
                  <a:pt x="1054515" y="639624"/>
                </a:lnTo>
                <a:lnTo>
                  <a:pt x="1054515" y="622337"/>
                </a:lnTo>
                <a:lnTo>
                  <a:pt x="1054515" y="605049"/>
                </a:lnTo>
                <a:lnTo>
                  <a:pt x="1054515" y="587762"/>
                </a:lnTo>
                <a:lnTo>
                  <a:pt x="1071802" y="587762"/>
                </a:lnTo>
                <a:lnTo>
                  <a:pt x="1071802" y="605049"/>
                </a:lnTo>
                <a:lnTo>
                  <a:pt x="1089089" y="605049"/>
                </a:lnTo>
                <a:lnTo>
                  <a:pt x="1106376" y="605049"/>
                </a:lnTo>
                <a:lnTo>
                  <a:pt x="1106376" y="622337"/>
                </a:lnTo>
                <a:lnTo>
                  <a:pt x="1106376" y="639624"/>
                </a:lnTo>
                <a:lnTo>
                  <a:pt x="1123663" y="639624"/>
                </a:lnTo>
                <a:lnTo>
                  <a:pt x="1123663" y="656911"/>
                </a:lnTo>
                <a:lnTo>
                  <a:pt x="1140950" y="656911"/>
                </a:lnTo>
                <a:lnTo>
                  <a:pt x="1158238" y="656911"/>
                </a:lnTo>
                <a:lnTo>
                  <a:pt x="1175525" y="656911"/>
                </a:lnTo>
                <a:lnTo>
                  <a:pt x="1192812" y="656911"/>
                </a:lnTo>
                <a:lnTo>
                  <a:pt x="1192812" y="674198"/>
                </a:lnTo>
                <a:lnTo>
                  <a:pt x="1192812" y="691485"/>
                </a:lnTo>
                <a:lnTo>
                  <a:pt x="1210099" y="691485"/>
                </a:lnTo>
                <a:lnTo>
                  <a:pt x="1210099" y="708772"/>
                </a:lnTo>
                <a:lnTo>
                  <a:pt x="1210099" y="726059"/>
                </a:lnTo>
                <a:lnTo>
                  <a:pt x="1227386" y="726059"/>
                </a:lnTo>
                <a:lnTo>
                  <a:pt x="1227386" y="743347"/>
                </a:lnTo>
                <a:lnTo>
                  <a:pt x="1210099" y="743347"/>
                </a:lnTo>
                <a:lnTo>
                  <a:pt x="1210099" y="760634"/>
                </a:lnTo>
                <a:lnTo>
                  <a:pt x="1192812" y="760634"/>
                </a:lnTo>
                <a:lnTo>
                  <a:pt x="1175525" y="760634"/>
                </a:lnTo>
                <a:lnTo>
                  <a:pt x="1158238" y="760634"/>
                </a:lnTo>
                <a:lnTo>
                  <a:pt x="1140950" y="760634"/>
                </a:lnTo>
                <a:lnTo>
                  <a:pt x="1123663" y="760634"/>
                </a:lnTo>
                <a:lnTo>
                  <a:pt x="1123663" y="777921"/>
                </a:lnTo>
                <a:lnTo>
                  <a:pt x="1106376" y="777921"/>
                </a:lnTo>
                <a:lnTo>
                  <a:pt x="1089089" y="777921"/>
                </a:lnTo>
                <a:lnTo>
                  <a:pt x="1089089" y="795208"/>
                </a:lnTo>
                <a:lnTo>
                  <a:pt x="1071802" y="795208"/>
                </a:lnTo>
                <a:lnTo>
                  <a:pt x="1071802" y="812495"/>
                </a:lnTo>
                <a:lnTo>
                  <a:pt x="1054515" y="812495"/>
                </a:lnTo>
                <a:lnTo>
                  <a:pt x="1037228" y="812495"/>
                </a:lnTo>
                <a:lnTo>
                  <a:pt x="1019941" y="812495"/>
                </a:lnTo>
                <a:lnTo>
                  <a:pt x="1019941" y="795208"/>
                </a:lnTo>
                <a:lnTo>
                  <a:pt x="1002653" y="795208"/>
                </a:lnTo>
                <a:lnTo>
                  <a:pt x="1002653" y="777921"/>
                </a:lnTo>
                <a:lnTo>
                  <a:pt x="1002653" y="760634"/>
                </a:lnTo>
                <a:lnTo>
                  <a:pt x="1002653" y="743347"/>
                </a:lnTo>
                <a:lnTo>
                  <a:pt x="1002653" y="726059"/>
                </a:lnTo>
                <a:lnTo>
                  <a:pt x="985366" y="726059"/>
                </a:lnTo>
                <a:lnTo>
                  <a:pt x="968079" y="726059"/>
                </a:lnTo>
                <a:lnTo>
                  <a:pt x="968079" y="743347"/>
                </a:lnTo>
                <a:lnTo>
                  <a:pt x="968079" y="760634"/>
                </a:lnTo>
                <a:lnTo>
                  <a:pt x="968079" y="777921"/>
                </a:lnTo>
                <a:lnTo>
                  <a:pt x="950792" y="777921"/>
                </a:lnTo>
                <a:lnTo>
                  <a:pt x="950792" y="795208"/>
                </a:lnTo>
                <a:lnTo>
                  <a:pt x="933505" y="795208"/>
                </a:lnTo>
                <a:lnTo>
                  <a:pt x="933505" y="812495"/>
                </a:lnTo>
                <a:lnTo>
                  <a:pt x="916218" y="812495"/>
                </a:lnTo>
                <a:lnTo>
                  <a:pt x="916218" y="829782"/>
                </a:lnTo>
                <a:lnTo>
                  <a:pt x="916218" y="847069"/>
                </a:lnTo>
                <a:lnTo>
                  <a:pt x="898931" y="847069"/>
                </a:lnTo>
                <a:lnTo>
                  <a:pt x="881644" y="847069"/>
                </a:lnTo>
                <a:lnTo>
                  <a:pt x="881644" y="829782"/>
                </a:lnTo>
                <a:lnTo>
                  <a:pt x="881644" y="812495"/>
                </a:lnTo>
                <a:lnTo>
                  <a:pt x="864356" y="812495"/>
                </a:lnTo>
                <a:lnTo>
                  <a:pt x="864356" y="795208"/>
                </a:lnTo>
                <a:lnTo>
                  <a:pt x="847069" y="795208"/>
                </a:lnTo>
                <a:lnTo>
                  <a:pt x="829782" y="795208"/>
                </a:lnTo>
                <a:lnTo>
                  <a:pt x="812495" y="795208"/>
                </a:lnTo>
                <a:lnTo>
                  <a:pt x="812495" y="812495"/>
                </a:lnTo>
                <a:lnTo>
                  <a:pt x="829782" y="812495"/>
                </a:lnTo>
                <a:lnTo>
                  <a:pt x="847069" y="812495"/>
                </a:lnTo>
                <a:lnTo>
                  <a:pt x="847069" y="829782"/>
                </a:lnTo>
                <a:lnTo>
                  <a:pt x="847069" y="847069"/>
                </a:lnTo>
                <a:lnTo>
                  <a:pt x="829782" y="847069"/>
                </a:lnTo>
                <a:lnTo>
                  <a:pt x="829782" y="829782"/>
                </a:lnTo>
                <a:lnTo>
                  <a:pt x="812495" y="829782"/>
                </a:lnTo>
                <a:lnTo>
                  <a:pt x="795208" y="829782"/>
                </a:lnTo>
                <a:lnTo>
                  <a:pt x="795208" y="812495"/>
                </a:lnTo>
                <a:lnTo>
                  <a:pt x="777921" y="812495"/>
                </a:lnTo>
                <a:lnTo>
                  <a:pt x="777921" y="829782"/>
                </a:lnTo>
                <a:lnTo>
                  <a:pt x="760634" y="829782"/>
                </a:lnTo>
                <a:lnTo>
                  <a:pt x="760634" y="812495"/>
                </a:lnTo>
                <a:lnTo>
                  <a:pt x="760634" y="795208"/>
                </a:lnTo>
                <a:lnTo>
                  <a:pt x="743347" y="795208"/>
                </a:lnTo>
                <a:lnTo>
                  <a:pt x="743347" y="777921"/>
                </a:lnTo>
                <a:lnTo>
                  <a:pt x="760634" y="777921"/>
                </a:lnTo>
                <a:lnTo>
                  <a:pt x="777921" y="777921"/>
                </a:lnTo>
                <a:lnTo>
                  <a:pt x="777921" y="760634"/>
                </a:lnTo>
                <a:lnTo>
                  <a:pt x="777921" y="743347"/>
                </a:lnTo>
                <a:lnTo>
                  <a:pt x="777921" y="726059"/>
                </a:lnTo>
                <a:lnTo>
                  <a:pt x="760634" y="726059"/>
                </a:lnTo>
                <a:lnTo>
                  <a:pt x="760634" y="708772"/>
                </a:lnTo>
                <a:lnTo>
                  <a:pt x="760634" y="691485"/>
                </a:lnTo>
                <a:lnTo>
                  <a:pt x="760634" y="674198"/>
                </a:lnTo>
                <a:lnTo>
                  <a:pt x="777921" y="674198"/>
                </a:lnTo>
                <a:lnTo>
                  <a:pt x="777921" y="656911"/>
                </a:lnTo>
                <a:lnTo>
                  <a:pt x="795208" y="656911"/>
                </a:lnTo>
                <a:lnTo>
                  <a:pt x="795208" y="674198"/>
                </a:lnTo>
                <a:lnTo>
                  <a:pt x="812495" y="674198"/>
                </a:lnTo>
                <a:lnTo>
                  <a:pt x="829782" y="674198"/>
                </a:lnTo>
                <a:lnTo>
                  <a:pt x="847069" y="674198"/>
                </a:lnTo>
                <a:lnTo>
                  <a:pt x="847069" y="656911"/>
                </a:lnTo>
                <a:lnTo>
                  <a:pt x="864356" y="656911"/>
                </a:lnTo>
                <a:lnTo>
                  <a:pt x="864356" y="639624"/>
                </a:lnTo>
                <a:lnTo>
                  <a:pt x="881644" y="639624"/>
                </a:lnTo>
                <a:lnTo>
                  <a:pt x="881644" y="622337"/>
                </a:lnTo>
                <a:lnTo>
                  <a:pt x="881644" y="605049"/>
                </a:lnTo>
                <a:lnTo>
                  <a:pt x="881644" y="587762"/>
                </a:lnTo>
                <a:lnTo>
                  <a:pt x="864356" y="587762"/>
                </a:lnTo>
                <a:lnTo>
                  <a:pt x="864356" y="605049"/>
                </a:lnTo>
                <a:lnTo>
                  <a:pt x="847069" y="605049"/>
                </a:lnTo>
                <a:lnTo>
                  <a:pt x="847069" y="622337"/>
                </a:lnTo>
                <a:lnTo>
                  <a:pt x="829782" y="622337"/>
                </a:lnTo>
                <a:lnTo>
                  <a:pt x="812495" y="622337"/>
                </a:lnTo>
                <a:lnTo>
                  <a:pt x="795208" y="622337"/>
                </a:lnTo>
                <a:lnTo>
                  <a:pt x="777921" y="622337"/>
                </a:lnTo>
                <a:lnTo>
                  <a:pt x="760634" y="622337"/>
                </a:lnTo>
                <a:lnTo>
                  <a:pt x="760634" y="605049"/>
                </a:lnTo>
                <a:lnTo>
                  <a:pt x="760634" y="587762"/>
                </a:lnTo>
                <a:lnTo>
                  <a:pt x="760634" y="570475"/>
                </a:lnTo>
                <a:lnTo>
                  <a:pt x="777921" y="570475"/>
                </a:lnTo>
                <a:lnTo>
                  <a:pt x="777921" y="553188"/>
                </a:lnTo>
                <a:lnTo>
                  <a:pt x="760634" y="553188"/>
                </a:lnTo>
                <a:lnTo>
                  <a:pt x="743347" y="553188"/>
                </a:lnTo>
                <a:lnTo>
                  <a:pt x="743347" y="535901"/>
                </a:lnTo>
                <a:lnTo>
                  <a:pt x="760634" y="535901"/>
                </a:lnTo>
                <a:lnTo>
                  <a:pt x="777921" y="535901"/>
                </a:lnTo>
                <a:lnTo>
                  <a:pt x="777921" y="518614"/>
                </a:lnTo>
                <a:lnTo>
                  <a:pt x="795208" y="518614"/>
                </a:lnTo>
                <a:close/>
                <a:moveTo>
                  <a:pt x="950792" y="605049"/>
                </a:moveTo>
                <a:lnTo>
                  <a:pt x="950792" y="587762"/>
                </a:lnTo>
                <a:lnTo>
                  <a:pt x="933505" y="587762"/>
                </a:lnTo>
                <a:lnTo>
                  <a:pt x="933505" y="605049"/>
                </a:lnTo>
                <a:lnTo>
                  <a:pt x="933505" y="622337"/>
                </a:lnTo>
                <a:lnTo>
                  <a:pt x="933505" y="639624"/>
                </a:lnTo>
                <a:lnTo>
                  <a:pt x="950792" y="639624"/>
                </a:lnTo>
                <a:lnTo>
                  <a:pt x="950792" y="622337"/>
                </a:lnTo>
                <a:close/>
                <a:moveTo>
                  <a:pt x="933505" y="656911"/>
                </a:moveTo>
                <a:lnTo>
                  <a:pt x="933505" y="639624"/>
                </a:lnTo>
                <a:lnTo>
                  <a:pt x="916218" y="639624"/>
                </a:lnTo>
                <a:lnTo>
                  <a:pt x="898931" y="639624"/>
                </a:lnTo>
                <a:lnTo>
                  <a:pt x="898931" y="656911"/>
                </a:lnTo>
                <a:lnTo>
                  <a:pt x="898931" y="674198"/>
                </a:lnTo>
                <a:lnTo>
                  <a:pt x="898931" y="691485"/>
                </a:lnTo>
                <a:lnTo>
                  <a:pt x="898931" y="708772"/>
                </a:lnTo>
                <a:lnTo>
                  <a:pt x="881644" y="708772"/>
                </a:lnTo>
                <a:lnTo>
                  <a:pt x="881644" y="726059"/>
                </a:lnTo>
                <a:lnTo>
                  <a:pt x="881644" y="743347"/>
                </a:lnTo>
                <a:lnTo>
                  <a:pt x="898931" y="743347"/>
                </a:lnTo>
                <a:lnTo>
                  <a:pt x="916218" y="743347"/>
                </a:lnTo>
                <a:lnTo>
                  <a:pt x="916218" y="726059"/>
                </a:lnTo>
                <a:lnTo>
                  <a:pt x="916218" y="708772"/>
                </a:lnTo>
                <a:lnTo>
                  <a:pt x="933505" y="708772"/>
                </a:lnTo>
                <a:lnTo>
                  <a:pt x="950792" y="708772"/>
                </a:lnTo>
                <a:lnTo>
                  <a:pt x="968079" y="708772"/>
                </a:lnTo>
                <a:lnTo>
                  <a:pt x="985366" y="708772"/>
                </a:lnTo>
                <a:lnTo>
                  <a:pt x="985366" y="691485"/>
                </a:lnTo>
                <a:lnTo>
                  <a:pt x="968079" y="691485"/>
                </a:lnTo>
                <a:lnTo>
                  <a:pt x="968079" y="674198"/>
                </a:lnTo>
                <a:lnTo>
                  <a:pt x="985366" y="674198"/>
                </a:lnTo>
                <a:lnTo>
                  <a:pt x="985366" y="656911"/>
                </a:lnTo>
                <a:lnTo>
                  <a:pt x="985366" y="639624"/>
                </a:lnTo>
                <a:lnTo>
                  <a:pt x="985366" y="622337"/>
                </a:lnTo>
                <a:lnTo>
                  <a:pt x="968079" y="622337"/>
                </a:lnTo>
                <a:lnTo>
                  <a:pt x="968079" y="639624"/>
                </a:lnTo>
                <a:lnTo>
                  <a:pt x="968079" y="656911"/>
                </a:lnTo>
                <a:lnTo>
                  <a:pt x="950792" y="656911"/>
                </a:lnTo>
                <a:lnTo>
                  <a:pt x="950792" y="674198"/>
                </a:lnTo>
                <a:lnTo>
                  <a:pt x="933505" y="674198"/>
                </a:lnTo>
                <a:close/>
                <a:moveTo>
                  <a:pt x="881644" y="760634"/>
                </a:moveTo>
                <a:lnTo>
                  <a:pt x="881644" y="743347"/>
                </a:lnTo>
                <a:lnTo>
                  <a:pt x="864356" y="743347"/>
                </a:lnTo>
                <a:lnTo>
                  <a:pt x="864356" y="726059"/>
                </a:lnTo>
                <a:lnTo>
                  <a:pt x="864356" y="708772"/>
                </a:lnTo>
                <a:lnTo>
                  <a:pt x="864356" y="691485"/>
                </a:lnTo>
                <a:lnTo>
                  <a:pt x="847069" y="691485"/>
                </a:lnTo>
                <a:lnTo>
                  <a:pt x="829782" y="691485"/>
                </a:lnTo>
                <a:lnTo>
                  <a:pt x="829782" y="708772"/>
                </a:lnTo>
                <a:lnTo>
                  <a:pt x="812495" y="708772"/>
                </a:lnTo>
                <a:lnTo>
                  <a:pt x="812495" y="726059"/>
                </a:lnTo>
                <a:lnTo>
                  <a:pt x="812495" y="743347"/>
                </a:lnTo>
                <a:lnTo>
                  <a:pt x="795208" y="743347"/>
                </a:lnTo>
                <a:lnTo>
                  <a:pt x="795208" y="760634"/>
                </a:lnTo>
                <a:lnTo>
                  <a:pt x="812495" y="760634"/>
                </a:lnTo>
                <a:lnTo>
                  <a:pt x="812495" y="777921"/>
                </a:lnTo>
                <a:lnTo>
                  <a:pt x="829782" y="777921"/>
                </a:lnTo>
                <a:lnTo>
                  <a:pt x="847069" y="777921"/>
                </a:lnTo>
                <a:lnTo>
                  <a:pt x="864356" y="777921"/>
                </a:lnTo>
                <a:lnTo>
                  <a:pt x="864356" y="760634"/>
                </a:lnTo>
                <a:close/>
                <a:moveTo>
                  <a:pt x="812495" y="587762"/>
                </a:moveTo>
                <a:lnTo>
                  <a:pt x="812495" y="570475"/>
                </a:lnTo>
                <a:lnTo>
                  <a:pt x="812495" y="553188"/>
                </a:lnTo>
                <a:lnTo>
                  <a:pt x="795208" y="553188"/>
                </a:lnTo>
                <a:lnTo>
                  <a:pt x="795208" y="570475"/>
                </a:lnTo>
                <a:lnTo>
                  <a:pt x="795208" y="587762"/>
                </a:lnTo>
                <a:close/>
                <a:moveTo>
                  <a:pt x="777921" y="518614"/>
                </a:moveTo>
                <a:lnTo>
                  <a:pt x="760634" y="518614"/>
                </a:lnTo>
                <a:lnTo>
                  <a:pt x="760634" y="501327"/>
                </a:lnTo>
                <a:lnTo>
                  <a:pt x="760634" y="484040"/>
                </a:lnTo>
                <a:lnTo>
                  <a:pt x="777921" y="484040"/>
                </a:lnTo>
                <a:lnTo>
                  <a:pt x="777921" y="501327"/>
                </a:lnTo>
                <a:close/>
                <a:moveTo>
                  <a:pt x="708772" y="587762"/>
                </a:moveTo>
                <a:lnTo>
                  <a:pt x="726059" y="587762"/>
                </a:lnTo>
                <a:lnTo>
                  <a:pt x="743347" y="587762"/>
                </a:lnTo>
                <a:lnTo>
                  <a:pt x="743347" y="605049"/>
                </a:lnTo>
                <a:lnTo>
                  <a:pt x="726059" y="605049"/>
                </a:lnTo>
                <a:lnTo>
                  <a:pt x="708772" y="605049"/>
                </a:lnTo>
                <a:close/>
                <a:moveTo>
                  <a:pt x="708772" y="1175525"/>
                </a:moveTo>
                <a:lnTo>
                  <a:pt x="708772" y="1158238"/>
                </a:lnTo>
                <a:lnTo>
                  <a:pt x="726059" y="1158238"/>
                </a:lnTo>
                <a:lnTo>
                  <a:pt x="726059" y="1175525"/>
                </a:lnTo>
                <a:close/>
                <a:moveTo>
                  <a:pt x="795208" y="1192812"/>
                </a:moveTo>
                <a:lnTo>
                  <a:pt x="795208" y="1210099"/>
                </a:lnTo>
                <a:lnTo>
                  <a:pt x="812495" y="1210099"/>
                </a:lnTo>
                <a:lnTo>
                  <a:pt x="812495" y="1227386"/>
                </a:lnTo>
                <a:lnTo>
                  <a:pt x="812495" y="1244673"/>
                </a:lnTo>
                <a:lnTo>
                  <a:pt x="795208" y="1244673"/>
                </a:lnTo>
                <a:lnTo>
                  <a:pt x="795208" y="1227386"/>
                </a:lnTo>
                <a:lnTo>
                  <a:pt x="777921" y="1227386"/>
                </a:lnTo>
                <a:lnTo>
                  <a:pt x="777921" y="1210099"/>
                </a:lnTo>
                <a:lnTo>
                  <a:pt x="777921" y="1192812"/>
                </a:lnTo>
                <a:close/>
                <a:moveTo>
                  <a:pt x="1002653" y="553188"/>
                </a:moveTo>
                <a:lnTo>
                  <a:pt x="1002653" y="570475"/>
                </a:lnTo>
                <a:lnTo>
                  <a:pt x="985366" y="570475"/>
                </a:lnTo>
                <a:lnTo>
                  <a:pt x="985366" y="553188"/>
                </a:lnTo>
                <a:lnTo>
                  <a:pt x="968079" y="553188"/>
                </a:lnTo>
                <a:lnTo>
                  <a:pt x="968079" y="535901"/>
                </a:lnTo>
                <a:lnTo>
                  <a:pt x="985366" y="535901"/>
                </a:lnTo>
                <a:lnTo>
                  <a:pt x="1002653" y="535901"/>
                </a:lnTo>
                <a:close/>
                <a:moveTo>
                  <a:pt x="1365683" y="535901"/>
                </a:moveTo>
                <a:lnTo>
                  <a:pt x="1348396" y="535901"/>
                </a:lnTo>
                <a:lnTo>
                  <a:pt x="1348396" y="518614"/>
                </a:lnTo>
                <a:lnTo>
                  <a:pt x="1365683" y="518614"/>
                </a:lnTo>
                <a:close/>
                <a:moveTo>
                  <a:pt x="1348396" y="553188"/>
                </a:moveTo>
                <a:lnTo>
                  <a:pt x="1365683" y="553188"/>
                </a:lnTo>
                <a:lnTo>
                  <a:pt x="1382970" y="553188"/>
                </a:lnTo>
                <a:lnTo>
                  <a:pt x="1382970" y="535901"/>
                </a:lnTo>
                <a:lnTo>
                  <a:pt x="1400257" y="535901"/>
                </a:lnTo>
                <a:lnTo>
                  <a:pt x="1417544" y="535901"/>
                </a:lnTo>
                <a:lnTo>
                  <a:pt x="1417544" y="518614"/>
                </a:lnTo>
                <a:lnTo>
                  <a:pt x="1434832" y="518614"/>
                </a:lnTo>
                <a:lnTo>
                  <a:pt x="1434832" y="501327"/>
                </a:lnTo>
                <a:lnTo>
                  <a:pt x="1452119" y="501327"/>
                </a:lnTo>
                <a:lnTo>
                  <a:pt x="1452119" y="518614"/>
                </a:lnTo>
                <a:lnTo>
                  <a:pt x="1452119" y="535901"/>
                </a:lnTo>
                <a:lnTo>
                  <a:pt x="1469406" y="535901"/>
                </a:lnTo>
                <a:lnTo>
                  <a:pt x="1469406" y="518614"/>
                </a:lnTo>
                <a:lnTo>
                  <a:pt x="1469406" y="501327"/>
                </a:lnTo>
                <a:lnTo>
                  <a:pt x="1469406" y="484040"/>
                </a:lnTo>
                <a:lnTo>
                  <a:pt x="1486693" y="484040"/>
                </a:lnTo>
                <a:lnTo>
                  <a:pt x="1503980" y="484040"/>
                </a:lnTo>
                <a:lnTo>
                  <a:pt x="1503980" y="501327"/>
                </a:lnTo>
                <a:lnTo>
                  <a:pt x="1503980" y="518614"/>
                </a:lnTo>
                <a:lnTo>
                  <a:pt x="1521267" y="518614"/>
                </a:lnTo>
                <a:lnTo>
                  <a:pt x="1521267" y="535901"/>
                </a:lnTo>
                <a:lnTo>
                  <a:pt x="1521267" y="553188"/>
                </a:lnTo>
                <a:lnTo>
                  <a:pt x="1503980" y="553188"/>
                </a:lnTo>
                <a:lnTo>
                  <a:pt x="1503980" y="570475"/>
                </a:lnTo>
                <a:lnTo>
                  <a:pt x="1486693" y="570475"/>
                </a:lnTo>
                <a:lnTo>
                  <a:pt x="1469406" y="570475"/>
                </a:lnTo>
                <a:lnTo>
                  <a:pt x="1452119" y="570475"/>
                </a:lnTo>
                <a:lnTo>
                  <a:pt x="1452119" y="553188"/>
                </a:lnTo>
                <a:lnTo>
                  <a:pt x="1434832" y="553188"/>
                </a:lnTo>
                <a:lnTo>
                  <a:pt x="1434832" y="570475"/>
                </a:lnTo>
                <a:lnTo>
                  <a:pt x="1417544" y="570475"/>
                </a:lnTo>
                <a:lnTo>
                  <a:pt x="1417544" y="587762"/>
                </a:lnTo>
                <a:lnTo>
                  <a:pt x="1400257" y="587762"/>
                </a:lnTo>
                <a:lnTo>
                  <a:pt x="1400257" y="605049"/>
                </a:lnTo>
                <a:lnTo>
                  <a:pt x="1400257" y="622337"/>
                </a:lnTo>
                <a:lnTo>
                  <a:pt x="1382970" y="622337"/>
                </a:lnTo>
                <a:lnTo>
                  <a:pt x="1382970" y="605049"/>
                </a:lnTo>
                <a:lnTo>
                  <a:pt x="1365683" y="605049"/>
                </a:lnTo>
                <a:lnTo>
                  <a:pt x="1348396" y="605049"/>
                </a:lnTo>
                <a:lnTo>
                  <a:pt x="1348396" y="622337"/>
                </a:lnTo>
                <a:lnTo>
                  <a:pt x="1348396" y="639624"/>
                </a:lnTo>
                <a:lnTo>
                  <a:pt x="1331109" y="639624"/>
                </a:lnTo>
                <a:lnTo>
                  <a:pt x="1331109" y="622337"/>
                </a:lnTo>
                <a:lnTo>
                  <a:pt x="1313822" y="622337"/>
                </a:lnTo>
                <a:lnTo>
                  <a:pt x="1313822" y="605049"/>
                </a:lnTo>
                <a:lnTo>
                  <a:pt x="1313822" y="587762"/>
                </a:lnTo>
                <a:lnTo>
                  <a:pt x="1331109" y="587762"/>
                </a:lnTo>
                <a:lnTo>
                  <a:pt x="1331109" y="570475"/>
                </a:lnTo>
                <a:lnTo>
                  <a:pt x="1331109" y="553188"/>
                </a:lnTo>
                <a:close/>
                <a:moveTo>
                  <a:pt x="1486693" y="553188"/>
                </a:moveTo>
                <a:lnTo>
                  <a:pt x="1503980" y="553188"/>
                </a:lnTo>
                <a:lnTo>
                  <a:pt x="1503980" y="535901"/>
                </a:lnTo>
                <a:lnTo>
                  <a:pt x="1486693" y="535901"/>
                </a:lnTo>
                <a:close/>
                <a:moveTo>
                  <a:pt x="1296535" y="587762"/>
                </a:moveTo>
                <a:lnTo>
                  <a:pt x="1279247" y="587762"/>
                </a:lnTo>
                <a:lnTo>
                  <a:pt x="1279247" y="570475"/>
                </a:lnTo>
                <a:lnTo>
                  <a:pt x="1296535" y="570475"/>
                </a:lnTo>
                <a:close/>
                <a:moveTo>
                  <a:pt x="1296535" y="622337"/>
                </a:moveTo>
                <a:lnTo>
                  <a:pt x="1279247" y="622337"/>
                </a:lnTo>
                <a:lnTo>
                  <a:pt x="1279247" y="605049"/>
                </a:lnTo>
                <a:lnTo>
                  <a:pt x="1296535" y="605049"/>
                </a:lnTo>
                <a:close/>
                <a:moveTo>
                  <a:pt x="1313822" y="639624"/>
                </a:moveTo>
                <a:lnTo>
                  <a:pt x="1331109" y="639624"/>
                </a:lnTo>
                <a:lnTo>
                  <a:pt x="1331109" y="656911"/>
                </a:lnTo>
                <a:lnTo>
                  <a:pt x="1313822" y="656911"/>
                </a:lnTo>
                <a:lnTo>
                  <a:pt x="1296535" y="656911"/>
                </a:lnTo>
                <a:lnTo>
                  <a:pt x="1296535" y="639624"/>
                </a:lnTo>
                <a:close/>
                <a:moveTo>
                  <a:pt x="1382970" y="674198"/>
                </a:moveTo>
                <a:lnTo>
                  <a:pt x="1382970" y="656911"/>
                </a:lnTo>
                <a:lnTo>
                  <a:pt x="1400257" y="656911"/>
                </a:lnTo>
                <a:lnTo>
                  <a:pt x="1400257" y="639624"/>
                </a:lnTo>
                <a:lnTo>
                  <a:pt x="1400257" y="622337"/>
                </a:lnTo>
                <a:lnTo>
                  <a:pt x="1417544" y="622337"/>
                </a:lnTo>
                <a:lnTo>
                  <a:pt x="1434832" y="622337"/>
                </a:lnTo>
                <a:lnTo>
                  <a:pt x="1434832" y="639624"/>
                </a:lnTo>
                <a:lnTo>
                  <a:pt x="1434832" y="656911"/>
                </a:lnTo>
                <a:lnTo>
                  <a:pt x="1434832" y="674198"/>
                </a:lnTo>
                <a:lnTo>
                  <a:pt x="1417544" y="674198"/>
                </a:lnTo>
                <a:lnTo>
                  <a:pt x="1417544" y="691485"/>
                </a:lnTo>
                <a:lnTo>
                  <a:pt x="1417544" y="708772"/>
                </a:lnTo>
                <a:lnTo>
                  <a:pt x="1400257" y="708772"/>
                </a:lnTo>
                <a:lnTo>
                  <a:pt x="1400257" y="691485"/>
                </a:lnTo>
                <a:lnTo>
                  <a:pt x="1400257" y="674198"/>
                </a:lnTo>
                <a:close/>
                <a:moveTo>
                  <a:pt x="1313822" y="674198"/>
                </a:moveTo>
                <a:lnTo>
                  <a:pt x="1313822" y="691485"/>
                </a:lnTo>
                <a:lnTo>
                  <a:pt x="1331109" y="691485"/>
                </a:lnTo>
                <a:lnTo>
                  <a:pt x="1331109" y="674198"/>
                </a:lnTo>
                <a:lnTo>
                  <a:pt x="1348396" y="674198"/>
                </a:lnTo>
                <a:lnTo>
                  <a:pt x="1348396" y="691485"/>
                </a:lnTo>
                <a:lnTo>
                  <a:pt x="1365683" y="691485"/>
                </a:lnTo>
                <a:lnTo>
                  <a:pt x="1365683" y="708772"/>
                </a:lnTo>
                <a:lnTo>
                  <a:pt x="1348396" y="708772"/>
                </a:lnTo>
                <a:lnTo>
                  <a:pt x="1331109" y="708772"/>
                </a:lnTo>
                <a:lnTo>
                  <a:pt x="1313822" y="708772"/>
                </a:lnTo>
                <a:lnTo>
                  <a:pt x="1313822" y="726059"/>
                </a:lnTo>
                <a:lnTo>
                  <a:pt x="1313822" y="743347"/>
                </a:lnTo>
                <a:lnTo>
                  <a:pt x="1296535" y="743347"/>
                </a:lnTo>
                <a:lnTo>
                  <a:pt x="1296535" y="726059"/>
                </a:lnTo>
                <a:lnTo>
                  <a:pt x="1279247" y="726059"/>
                </a:lnTo>
                <a:lnTo>
                  <a:pt x="1279247" y="708772"/>
                </a:lnTo>
                <a:lnTo>
                  <a:pt x="1279247" y="691485"/>
                </a:lnTo>
                <a:lnTo>
                  <a:pt x="1279247" y="674198"/>
                </a:lnTo>
                <a:lnTo>
                  <a:pt x="1296535" y="674198"/>
                </a:lnTo>
                <a:close/>
                <a:moveTo>
                  <a:pt x="1365683" y="777921"/>
                </a:moveTo>
                <a:lnTo>
                  <a:pt x="1348396" y="777921"/>
                </a:lnTo>
                <a:lnTo>
                  <a:pt x="1348396" y="760634"/>
                </a:lnTo>
                <a:lnTo>
                  <a:pt x="1365683" y="760634"/>
                </a:lnTo>
                <a:close/>
                <a:moveTo>
                  <a:pt x="1227386" y="795208"/>
                </a:moveTo>
                <a:lnTo>
                  <a:pt x="1244673" y="795208"/>
                </a:lnTo>
                <a:lnTo>
                  <a:pt x="1244673" y="812495"/>
                </a:lnTo>
                <a:lnTo>
                  <a:pt x="1244673" y="829782"/>
                </a:lnTo>
                <a:lnTo>
                  <a:pt x="1227386" y="829782"/>
                </a:lnTo>
                <a:lnTo>
                  <a:pt x="1227386" y="812495"/>
                </a:lnTo>
                <a:close/>
                <a:moveTo>
                  <a:pt x="1279247" y="829782"/>
                </a:moveTo>
                <a:lnTo>
                  <a:pt x="1261960" y="829782"/>
                </a:lnTo>
                <a:lnTo>
                  <a:pt x="1261960" y="812495"/>
                </a:lnTo>
                <a:lnTo>
                  <a:pt x="1279247" y="812495"/>
                </a:lnTo>
                <a:close/>
                <a:moveTo>
                  <a:pt x="1106376" y="847069"/>
                </a:moveTo>
                <a:lnTo>
                  <a:pt x="1089089" y="847069"/>
                </a:lnTo>
                <a:lnTo>
                  <a:pt x="1089089" y="829782"/>
                </a:lnTo>
                <a:lnTo>
                  <a:pt x="1106376" y="829782"/>
                </a:lnTo>
                <a:close/>
                <a:moveTo>
                  <a:pt x="1175525" y="864356"/>
                </a:moveTo>
                <a:lnTo>
                  <a:pt x="1175525" y="847069"/>
                </a:lnTo>
                <a:lnTo>
                  <a:pt x="1192812" y="847069"/>
                </a:lnTo>
                <a:lnTo>
                  <a:pt x="1210099" y="847069"/>
                </a:lnTo>
                <a:lnTo>
                  <a:pt x="1227386" y="847069"/>
                </a:lnTo>
                <a:lnTo>
                  <a:pt x="1227386" y="864356"/>
                </a:lnTo>
                <a:lnTo>
                  <a:pt x="1227386" y="881644"/>
                </a:lnTo>
                <a:lnTo>
                  <a:pt x="1210099" y="881644"/>
                </a:lnTo>
                <a:lnTo>
                  <a:pt x="1210099" y="898931"/>
                </a:lnTo>
                <a:lnTo>
                  <a:pt x="1192812" y="898931"/>
                </a:lnTo>
                <a:lnTo>
                  <a:pt x="1175525" y="898931"/>
                </a:lnTo>
                <a:lnTo>
                  <a:pt x="1175525" y="881644"/>
                </a:lnTo>
                <a:close/>
                <a:moveTo>
                  <a:pt x="1192812" y="881644"/>
                </a:moveTo>
                <a:lnTo>
                  <a:pt x="1210099" y="881644"/>
                </a:lnTo>
                <a:lnTo>
                  <a:pt x="1210099" y="864356"/>
                </a:lnTo>
                <a:lnTo>
                  <a:pt x="1192812" y="864356"/>
                </a:lnTo>
                <a:close/>
                <a:moveTo>
                  <a:pt x="1123663" y="933505"/>
                </a:moveTo>
                <a:lnTo>
                  <a:pt x="1123663" y="916218"/>
                </a:lnTo>
                <a:lnTo>
                  <a:pt x="1140950" y="916218"/>
                </a:lnTo>
                <a:lnTo>
                  <a:pt x="1140950" y="933505"/>
                </a:lnTo>
                <a:close/>
                <a:moveTo>
                  <a:pt x="1158238" y="933505"/>
                </a:moveTo>
                <a:lnTo>
                  <a:pt x="1158238" y="950792"/>
                </a:lnTo>
                <a:lnTo>
                  <a:pt x="1140950" y="950792"/>
                </a:lnTo>
                <a:lnTo>
                  <a:pt x="1140950" y="933505"/>
                </a:lnTo>
                <a:close/>
                <a:moveTo>
                  <a:pt x="1607703" y="207446"/>
                </a:moveTo>
                <a:lnTo>
                  <a:pt x="1607703" y="190158"/>
                </a:lnTo>
                <a:lnTo>
                  <a:pt x="1624990" y="190158"/>
                </a:lnTo>
                <a:lnTo>
                  <a:pt x="1624990" y="207446"/>
                </a:lnTo>
                <a:close/>
                <a:moveTo>
                  <a:pt x="1573129" y="293881"/>
                </a:moveTo>
                <a:lnTo>
                  <a:pt x="1573129" y="276594"/>
                </a:lnTo>
                <a:lnTo>
                  <a:pt x="1573129" y="259307"/>
                </a:lnTo>
                <a:lnTo>
                  <a:pt x="1590416" y="259307"/>
                </a:lnTo>
                <a:lnTo>
                  <a:pt x="1590416" y="276594"/>
                </a:lnTo>
                <a:lnTo>
                  <a:pt x="1607703" y="276594"/>
                </a:lnTo>
                <a:lnTo>
                  <a:pt x="1607703" y="259307"/>
                </a:lnTo>
                <a:lnTo>
                  <a:pt x="1607703" y="242020"/>
                </a:lnTo>
                <a:lnTo>
                  <a:pt x="1624990" y="242020"/>
                </a:lnTo>
                <a:lnTo>
                  <a:pt x="1642277" y="242020"/>
                </a:lnTo>
                <a:lnTo>
                  <a:pt x="1642277" y="224733"/>
                </a:lnTo>
                <a:lnTo>
                  <a:pt x="1642277" y="207446"/>
                </a:lnTo>
                <a:lnTo>
                  <a:pt x="1659564" y="207446"/>
                </a:lnTo>
                <a:lnTo>
                  <a:pt x="1659564" y="190158"/>
                </a:lnTo>
                <a:lnTo>
                  <a:pt x="1659564" y="172871"/>
                </a:lnTo>
                <a:lnTo>
                  <a:pt x="1676851" y="172871"/>
                </a:lnTo>
                <a:lnTo>
                  <a:pt x="1676851" y="190158"/>
                </a:lnTo>
                <a:lnTo>
                  <a:pt x="1676851" y="207446"/>
                </a:lnTo>
                <a:lnTo>
                  <a:pt x="1694139" y="207446"/>
                </a:lnTo>
                <a:lnTo>
                  <a:pt x="1694139" y="224733"/>
                </a:lnTo>
                <a:lnTo>
                  <a:pt x="1694139" y="242020"/>
                </a:lnTo>
                <a:lnTo>
                  <a:pt x="1676851" y="242020"/>
                </a:lnTo>
                <a:lnTo>
                  <a:pt x="1676851" y="259307"/>
                </a:lnTo>
                <a:lnTo>
                  <a:pt x="1694139" y="259307"/>
                </a:lnTo>
                <a:lnTo>
                  <a:pt x="1694139" y="276594"/>
                </a:lnTo>
                <a:lnTo>
                  <a:pt x="1711426" y="276594"/>
                </a:lnTo>
                <a:lnTo>
                  <a:pt x="1711426" y="293881"/>
                </a:lnTo>
                <a:lnTo>
                  <a:pt x="1694139" y="293881"/>
                </a:lnTo>
                <a:lnTo>
                  <a:pt x="1676851" y="293881"/>
                </a:lnTo>
                <a:lnTo>
                  <a:pt x="1659564" y="293881"/>
                </a:lnTo>
                <a:lnTo>
                  <a:pt x="1659564" y="311168"/>
                </a:lnTo>
                <a:lnTo>
                  <a:pt x="1659564" y="328455"/>
                </a:lnTo>
                <a:lnTo>
                  <a:pt x="1676851" y="328455"/>
                </a:lnTo>
                <a:lnTo>
                  <a:pt x="1676851" y="345743"/>
                </a:lnTo>
                <a:lnTo>
                  <a:pt x="1694139" y="345743"/>
                </a:lnTo>
                <a:lnTo>
                  <a:pt x="1694139" y="363030"/>
                </a:lnTo>
                <a:lnTo>
                  <a:pt x="1676851" y="363030"/>
                </a:lnTo>
                <a:lnTo>
                  <a:pt x="1659564" y="363030"/>
                </a:lnTo>
                <a:lnTo>
                  <a:pt x="1659564" y="345743"/>
                </a:lnTo>
                <a:lnTo>
                  <a:pt x="1642277" y="345743"/>
                </a:lnTo>
                <a:lnTo>
                  <a:pt x="1624990" y="345743"/>
                </a:lnTo>
                <a:lnTo>
                  <a:pt x="1624990" y="363030"/>
                </a:lnTo>
                <a:lnTo>
                  <a:pt x="1642277" y="363030"/>
                </a:lnTo>
                <a:lnTo>
                  <a:pt x="1642277" y="380317"/>
                </a:lnTo>
                <a:lnTo>
                  <a:pt x="1642277" y="397604"/>
                </a:lnTo>
                <a:lnTo>
                  <a:pt x="1624990" y="397604"/>
                </a:lnTo>
                <a:lnTo>
                  <a:pt x="1607703" y="397604"/>
                </a:lnTo>
                <a:lnTo>
                  <a:pt x="1607703" y="380317"/>
                </a:lnTo>
                <a:lnTo>
                  <a:pt x="1607703" y="363030"/>
                </a:lnTo>
                <a:lnTo>
                  <a:pt x="1607703" y="345743"/>
                </a:lnTo>
                <a:lnTo>
                  <a:pt x="1590416" y="345743"/>
                </a:lnTo>
                <a:lnTo>
                  <a:pt x="1590416" y="328455"/>
                </a:lnTo>
                <a:lnTo>
                  <a:pt x="1573129" y="328455"/>
                </a:lnTo>
                <a:lnTo>
                  <a:pt x="1573129" y="345743"/>
                </a:lnTo>
                <a:lnTo>
                  <a:pt x="1555842" y="345743"/>
                </a:lnTo>
                <a:lnTo>
                  <a:pt x="1555842" y="328455"/>
                </a:lnTo>
                <a:lnTo>
                  <a:pt x="1538554" y="328455"/>
                </a:lnTo>
                <a:lnTo>
                  <a:pt x="1521267" y="328455"/>
                </a:lnTo>
                <a:lnTo>
                  <a:pt x="1521267" y="311168"/>
                </a:lnTo>
                <a:lnTo>
                  <a:pt x="1538554" y="311168"/>
                </a:lnTo>
                <a:lnTo>
                  <a:pt x="1555842" y="311168"/>
                </a:lnTo>
                <a:lnTo>
                  <a:pt x="1555842" y="293881"/>
                </a:lnTo>
                <a:close/>
                <a:moveTo>
                  <a:pt x="1624990" y="311168"/>
                </a:moveTo>
                <a:lnTo>
                  <a:pt x="1624990" y="293881"/>
                </a:lnTo>
                <a:lnTo>
                  <a:pt x="1607703" y="293881"/>
                </a:lnTo>
                <a:lnTo>
                  <a:pt x="1607703" y="311168"/>
                </a:lnTo>
                <a:close/>
                <a:moveTo>
                  <a:pt x="1521267" y="328455"/>
                </a:moveTo>
                <a:lnTo>
                  <a:pt x="1521267" y="345743"/>
                </a:lnTo>
                <a:lnTo>
                  <a:pt x="1503980" y="345743"/>
                </a:lnTo>
                <a:lnTo>
                  <a:pt x="1503980" y="328455"/>
                </a:lnTo>
                <a:close/>
                <a:moveTo>
                  <a:pt x="1486693" y="380317"/>
                </a:moveTo>
                <a:lnTo>
                  <a:pt x="1486693" y="363030"/>
                </a:lnTo>
                <a:lnTo>
                  <a:pt x="1486693" y="345743"/>
                </a:lnTo>
                <a:lnTo>
                  <a:pt x="1503980" y="345743"/>
                </a:lnTo>
                <a:lnTo>
                  <a:pt x="1503980" y="363030"/>
                </a:lnTo>
                <a:lnTo>
                  <a:pt x="1503980" y="380317"/>
                </a:lnTo>
                <a:close/>
                <a:moveTo>
                  <a:pt x="1486693" y="397604"/>
                </a:moveTo>
                <a:lnTo>
                  <a:pt x="1503980" y="397604"/>
                </a:lnTo>
                <a:lnTo>
                  <a:pt x="1503980" y="380317"/>
                </a:lnTo>
                <a:lnTo>
                  <a:pt x="1521267" y="380317"/>
                </a:lnTo>
                <a:lnTo>
                  <a:pt x="1538554" y="380317"/>
                </a:lnTo>
                <a:lnTo>
                  <a:pt x="1538554" y="363030"/>
                </a:lnTo>
                <a:lnTo>
                  <a:pt x="1538554" y="345743"/>
                </a:lnTo>
                <a:lnTo>
                  <a:pt x="1555842" y="345743"/>
                </a:lnTo>
                <a:lnTo>
                  <a:pt x="1555842" y="363030"/>
                </a:lnTo>
                <a:lnTo>
                  <a:pt x="1555842" y="380317"/>
                </a:lnTo>
                <a:lnTo>
                  <a:pt x="1555842" y="397604"/>
                </a:lnTo>
                <a:lnTo>
                  <a:pt x="1573129" y="397604"/>
                </a:lnTo>
                <a:lnTo>
                  <a:pt x="1590416" y="397604"/>
                </a:lnTo>
                <a:lnTo>
                  <a:pt x="1590416" y="414891"/>
                </a:lnTo>
                <a:lnTo>
                  <a:pt x="1590416" y="432178"/>
                </a:lnTo>
                <a:lnTo>
                  <a:pt x="1573129" y="432178"/>
                </a:lnTo>
                <a:lnTo>
                  <a:pt x="1573129" y="449465"/>
                </a:lnTo>
                <a:lnTo>
                  <a:pt x="1573129" y="466752"/>
                </a:lnTo>
                <a:lnTo>
                  <a:pt x="1555842" y="466752"/>
                </a:lnTo>
                <a:lnTo>
                  <a:pt x="1555842" y="449465"/>
                </a:lnTo>
                <a:lnTo>
                  <a:pt x="1538554" y="449465"/>
                </a:lnTo>
                <a:lnTo>
                  <a:pt x="1521267" y="449465"/>
                </a:lnTo>
                <a:lnTo>
                  <a:pt x="1503980" y="449465"/>
                </a:lnTo>
                <a:lnTo>
                  <a:pt x="1486693" y="449465"/>
                </a:lnTo>
                <a:lnTo>
                  <a:pt x="1486693" y="466752"/>
                </a:lnTo>
                <a:lnTo>
                  <a:pt x="1469406" y="466752"/>
                </a:lnTo>
                <a:lnTo>
                  <a:pt x="1469406" y="449465"/>
                </a:lnTo>
                <a:lnTo>
                  <a:pt x="1469406" y="432178"/>
                </a:lnTo>
                <a:lnTo>
                  <a:pt x="1486693" y="432178"/>
                </a:lnTo>
                <a:lnTo>
                  <a:pt x="1486693" y="414891"/>
                </a:lnTo>
                <a:close/>
                <a:moveTo>
                  <a:pt x="1486693" y="380317"/>
                </a:moveTo>
                <a:lnTo>
                  <a:pt x="1486693" y="397604"/>
                </a:lnTo>
                <a:lnTo>
                  <a:pt x="1469406" y="397604"/>
                </a:lnTo>
                <a:lnTo>
                  <a:pt x="1452119" y="397604"/>
                </a:lnTo>
                <a:lnTo>
                  <a:pt x="1452119" y="380317"/>
                </a:lnTo>
                <a:lnTo>
                  <a:pt x="1469406" y="380317"/>
                </a:lnTo>
                <a:close/>
                <a:moveTo>
                  <a:pt x="1452119" y="484040"/>
                </a:moveTo>
                <a:lnTo>
                  <a:pt x="1452119" y="466752"/>
                </a:lnTo>
                <a:lnTo>
                  <a:pt x="1469406" y="466752"/>
                </a:lnTo>
                <a:lnTo>
                  <a:pt x="1469406" y="484040"/>
                </a:lnTo>
                <a:close/>
                <a:moveTo>
                  <a:pt x="1590416" y="501327"/>
                </a:moveTo>
                <a:lnTo>
                  <a:pt x="1607703" y="501327"/>
                </a:lnTo>
                <a:lnTo>
                  <a:pt x="1624990" y="501327"/>
                </a:lnTo>
                <a:lnTo>
                  <a:pt x="1642277" y="501327"/>
                </a:lnTo>
                <a:lnTo>
                  <a:pt x="1642277" y="518614"/>
                </a:lnTo>
                <a:lnTo>
                  <a:pt x="1624990" y="518614"/>
                </a:lnTo>
                <a:lnTo>
                  <a:pt x="1607703" y="518614"/>
                </a:lnTo>
                <a:lnTo>
                  <a:pt x="1590416" y="518614"/>
                </a:lnTo>
                <a:lnTo>
                  <a:pt x="1573129" y="518614"/>
                </a:lnTo>
                <a:lnTo>
                  <a:pt x="1555842" y="518614"/>
                </a:lnTo>
                <a:lnTo>
                  <a:pt x="1555842" y="501327"/>
                </a:lnTo>
                <a:lnTo>
                  <a:pt x="1573129" y="501327"/>
                </a:lnTo>
                <a:close/>
                <a:moveTo>
                  <a:pt x="1659564" y="535901"/>
                </a:moveTo>
                <a:lnTo>
                  <a:pt x="1642277" y="535901"/>
                </a:lnTo>
                <a:lnTo>
                  <a:pt x="1642277" y="518614"/>
                </a:lnTo>
                <a:lnTo>
                  <a:pt x="1659564" y="518614"/>
                </a:lnTo>
                <a:close/>
                <a:moveTo>
                  <a:pt x="1555842" y="535901"/>
                </a:moveTo>
                <a:lnTo>
                  <a:pt x="1538554" y="535901"/>
                </a:lnTo>
                <a:lnTo>
                  <a:pt x="1538554" y="518614"/>
                </a:lnTo>
                <a:lnTo>
                  <a:pt x="1555842" y="518614"/>
                </a:lnTo>
                <a:close/>
                <a:moveTo>
                  <a:pt x="1538554" y="570475"/>
                </a:moveTo>
                <a:lnTo>
                  <a:pt x="1538554" y="587762"/>
                </a:lnTo>
                <a:lnTo>
                  <a:pt x="1538554" y="605049"/>
                </a:lnTo>
                <a:lnTo>
                  <a:pt x="1521267" y="605049"/>
                </a:lnTo>
                <a:lnTo>
                  <a:pt x="1521267" y="587762"/>
                </a:lnTo>
                <a:lnTo>
                  <a:pt x="1521267" y="570475"/>
                </a:lnTo>
                <a:lnTo>
                  <a:pt x="1521267" y="553188"/>
                </a:lnTo>
                <a:lnTo>
                  <a:pt x="1538554" y="553188"/>
                </a:lnTo>
                <a:close/>
                <a:moveTo>
                  <a:pt x="1590416" y="587762"/>
                </a:moveTo>
                <a:lnTo>
                  <a:pt x="1573129" y="587762"/>
                </a:lnTo>
                <a:lnTo>
                  <a:pt x="1573129" y="570475"/>
                </a:lnTo>
                <a:lnTo>
                  <a:pt x="1590416" y="570475"/>
                </a:lnTo>
                <a:close/>
                <a:moveTo>
                  <a:pt x="1642277" y="587762"/>
                </a:moveTo>
                <a:lnTo>
                  <a:pt x="1624990" y="587762"/>
                </a:lnTo>
                <a:lnTo>
                  <a:pt x="1624990" y="570475"/>
                </a:lnTo>
                <a:lnTo>
                  <a:pt x="1642277" y="570475"/>
                </a:lnTo>
                <a:close/>
                <a:moveTo>
                  <a:pt x="1452119" y="605049"/>
                </a:moveTo>
                <a:lnTo>
                  <a:pt x="1434832" y="605049"/>
                </a:lnTo>
                <a:lnTo>
                  <a:pt x="1434832" y="587762"/>
                </a:lnTo>
                <a:lnTo>
                  <a:pt x="1452119" y="587762"/>
                </a:lnTo>
                <a:close/>
                <a:moveTo>
                  <a:pt x="1555842" y="622337"/>
                </a:moveTo>
                <a:lnTo>
                  <a:pt x="1538554" y="622337"/>
                </a:lnTo>
                <a:lnTo>
                  <a:pt x="1538554" y="605049"/>
                </a:lnTo>
                <a:lnTo>
                  <a:pt x="1555842" y="605049"/>
                </a:lnTo>
                <a:close/>
                <a:moveTo>
                  <a:pt x="1503980" y="639624"/>
                </a:moveTo>
                <a:lnTo>
                  <a:pt x="1486693" y="639624"/>
                </a:lnTo>
                <a:lnTo>
                  <a:pt x="1486693" y="622337"/>
                </a:lnTo>
                <a:lnTo>
                  <a:pt x="1503980" y="622337"/>
                </a:lnTo>
                <a:close/>
                <a:moveTo>
                  <a:pt x="1469406" y="639624"/>
                </a:moveTo>
                <a:lnTo>
                  <a:pt x="1486693" y="639624"/>
                </a:lnTo>
                <a:lnTo>
                  <a:pt x="1486693" y="656911"/>
                </a:lnTo>
                <a:lnTo>
                  <a:pt x="1486693" y="674198"/>
                </a:lnTo>
                <a:lnTo>
                  <a:pt x="1469406" y="674198"/>
                </a:lnTo>
                <a:lnTo>
                  <a:pt x="1469406" y="656911"/>
                </a:lnTo>
                <a:close/>
                <a:moveTo>
                  <a:pt x="1521267" y="639624"/>
                </a:moveTo>
                <a:lnTo>
                  <a:pt x="1538554" y="639624"/>
                </a:lnTo>
                <a:lnTo>
                  <a:pt x="1538554" y="656911"/>
                </a:lnTo>
                <a:lnTo>
                  <a:pt x="1538554" y="674198"/>
                </a:lnTo>
                <a:lnTo>
                  <a:pt x="1521267" y="674198"/>
                </a:lnTo>
                <a:lnTo>
                  <a:pt x="1521267" y="656911"/>
                </a:lnTo>
                <a:close/>
                <a:moveTo>
                  <a:pt x="1452119" y="674198"/>
                </a:moveTo>
                <a:lnTo>
                  <a:pt x="1469406" y="674198"/>
                </a:lnTo>
                <a:lnTo>
                  <a:pt x="1469406" y="691485"/>
                </a:lnTo>
                <a:lnTo>
                  <a:pt x="1452119" y="691485"/>
                </a:lnTo>
                <a:lnTo>
                  <a:pt x="1434832" y="691485"/>
                </a:lnTo>
                <a:lnTo>
                  <a:pt x="1434832" y="674198"/>
                </a:lnTo>
                <a:close/>
                <a:moveTo>
                  <a:pt x="1400257" y="726059"/>
                </a:moveTo>
                <a:lnTo>
                  <a:pt x="1382970" y="726059"/>
                </a:lnTo>
                <a:lnTo>
                  <a:pt x="1382970" y="708772"/>
                </a:lnTo>
                <a:lnTo>
                  <a:pt x="1400257" y="708772"/>
                </a:lnTo>
                <a:close/>
                <a:moveTo>
                  <a:pt x="1434832" y="743347"/>
                </a:moveTo>
                <a:lnTo>
                  <a:pt x="1434832" y="726059"/>
                </a:lnTo>
                <a:lnTo>
                  <a:pt x="1452119" y="726059"/>
                </a:lnTo>
                <a:lnTo>
                  <a:pt x="1452119" y="743347"/>
                </a:lnTo>
                <a:close/>
                <a:moveTo>
                  <a:pt x="1417544" y="777921"/>
                </a:moveTo>
                <a:lnTo>
                  <a:pt x="1400257" y="777921"/>
                </a:lnTo>
                <a:lnTo>
                  <a:pt x="1400257" y="760634"/>
                </a:lnTo>
                <a:lnTo>
                  <a:pt x="1417544" y="760634"/>
                </a:lnTo>
                <a:close/>
                <a:moveTo>
                  <a:pt x="1711426" y="172871"/>
                </a:moveTo>
                <a:lnTo>
                  <a:pt x="1694139" y="172871"/>
                </a:lnTo>
                <a:lnTo>
                  <a:pt x="1694139" y="155584"/>
                </a:lnTo>
                <a:lnTo>
                  <a:pt x="1711426" y="155584"/>
                </a:lnTo>
                <a:close/>
                <a:moveTo>
                  <a:pt x="1711426" y="172871"/>
                </a:moveTo>
                <a:lnTo>
                  <a:pt x="1728713" y="172871"/>
                </a:lnTo>
                <a:lnTo>
                  <a:pt x="1728713" y="190158"/>
                </a:lnTo>
                <a:lnTo>
                  <a:pt x="1711426" y="190158"/>
                </a:lnTo>
                <a:close/>
                <a:moveTo>
                  <a:pt x="1728713" y="224733"/>
                </a:moveTo>
                <a:lnTo>
                  <a:pt x="1728713" y="207446"/>
                </a:lnTo>
                <a:lnTo>
                  <a:pt x="1728713" y="190158"/>
                </a:lnTo>
                <a:lnTo>
                  <a:pt x="1746000" y="190158"/>
                </a:lnTo>
                <a:lnTo>
                  <a:pt x="1763287" y="190158"/>
                </a:lnTo>
                <a:lnTo>
                  <a:pt x="1780574" y="190158"/>
                </a:lnTo>
                <a:lnTo>
                  <a:pt x="1780574" y="207446"/>
                </a:lnTo>
                <a:lnTo>
                  <a:pt x="1780574" y="224733"/>
                </a:lnTo>
                <a:lnTo>
                  <a:pt x="1797861" y="224733"/>
                </a:lnTo>
                <a:lnTo>
                  <a:pt x="1797861" y="242020"/>
                </a:lnTo>
                <a:lnTo>
                  <a:pt x="1780574" y="242020"/>
                </a:lnTo>
                <a:lnTo>
                  <a:pt x="1780574" y="259307"/>
                </a:lnTo>
                <a:lnTo>
                  <a:pt x="1780574" y="276594"/>
                </a:lnTo>
                <a:lnTo>
                  <a:pt x="1763287" y="276594"/>
                </a:lnTo>
                <a:lnTo>
                  <a:pt x="1746000" y="276594"/>
                </a:lnTo>
                <a:lnTo>
                  <a:pt x="1746000" y="259307"/>
                </a:lnTo>
                <a:lnTo>
                  <a:pt x="1746000" y="242020"/>
                </a:lnTo>
                <a:lnTo>
                  <a:pt x="1728713" y="242020"/>
                </a:lnTo>
                <a:close/>
                <a:moveTo>
                  <a:pt x="1797861" y="276594"/>
                </a:moveTo>
                <a:lnTo>
                  <a:pt x="1797861" y="259307"/>
                </a:lnTo>
                <a:lnTo>
                  <a:pt x="1815148" y="259307"/>
                </a:lnTo>
                <a:lnTo>
                  <a:pt x="1815148" y="276594"/>
                </a:lnTo>
                <a:close/>
                <a:moveTo>
                  <a:pt x="1832436" y="311168"/>
                </a:moveTo>
                <a:lnTo>
                  <a:pt x="1832436" y="293881"/>
                </a:lnTo>
                <a:lnTo>
                  <a:pt x="1849723" y="293881"/>
                </a:lnTo>
                <a:lnTo>
                  <a:pt x="1849723" y="311168"/>
                </a:lnTo>
                <a:close/>
                <a:moveTo>
                  <a:pt x="1797861" y="311168"/>
                </a:moveTo>
                <a:lnTo>
                  <a:pt x="1815148" y="311168"/>
                </a:lnTo>
                <a:lnTo>
                  <a:pt x="1815148" y="328455"/>
                </a:lnTo>
                <a:lnTo>
                  <a:pt x="1815148" y="345743"/>
                </a:lnTo>
                <a:lnTo>
                  <a:pt x="1797861" y="345743"/>
                </a:lnTo>
                <a:lnTo>
                  <a:pt x="1797861" y="328455"/>
                </a:lnTo>
                <a:close/>
                <a:moveTo>
                  <a:pt x="1711426" y="328455"/>
                </a:moveTo>
                <a:lnTo>
                  <a:pt x="1711426" y="311168"/>
                </a:lnTo>
                <a:lnTo>
                  <a:pt x="1728713" y="311168"/>
                </a:lnTo>
                <a:lnTo>
                  <a:pt x="1728713" y="328455"/>
                </a:lnTo>
                <a:close/>
                <a:moveTo>
                  <a:pt x="1849723" y="345743"/>
                </a:moveTo>
                <a:lnTo>
                  <a:pt x="1867010" y="345743"/>
                </a:lnTo>
                <a:lnTo>
                  <a:pt x="1867010" y="363030"/>
                </a:lnTo>
                <a:lnTo>
                  <a:pt x="1849723" y="363030"/>
                </a:lnTo>
                <a:lnTo>
                  <a:pt x="1832436" y="363030"/>
                </a:lnTo>
                <a:lnTo>
                  <a:pt x="1815148" y="363030"/>
                </a:lnTo>
                <a:lnTo>
                  <a:pt x="1815148" y="345743"/>
                </a:lnTo>
                <a:lnTo>
                  <a:pt x="1832436" y="345743"/>
                </a:lnTo>
                <a:close/>
                <a:moveTo>
                  <a:pt x="1746000" y="432178"/>
                </a:moveTo>
                <a:lnTo>
                  <a:pt x="1746000" y="414891"/>
                </a:lnTo>
                <a:lnTo>
                  <a:pt x="1763287" y="414891"/>
                </a:lnTo>
                <a:lnTo>
                  <a:pt x="1763287" y="432178"/>
                </a:lnTo>
                <a:lnTo>
                  <a:pt x="1763287" y="449465"/>
                </a:lnTo>
                <a:lnTo>
                  <a:pt x="1763287" y="466752"/>
                </a:lnTo>
                <a:lnTo>
                  <a:pt x="1746000" y="466752"/>
                </a:lnTo>
                <a:lnTo>
                  <a:pt x="1746000" y="449465"/>
                </a:lnTo>
                <a:close/>
                <a:moveTo>
                  <a:pt x="1711426" y="449465"/>
                </a:moveTo>
                <a:lnTo>
                  <a:pt x="1711426" y="432178"/>
                </a:lnTo>
                <a:lnTo>
                  <a:pt x="1728713" y="432178"/>
                </a:lnTo>
                <a:lnTo>
                  <a:pt x="1728713" y="449465"/>
                </a:lnTo>
                <a:close/>
                <a:moveTo>
                  <a:pt x="1694139" y="535901"/>
                </a:moveTo>
                <a:lnTo>
                  <a:pt x="1676851" y="535901"/>
                </a:lnTo>
                <a:lnTo>
                  <a:pt x="1676851" y="518614"/>
                </a:lnTo>
                <a:lnTo>
                  <a:pt x="1694139" y="518614"/>
                </a:lnTo>
                <a:close/>
                <a:moveTo>
                  <a:pt x="1694139" y="587762"/>
                </a:moveTo>
                <a:lnTo>
                  <a:pt x="1694139" y="570475"/>
                </a:lnTo>
                <a:lnTo>
                  <a:pt x="1711426" y="570475"/>
                </a:lnTo>
                <a:lnTo>
                  <a:pt x="1711426" y="587762"/>
                </a:lnTo>
                <a:close/>
                <a:moveTo>
                  <a:pt x="1746000" y="587762"/>
                </a:moveTo>
                <a:lnTo>
                  <a:pt x="1763287" y="587762"/>
                </a:lnTo>
                <a:lnTo>
                  <a:pt x="1763287" y="605049"/>
                </a:lnTo>
                <a:lnTo>
                  <a:pt x="1746000" y="605049"/>
                </a:lnTo>
                <a:lnTo>
                  <a:pt x="1728713" y="605049"/>
                </a:lnTo>
                <a:lnTo>
                  <a:pt x="1711426" y="605049"/>
                </a:lnTo>
                <a:lnTo>
                  <a:pt x="1711426" y="587762"/>
                </a:lnTo>
                <a:lnTo>
                  <a:pt x="1728713" y="587762"/>
                </a:lnTo>
                <a:close/>
                <a:moveTo>
                  <a:pt x="1815148" y="622337"/>
                </a:moveTo>
                <a:lnTo>
                  <a:pt x="1815148" y="605049"/>
                </a:lnTo>
                <a:lnTo>
                  <a:pt x="1832436" y="605049"/>
                </a:lnTo>
                <a:lnTo>
                  <a:pt x="1849723" y="605049"/>
                </a:lnTo>
                <a:lnTo>
                  <a:pt x="1849723" y="622337"/>
                </a:lnTo>
                <a:lnTo>
                  <a:pt x="1832436" y="622337"/>
                </a:lnTo>
                <a:close/>
                <a:moveTo>
                  <a:pt x="1746000" y="656911"/>
                </a:moveTo>
                <a:lnTo>
                  <a:pt x="1728713" y="656911"/>
                </a:lnTo>
                <a:lnTo>
                  <a:pt x="1711426" y="656911"/>
                </a:lnTo>
                <a:lnTo>
                  <a:pt x="1711426" y="639624"/>
                </a:lnTo>
                <a:lnTo>
                  <a:pt x="1728713" y="639624"/>
                </a:lnTo>
                <a:lnTo>
                  <a:pt x="1746000" y="639624"/>
                </a:lnTo>
                <a:lnTo>
                  <a:pt x="1763287" y="639624"/>
                </a:lnTo>
                <a:lnTo>
                  <a:pt x="1763287" y="622337"/>
                </a:lnTo>
                <a:lnTo>
                  <a:pt x="1763287" y="605049"/>
                </a:lnTo>
                <a:lnTo>
                  <a:pt x="1780574" y="605049"/>
                </a:lnTo>
                <a:lnTo>
                  <a:pt x="1780574" y="622337"/>
                </a:lnTo>
                <a:lnTo>
                  <a:pt x="1797861" y="622337"/>
                </a:lnTo>
                <a:lnTo>
                  <a:pt x="1797861" y="639624"/>
                </a:lnTo>
                <a:lnTo>
                  <a:pt x="1797861" y="656911"/>
                </a:lnTo>
                <a:lnTo>
                  <a:pt x="1780574" y="656911"/>
                </a:lnTo>
                <a:lnTo>
                  <a:pt x="1763287" y="656911"/>
                </a:lnTo>
                <a:close/>
                <a:moveTo>
                  <a:pt x="1711426" y="639624"/>
                </a:moveTo>
                <a:lnTo>
                  <a:pt x="1694139" y="639624"/>
                </a:lnTo>
                <a:lnTo>
                  <a:pt x="1694139" y="622337"/>
                </a:lnTo>
                <a:lnTo>
                  <a:pt x="1711426" y="622337"/>
                </a:lnTo>
                <a:close/>
                <a:moveTo>
                  <a:pt x="1676851" y="639624"/>
                </a:moveTo>
                <a:lnTo>
                  <a:pt x="1659564" y="639624"/>
                </a:lnTo>
                <a:lnTo>
                  <a:pt x="1659564" y="622337"/>
                </a:lnTo>
                <a:lnTo>
                  <a:pt x="1676851" y="622337"/>
                </a:lnTo>
                <a:close/>
                <a:moveTo>
                  <a:pt x="1849723" y="674198"/>
                </a:moveTo>
                <a:lnTo>
                  <a:pt x="1832436" y="674198"/>
                </a:lnTo>
                <a:lnTo>
                  <a:pt x="1832436" y="656911"/>
                </a:lnTo>
                <a:lnTo>
                  <a:pt x="1849723" y="656911"/>
                </a:lnTo>
                <a:close/>
                <a:moveTo>
                  <a:pt x="1832436" y="726059"/>
                </a:moveTo>
                <a:lnTo>
                  <a:pt x="1815148" y="726059"/>
                </a:lnTo>
                <a:lnTo>
                  <a:pt x="1815148" y="708772"/>
                </a:lnTo>
                <a:lnTo>
                  <a:pt x="1797861" y="708772"/>
                </a:lnTo>
                <a:lnTo>
                  <a:pt x="1797861" y="691485"/>
                </a:lnTo>
                <a:lnTo>
                  <a:pt x="1797861" y="674198"/>
                </a:lnTo>
                <a:lnTo>
                  <a:pt x="1797861" y="656911"/>
                </a:lnTo>
                <a:lnTo>
                  <a:pt x="1815148" y="656911"/>
                </a:lnTo>
                <a:lnTo>
                  <a:pt x="1815148" y="674198"/>
                </a:lnTo>
                <a:lnTo>
                  <a:pt x="1832436" y="674198"/>
                </a:lnTo>
                <a:lnTo>
                  <a:pt x="1832436" y="691485"/>
                </a:lnTo>
                <a:lnTo>
                  <a:pt x="1832436" y="708772"/>
                </a:lnTo>
                <a:close/>
                <a:moveTo>
                  <a:pt x="1849723" y="726059"/>
                </a:moveTo>
                <a:lnTo>
                  <a:pt x="1849723" y="743347"/>
                </a:lnTo>
                <a:lnTo>
                  <a:pt x="1832436" y="743347"/>
                </a:lnTo>
                <a:lnTo>
                  <a:pt x="1832436" y="726059"/>
                </a:lnTo>
                <a:close/>
                <a:moveTo>
                  <a:pt x="1797861" y="743347"/>
                </a:moveTo>
                <a:lnTo>
                  <a:pt x="1797861" y="726059"/>
                </a:lnTo>
                <a:lnTo>
                  <a:pt x="1815148" y="726059"/>
                </a:lnTo>
                <a:lnTo>
                  <a:pt x="1815148" y="743347"/>
                </a:lnTo>
                <a:close/>
                <a:moveTo>
                  <a:pt x="1832436" y="847069"/>
                </a:moveTo>
                <a:lnTo>
                  <a:pt x="1832436" y="829782"/>
                </a:lnTo>
                <a:lnTo>
                  <a:pt x="1815148" y="829782"/>
                </a:lnTo>
                <a:lnTo>
                  <a:pt x="1815148" y="812495"/>
                </a:lnTo>
                <a:lnTo>
                  <a:pt x="1815148" y="795208"/>
                </a:lnTo>
                <a:lnTo>
                  <a:pt x="1815148" y="777921"/>
                </a:lnTo>
                <a:lnTo>
                  <a:pt x="1797861" y="777921"/>
                </a:lnTo>
                <a:lnTo>
                  <a:pt x="1797861" y="760634"/>
                </a:lnTo>
                <a:lnTo>
                  <a:pt x="1815148" y="760634"/>
                </a:lnTo>
                <a:lnTo>
                  <a:pt x="1832436" y="760634"/>
                </a:lnTo>
                <a:lnTo>
                  <a:pt x="1832436" y="777921"/>
                </a:lnTo>
                <a:lnTo>
                  <a:pt x="1849723" y="777921"/>
                </a:lnTo>
                <a:lnTo>
                  <a:pt x="1849723" y="795208"/>
                </a:lnTo>
                <a:lnTo>
                  <a:pt x="1849723" y="812495"/>
                </a:lnTo>
                <a:lnTo>
                  <a:pt x="1849723" y="829782"/>
                </a:lnTo>
                <a:lnTo>
                  <a:pt x="1849723" y="847069"/>
                </a:lnTo>
                <a:close/>
                <a:moveTo>
                  <a:pt x="1797861" y="847069"/>
                </a:moveTo>
                <a:lnTo>
                  <a:pt x="1797861" y="829782"/>
                </a:lnTo>
                <a:lnTo>
                  <a:pt x="1815148" y="829782"/>
                </a:lnTo>
                <a:lnTo>
                  <a:pt x="1815148" y="847069"/>
                </a:lnTo>
                <a:close/>
                <a:moveTo>
                  <a:pt x="1815148" y="898931"/>
                </a:moveTo>
                <a:lnTo>
                  <a:pt x="1797861" y="898931"/>
                </a:lnTo>
                <a:lnTo>
                  <a:pt x="1797861" y="881644"/>
                </a:lnTo>
                <a:lnTo>
                  <a:pt x="1815148" y="881644"/>
                </a:lnTo>
                <a:close/>
                <a:moveTo>
                  <a:pt x="1849723" y="898931"/>
                </a:moveTo>
                <a:lnTo>
                  <a:pt x="1849723" y="916218"/>
                </a:lnTo>
                <a:lnTo>
                  <a:pt x="1849723" y="933505"/>
                </a:lnTo>
                <a:lnTo>
                  <a:pt x="1832436" y="933505"/>
                </a:lnTo>
                <a:lnTo>
                  <a:pt x="1815148" y="933505"/>
                </a:lnTo>
                <a:lnTo>
                  <a:pt x="1815148" y="916218"/>
                </a:lnTo>
                <a:lnTo>
                  <a:pt x="1815148" y="898931"/>
                </a:lnTo>
                <a:lnTo>
                  <a:pt x="1832436" y="898931"/>
                </a:lnTo>
                <a:lnTo>
                  <a:pt x="1832436" y="881644"/>
                </a:lnTo>
                <a:lnTo>
                  <a:pt x="1849723" y="881644"/>
                </a:lnTo>
                <a:close/>
                <a:moveTo>
                  <a:pt x="1832436" y="968079"/>
                </a:moveTo>
                <a:lnTo>
                  <a:pt x="1849723" y="968079"/>
                </a:lnTo>
                <a:lnTo>
                  <a:pt x="1849723" y="985366"/>
                </a:lnTo>
                <a:lnTo>
                  <a:pt x="1832436" y="985366"/>
                </a:lnTo>
                <a:lnTo>
                  <a:pt x="1815148" y="985366"/>
                </a:lnTo>
                <a:lnTo>
                  <a:pt x="1815148" y="968079"/>
                </a:lnTo>
                <a:lnTo>
                  <a:pt x="1815148" y="950792"/>
                </a:lnTo>
                <a:lnTo>
                  <a:pt x="1832436" y="950792"/>
                </a:lnTo>
                <a:close/>
                <a:moveTo>
                  <a:pt x="1780574" y="985366"/>
                </a:moveTo>
                <a:lnTo>
                  <a:pt x="1797861" y="985366"/>
                </a:lnTo>
                <a:lnTo>
                  <a:pt x="1815148" y="985366"/>
                </a:lnTo>
                <a:lnTo>
                  <a:pt x="1815148" y="1002653"/>
                </a:lnTo>
                <a:lnTo>
                  <a:pt x="1797861" y="1002653"/>
                </a:lnTo>
                <a:lnTo>
                  <a:pt x="1797861" y="1019941"/>
                </a:lnTo>
                <a:lnTo>
                  <a:pt x="1780574" y="1019941"/>
                </a:lnTo>
                <a:lnTo>
                  <a:pt x="1780574" y="1002653"/>
                </a:lnTo>
                <a:close/>
                <a:moveTo>
                  <a:pt x="1815148" y="1037228"/>
                </a:moveTo>
                <a:lnTo>
                  <a:pt x="1815148" y="1019941"/>
                </a:lnTo>
                <a:lnTo>
                  <a:pt x="1832436" y="1019941"/>
                </a:lnTo>
                <a:lnTo>
                  <a:pt x="1849723" y="1019941"/>
                </a:lnTo>
                <a:lnTo>
                  <a:pt x="1867010" y="1019941"/>
                </a:lnTo>
                <a:lnTo>
                  <a:pt x="1884297" y="1019941"/>
                </a:lnTo>
                <a:lnTo>
                  <a:pt x="1884297" y="1037228"/>
                </a:lnTo>
                <a:lnTo>
                  <a:pt x="1884297" y="1054515"/>
                </a:lnTo>
                <a:lnTo>
                  <a:pt x="1867010" y="1054515"/>
                </a:lnTo>
                <a:lnTo>
                  <a:pt x="1867010" y="1037228"/>
                </a:lnTo>
                <a:lnTo>
                  <a:pt x="1849723" y="1037228"/>
                </a:lnTo>
                <a:lnTo>
                  <a:pt x="1832436" y="1037228"/>
                </a:lnTo>
                <a:close/>
                <a:moveTo>
                  <a:pt x="1815148" y="1106376"/>
                </a:moveTo>
                <a:lnTo>
                  <a:pt x="1832436" y="1106376"/>
                </a:lnTo>
                <a:lnTo>
                  <a:pt x="1832436" y="1123663"/>
                </a:lnTo>
                <a:lnTo>
                  <a:pt x="1832436" y="1140950"/>
                </a:lnTo>
                <a:lnTo>
                  <a:pt x="1815148" y="1140950"/>
                </a:lnTo>
                <a:lnTo>
                  <a:pt x="1815148" y="1158238"/>
                </a:lnTo>
                <a:lnTo>
                  <a:pt x="1797861" y="1158238"/>
                </a:lnTo>
                <a:lnTo>
                  <a:pt x="1797861" y="1175525"/>
                </a:lnTo>
                <a:lnTo>
                  <a:pt x="1780574" y="1175525"/>
                </a:lnTo>
                <a:lnTo>
                  <a:pt x="1763287" y="1175525"/>
                </a:lnTo>
                <a:lnTo>
                  <a:pt x="1763287" y="1158238"/>
                </a:lnTo>
                <a:lnTo>
                  <a:pt x="1763287" y="1140950"/>
                </a:lnTo>
                <a:lnTo>
                  <a:pt x="1780574" y="1140950"/>
                </a:lnTo>
                <a:lnTo>
                  <a:pt x="1797861" y="1140950"/>
                </a:lnTo>
                <a:lnTo>
                  <a:pt x="1797861" y="1123663"/>
                </a:lnTo>
                <a:lnTo>
                  <a:pt x="1797861" y="1106376"/>
                </a:lnTo>
                <a:close/>
                <a:moveTo>
                  <a:pt x="1763287" y="1140950"/>
                </a:moveTo>
                <a:lnTo>
                  <a:pt x="1746000" y="1140950"/>
                </a:lnTo>
                <a:lnTo>
                  <a:pt x="1746000" y="1123663"/>
                </a:lnTo>
                <a:lnTo>
                  <a:pt x="1763287" y="1123663"/>
                </a:lnTo>
                <a:close/>
                <a:moveTo>
                  <a:pt x="1832436" y="1158238"/>
                </a:moveTo>
                <a:lnTo>
                  <a:pt x="1832436" y="1140950"/>
                </a:lnTo>
                <a:lnTo>
                  <a:pt x="1849723" y="1140950"/>
                </a:lnTo>
                <a:lnTo>
                  <a:pt x="1867010" y="1140950"/>
                </a:lnTo>
                <a:lnTo>
                  <a:pt x="1867010" y="1123663"/>
                </a:lnTo>
                <a:lnTo>
                  <a:pt x="1867010" y="1106376"/>
                </a:lnTo>
                <a:lnTo>
                  <a:pt x="1884297" y="1106376"/>
                </a:lnTo>
                <a:lnTo>
                  <a:pt x="1901584" y="1106376"/>
                </a:lnTo>
                <a:lnTo>
                  <a:pt x="1901584" y="1123663"/>
                </a:lnTo>
                <a:lnTo>
                  <a:pt x="1884297" y="1123663"/>
                </a:lnTo>
                <a:lnTo>
                  <a:pt x="1884297" y="1140950"/>
                </a:lnTo>
                <a:lnTo>
                  <a:pt x="1901584" y="1140950"/>
                </a:lnTo>
                <a:lnTo>
                  <a:pt x="1901584" y="1158238"/>
                </a:lnTo>
                <a:lnTo>
                  <a:pt x="1918871" y="1158238"/>
                </a:lnTo>
                <a:lnTo>
                  <a:pt x="1936158" y="1158238"/>
                </a:lnTo>
                <a:lnTo>
                  <a:pt x="1936158" y="1175525"/>
                </a:lnTo>
                <a:lnTo>
                  <a:pt x="1918871" y="1175525"/>
                </a:lnTo>
                <a:lnTo>
                  <a:pt x="1901584" y="1175525"/>
                </a:lnTo>
                <a:lnTo>
                  <a:pt x="1884297" y="1175525"/>
                </a:lnTo>
                <a:lnTo>
                  <a:pt x="1884297" y="1158238"/>
                </a:lnTo>
                <a:lnTo>
                  <a:pt x="1867010" y="1158238"/>
                </a:lnTo>
                <a:lnTo>
                  <a:pt x="1849723" y="1158238"/>
                </a:lnTo>
                <a:close/>
                <a:moveTo>
                  <a:pt x="1746000" y="1158238"/>
                </a:moveTo>
                <a:lnTo>
                  <a:pt x="1746000" y="1175525"/>
                </a:lnTo>
                <a:lnTo>
                  <a:pt x="1746000" y="1192812"/>
                </a:lnTo>
                <a:lnTo>
                  <a:pt x="1728713" y="1192812"/>
                </a:lnTo>
                <a:lnTo>
                  <a:pt x="1728713" y="1175525"/>
                </a:lnTo>
                <a:lnTo>
                  <a:pt x="1728713" y="1158238"/>
                </a:lnTo>
                <a:lnTo>
                  <a:pt x="1728713" y="1140950"/>
                </a:lnTo>
                <a:lnTo>
                  <a:pt x="1746000" y="1140950"/>
                </a:lnTo>
                <a:close/>
                <a:moveTo>
                  <a:pt x="1867010" y="1192812"/>
                </a:moveTo>
                <a:lnTo>
                  <a:pt x="1849723" y="1192812"/>
                </a:lnTo>
                <a:lnTo>
                  <a:pt x="1849723" y="1175525"/>
                </a:lnTo>
                <a:lnTo>
                  <a:pt x="1867010" y="1175525"/>
                </a:lnTo>
                <a:lnTo>
                  <a:pt x="1884297" y="1175525"/>
                </a:lnTo>
                <a:lnTo>
                  <a:pt x="1884297" y="1192812"/>
                </a:lnTo>
                <a:lnTo>
                  <a:pt x="1884297" y="1210099"/>
                </a:lnTo>
                <a:lnTo>
                  <a:pt x="1867010" y="1210099"/>
                </a:lnTo>
                <a:close/>
                <a:moveTo>
                  <a:pt x="1849723" y="1244673"/>
                </a:moveTo>
                <a:lnTo>
                  <a:pt x="1832436" y="1244673"/>
                </a:lnTo>
                <a:lnTo>
                  <a:pt x="1832436" y="1227386"/>
                </a:lnTo>
                <a:lnTo>
                  <a:pt x="1832436" y="1210099"/>
                </a:lnTo>
                <a:lnTo>
                  <a:pt x="1815148" y="1210099"/>
                </a:lnTo>
                <a:lnTo>
                  <a:pt x="1797861" y="1210099"/>
                </a:lnTo>
                <a:lnTo>
                  <a:pt x="1797861" y="1192812"/>
                </a:lnTo>
                <a:lnTo>
                  <a:pt x="1815148" y="1192812"/>
                </a:lnTo>
                <a:lnTo>
                  <a:pt x="1832436" y="1192812"/>
                </a:lnTo>
                <a:lnTo>
                  <a:pt x="1849723" y="1192812"/>
                </a:lnTo>
                <a:lnTo>
                  <a:pt x="1849723" y="1210099"/>
                </a:lnTo>
                <a:lnTo>
                  <a:pt x="1867010" y="1210099"/>
                </a:lnTo>
                <a:lnTo>
                  <a:pt x="1867010" y="1227386"/>
                </a:lnTo>
                <a:lnTo>
                  <a:pt x="1849723" y="1227386"/>
                </a:lnTo>
                <a:close/>
                <a:moveTo>
                  <a:pt x="1867010" y="328455"/>
                </a:moveTo>
                <a:lnTo>
                  <a:pt x="1849723" y="328455"/>
                </a:lnTo>
                <a:lnTo>
                  <a:pt x="1849723" y="311168"/>
                </a:lnTo>
                <a:lnTo>
                  <a:pt x="1867010" y="311168"/>
                </a:lnTo>
                <a:close/>
                <a:moveTo>
                  <a:pt x="1884297" y="432178"/>
                </a:moveTo>
                <a:lnTo>
                  <a:pt x="1884297" y="414891"/>
                </a:lnTo>
                <a:lnTo>
                  <a:pt x="1884297" y="397604"/>
                </a:lnTo>
                <a:lnTo>
                  <a:pt x="1867010" y="397604"/>
                </a:lnTo>
                <a:lnTo>
                  <a:pt x="1867010" y="380317"/>
                </a:lnTo>
                <a:lnTo>
                  <a:pt x="1884297" y="380317"/>
                </a:lnTo>
                <a:lnTo>
                  <a:pt x="1901584" y="380317"/>
                </a:lnTo>
                <a:lnTo>
                  <a:pt x="1918871" y="380317"/>
                </a:lnTo>
                <a:lnTo>
                  <a:pt x="1918871" y="397604"/>
                </a:lnTo>
                <a:lnTo>
                  <a:pt x="1901584" y="397604"/>
                </a:lnTo>
                <a:lnTo>
                  <a:pt x="1901584" y="414891"/>
                </a:lnTo>
                <a:lnTo>
                  <a:pt x="1901584" y="432178"/>
                </a:lnTo>
                <a:close/>
                <a:moveTo>
                  <a:pt x="1849723" y="397604"/>
                </a:moveTo>
                <a:lnTo>
                  <a:pt x="1867010" y="397604"/>
                </a:lnTo>
                <a:lnTo>
                  <a:pt x="1867010" y="414891"/>
                </a:lnTo>
                <a:lnTo>
                  <a:pt x="1867010" y="432178"/>
                </a:lnTo>
                <a:lnTo>
                  <a:pt x="1849723" y="432178"/>
                </a:lnTo>
                <a:lnTo>
                  <a:pt x="1849723" y="414891"/>
                </a:lnTo>
                <a:close/>
                <a:moveTo>
                  <a:pt x="1936158" y="432178"/>
                </a:moveTo>
                <a:lnTo>
                  <a:pt x="1936158" y="414891"/>
                </a:lnTo>
                <a:lnTo>
                  <a:pt x="1953445" y="414891"/>
                </a:lnTo>
                <a:lnTo>
                  <a:pt x="1953445" y="432178"/>
                </a:lnTo>
                <a:close/>
                <a:moveTo>
                  <a:pt x="1988020" y="432178"/>
                </a:moveTo>
                <a:lnTo>
                  <a:pt x="1970733" y="432178"/>
                </a:lnTo>
                <a:lnTo>
                  <a:pt x="1970733" y="414891"/>
                </a:lnTo>
                <a:lnTo>
                  <a:pt x="1988020" y="414891"/>
                </a:lnTo>
                <a:close/>
                <a:moveTo>
                  <a:pt x="1884297" y="449465"/>
                </a:moveTo>
                <a:lnTo>
                  <a:pt x="1867010" y="449465"/>
                </a:lnTo>
                <a:lnTo>
                  <a:pt x="1867010" y="432178"/>
                </a:lnTo>
                <a:lnTo>
                  <a:pt x="1884297" y="432178"/>
                </a:lnTo>
                <a:close/>
                <a:moveTo>
                  <a:pt x="1970733" y="484040"/>
                </a:moveTo>
                <a:lnTo>
                  <a:pt x="1970733" y="466752"/>
                </a:lnTo>
                <a:lnTo>
                  <a:pt x="1953445" y="466752"/>
                </a:lnTo>
                <a:lnTo>
                  <a:pt x="1936158" y="466752"/>
                </a:lnTo>
                <a:lnTo>
                  <a:pt x="1936158" y="449465"/>
                </a:lnTo>
                <a:lnTo>
                  <a:pt x="1953445" y="449465"/>
                </a:lnTo>
                <a:lnTo>
                  <a:pt x="1953445" y="432178"/>
                </a:lnTo>
                <a:lnTo>
                  <a:pt x="1970733" y="432178"/>
                </a:lnTo>
                <a:lnTo>
                  <a:pt x="1970733" y="449465"/>
                </a:lnTo>
                <a:lnTo>
                  <a:pt x="1988020" y="449465"/>
                </a:lnTo>
                <a:lnTo>
                  <a:pt x="2005307" y="449465"/>
                </a:lnTo>
                <a:lnTo>
                  <a:pt x="2005307" y="432178"/>
                </a:lnTo>
                <a:lnTo>
                  <a:pt x="2022594" y="432178"/>
                </a:lnTo>
                <a:lnTo>
                  <a:pt x="2022594" y="414891"/>
                </a:lnTo>
                <a:lnTo>
                  <a:pt x="2039881" y="414891"/>
                </a:lnTo>
                <a:lnTo>
                  <a:pt x="2057168" y="414891"/>
                </a:lnTo>
                <a:lnTo>
                  <a:pt x="2057168" y="397604"/>
                </a:lnTo>
                <a:lnTo>
                  <a:pt x="2074455" y="397604"/>
                </a:lnTo>
                <a:lnTo>
                  <a:pt x="2091743" y="397604"/>
                </a:lnTo>
                <a:lnTo>
                  <a:pt x="2091743" y="380317"/>
                </a:lnTo>
                <a:lnTo>
                  <a:pt x="2109030" y="380317"/>
                </a:lnTo>
                <a:lnTo>
                  <a:pt x="2126317" y="380317"/>
                </a:lnTo>
                <a:lnTo>
                  <a:pt x="2126317" y="397604"/>
                </a:lnTo>
                <a:lnTo>
                  <a:pt x="2143604" y="397604"/>
                </a:lnTo>
                <a:lnTo>
                  <a:pt x="2143604" y="414891"/>
                </a:lnTo>
                <a:lnTo>
                  <a:pt x="2160891" y="414891"/>
                </a:lnTo>
                <a:lnTo>
                  <a:pt x="2178178" y="414891"/>
                </a:lnTo>
                <a:lnTo>
                  <a:pt x="2178178" y="432178"/>
                </a:lnTo>
                <a:lnTo>
                  <a:pt x="2160891" y="432178"/>
                </a:lnTo>
                <a:lnTo>
                  <a:pt x="2143604" y="432178"/>
                </a:lnTo>
                <a:lnTo>
                  <a:pt x="2143604" y="449465"/>
                </a:lnTo>
                <a:lnTo>
                  <a:pt x="2126317" y="449465"/>
                </a:lnTo>
                <a:lnTo>
                  <a:pt x="2126317" y="466752"/>
                </a:lnTo>
                <a:lnTo>
                  <a:pt x="2109030" y="466752"/>
                </a:lnTo>
                <a:lnTo>
                  <a:pt x="2109030" y="484040"/>
                </a:lnTo>
                <a:lnTo>
                  <a:pt x="2109030" y="501327"/>
                </a:lnTo>
                <a:lnTo>
                  <a:pt x="2091743" y="501327"/>
                </a:lnTo>
                <a:lnTo>
                  <a:pt x="2091743" y="518614"/>
                </a:lnTo>
                <a:lnTo>
                  <a:pt x="2091743" y="535901"/>
                </a:lnTo>
                <a:lnTo>
                  <a:pt x="2091743" y="553188"/>
                </a:lnTo>
                <a:lnTo>
                  <a:pt x="2074455" y="553188"/>
                </a:lnTo>
                <a:lnTo>
                  <a:pt x="2074455" y="535901"/>
                </a:lnTo>
                <a:lnTo>
                  <a:pt x="2057168" y="535901"/>
                </a:lnTo>
                <a:lnTo>
                  <a:pt x="2039881" y="535901"/>
                </a:lnTo>
                <a:lnTo>
                  <a:pt x="2039881" y="518614"/>
                </a:lnTo>
                <a:lnTo>
                  <a:pt x="2022594" y="518614"/>
                </a:lnTo>
                <a:lnTo>
                  <a:pt x="2005307" y="518614"/>
                </a:lnTo>
                <a:lnTo>
                  <a:pt x="2005307" y="501327"/>
                </a:lnTo>
                <a:lnTo>
                  <a:pt x="2005307" y="484040"/>
                </a:lnTo>
                <a:lnTo>
                  <a:pt x="1988020" y="484040"/>
                </a:lnTo>
                <a:close/>
                <a:moveTo>
                  <a:pt x="1970733" y="535901"/>
                </a:moveTo>
                <a:lnTo>
                  <a:pt x="1953445" y="535901"/>
                </a:lnTo>
                <a:lnTo>
                  <a:pt x="1953445" y="518614"/>
                </a:lnTo>
                <a:lnTo>
                  <a:pt x="1953445" y="501327"/>
                </a:lnTo>
                <a:lnTo>
                  <a:pt x="1970733" y="501327"/>
                </a:lnTo>
                <a:lnTo>
                  <a:pt x="1970733" y="518614"/>
                </a:lnTo>
                <a:close/>
                <a:moveTo>
                  <a:pt x="1953445" y="674198"/>
                </a:moveTo>
                <a:lnTo>
                  <a:pt x="1953445" y="656911"/>
                </a:lnTo>
                <a:lnTo>
                  <a:pt x="1970733" y="656911"/>
                </a:lnTo>
                <a:lnTo>
                  <a:pt x="1970733" y="639624"/>
                </a:lnTo>
                <a:lnTo>
                  <a:pt x="1970733" y="622337"/>
                </a:lnTo>
                <a:lnTo>
                  <a:pt x="1970733" y="605049"/>
                </a:lnTo>
                <a:lnTo>
                  <a:pt x="1970733" y="587762"/>
                </a:lnTo>
                <a:lnTo>
                  <a:pt x="1970733" y="570475"/>
                </a:lnTo>
                <a:lnTo>
                  <a:pt x="1970733" y="553188"/>
                </a:lnTo>
                <a:lnTo>
                  <a:pt x="1970733" y="535901"/>
                </a:lnTo>
                <a:lnTo>
                  <a:pt x="1988020" y="535901"/>
                </a:lnTo>
                <a:lnTo>
                  <a:pt x="1988020" y="518614"/>
                </a:lnTo>
                <a:lnTo>
                  <a:pt x="2005307" y="518614"/>
                </a:lnTo>
                <a:lnTo>
                  <a:pt x="2005307" y="535901"/>
                </a:lnTo>
                <a:lnTo>
                  <a:pt x="2005307" y="553188"/>
                </a:lnTo>
                <a:lnTo>
                  <a:pt x="2022594" y="553188"/>
                </a:lnTo>
                <a:lnTo>
                  <a:pt x="2022594" y="570475"/>
                </a:lnTo>
                <a:lnTo>
                  <a:pt x="2022594" y="587762"/>
                </a:lnTo>
                <a:lnTo>
                  <a:pt x="2022594" y="605049"/>
                </a:lnTo>
                <a:lnTo>
                  <a:pt x="2022594" y="622337"/>
                </a:lnTo>
                <a:lnTo>
                  <a:pt x="2022594" y="639624"/>
                </a:lnTo>
                <a:lnTo>
                  <a:pt x="2005307" y="639624"/>
                </a:lnTo>
                <a:lnTo>
                  <a:pt x="2005307" y="656911"/>
                </a:lnTo>
                <a:lnTo>
                  <a:pt x="2005307" y="674198"/>
                </a:lnTo>
                <a:lnTo>
                  <a:pt x="1988020" y="674198"/>
                </a:lnTo>
                <a:lnTo>
                  <a:pt x="1970733" y="674198"/>
                </a:lnTo>
                <a:lnTo>
                  <a:pt x="1970733" y="691485"/>
                </a:lnTo>
                <a:lnTo>
                  <a:pt x="1988020" y="691485"/>
                </a:lnTo>
                <a:lnTo>
                  <a:pt x="1988020" y="708772"/>
                </a:lnTo>
                <a:lnTo>
                  <a:pt x="1970733" y="708772"/>
                </a:lnTo>
                <a:lnTo>
                  <a:pt x="1970733" y="726059"/>
                </a:lnTo>
                <a:lnTo>
                  <a:pt x="1988020" y="726059"/>
                </a:lnTo>
                <a:lnTo>
                  <a:pt x="2005307" y="726059"/>
                </a:lnTo>
                <a:lnTo>
                  <a:pt x="2005307" y="743347"/>
                </a:lnTo>
                <a:lnTo>
                  <a:pt x="1988020" y="743347"/>
                </a:lnTo>
                <a:lnTo>
                  <a:pt x="1988020" y="760634"/>
                </a:lnTo>
                <a:lnTo>
                  <a:pt x="1988020" y="777921"/>
                </a:lnTo>
                <a:lnTo>
                  <a:pt x="1988020" y="795208"/>
                </a:lnTo>
                <a:lnTo>
                  <a:pt x="1988020" y="812495"/>
                </a:lnTo>
                <a:lnTo>
                  <a:pt x="1970733" y="812495"/>
                </a:lnTo>
                <a:lnTo>
                  <a:pt x="1970733" y="829782"/>
                </a:lnTo>
                <a:lnTo>
                  <a:pt x="1970733" y="847069"/>
                </a:lnTo>
                <a:lnTo>
                  <a:pt x="1970733" y="864356"/>
                </a:lnTo>
                <a:lnTo>
                  <a:pt x="1988020" y="864356"/>
                </a:lnTo>
                <a:lnTo>
                  <a:pt x="1988020" y="881644"/>
                </a:lnTo>
                <a:lnTo>
                  <a:pt x="1988020" y="898931"/>
                </a:lnTo>
                <a:lnTo>
                  <a:pt x="1970733" y="898931"/>
                </a:lnTo>
                <a:lnTo>
                  <a:pt x="1970733" y="916218"/>
                </a:lnTo>
                <a:lnTo>
                  <a:pt x="1988020" y="916218"/>
                </a:lnTo>
                <a:lnTo>
                  <a:pt x="1988020" y="933505"/>
                </a:lnTo>
                <a:lnTo>
                  <a:pt x="1970733" y="933505"/>
                </a:lnTo>
                <a:lnTo>
                  <a:pt x="1970733" y="950792"/>
                </a:lnTo>
                <a:lnTo>
                  <a:pt x="1970733" y="968079"/>
                </a:lnTo>
                <a:lnTo>
                  <a:pt x="1970733" y="985366"/>
                </a:lnTo>
                <a:lnTo>
                  <a:pt x="1953445" y="985366"/>
                </a:lnTo>
                <a:lnTo>
                  <a:pt x="1953445" y="968079"/>
                </a:lnTo>
                <a:lnTo>
                  <a:pt x="1953445" y="950792"/>
                </a:lnTo>
                <a:lnTo>
                  <a:pt x="1953445" y="933505"/>
                </a:lnTo>
                <a:lnTo>
                  <a:pt x="1936158" y="933505"/>
                </a:lnTo>
                <a:lnTo>
                  <a:pt x="1936158" y="916218"/>
                </a:lnTo>
                <a:lnTo>
                  <a:pt x="1936158" y="898931"/>
                </a:lnTo>
                <a:lnTo>
                  <a:pt x="1918871" y="898931"/>
                </a:lnTo>
                <a:lnTo>
                  <a:pt x="1901584" y="898931"/>
                </a:lnTo>
                <a:lnTo>
                  <a:pt x="1884297" y="898931"/>
                </a:lnTo>
                <a:lnTo>
                  <a:pt x="1884297" y="881644"/>
                </a:lnTo>
                <a:lnTo>
                  <a:pt x="1901584" y="881644"/>
                </a:lnTo>
                <a:lnTo>
                  <a:pt x="1918871" y="881644"/>
                </a:lnTo>
                <a:lnTo>
                  <a:pt x="1918871" y="864356"/>
                </a:lnTo>
                <a:lnTo>
                  <a:pt x="1901584" y="864356"/>
                </a:lnTo>
                <a:lnTo>
                  <a:pt x="1901584" y="847069"/>
                </a:lnTo>
                <a:lnTo>
                  <a:pt x="1918871" y="847069"/>
                </a:lnTo>
                <a:lnTo>
                  <a:pt x="1936158" y="847069"/>
                </a:lnTo>
                <a:lnTo>
                  <a:pt x="1936158" y="829782"/>
                </a:lnTo>
                <a:lnTo>
                  <a:pt x="1953445" y="829782"/>
                </a:lnTo>
                <a:lnTo>
                  <a:pt x="1953445" y="812495"/>
                </a:lnTo>
                <a:lnTo>
                  <a:pt x="1953445" y="795208"/>
                </a:lnTo>
                <a:lnTo>
                  <a:pt x="1953445" y="777921"/>
                </a:lnTo>
                <a:lnTo>
                  <a:pt x="1970733" y="777921"/>
                </a:lnTo>
                <a:lnTo>
                  <a:pt x="1970733" y="760634"/>
                </a:lnTo>
                <a:lnTo>
                  <a:pt x="1953445" y="760634"/>
                </a:lnTo>
                <a:lnTo>
                  <a:pt x="1953445" y="743347"/>
                </a:lnTo>
                <a:lnTo>
                  <a:pt x="1936158" y="743347"/>
                </a:lnTo>
                <a:lnTo>
                  <a:pt x="1918871" y="743347"/>
                </a:lnTo>
                <a:lnTo>
                  <a:pt x="1918871" y="726059"/>
                </a:lnTo>
                <a:lnTo>
                  <a:pt x="1936158" y="726059"/>
                </a:lnTo>
                <a:lnTo>
                  <a:pt x="1936158" y="708772"/>
                </a:lnTo>
                <a:lnTo>
                  <a:pt x="1936158" y="691485"/>
                </a:lnTo>
                <a:lnTo>
                  <a:pt x="1953445" y="691485"/>
                </a:lnTo>
                <a:close/>
                <a:moveTo>
                  <a:pt x="1988020" y="639624"/>
                </a:moveTo>
                <a:lnTo>
                  <a:pt x="2005307" y="639624"/>
                </a:lnTo>
                <a:lnTo>
                  <a:pt x="2005307" y="622337"/>
                </a:lnTo>
                <a:lnTo>
                  <a:pt x="2005307" y="605049"/>
                </a:lnTo>
                <a:lnTo>
                  <a:pt x="1988020" y="605049"/>
                </a:lnTo>
                <a:lnTo>
                  <a:pt x="1988020" y="622337"/>
                </a:lnTo>
                <a:close/>
                <a:moveTo>
                  <a:pt x="1884297" y="587762"/>
                </a:moveTo>
                <a:lnTo>
                  <a:pt x="1884297" y="570475"/>
                </a:lnTo>
                <a:lnTo>
                  <a:pt x="1884297" y="553188"/>
                </a:lnTo>
                <a:lnTo>
                  <a:pt x="1901584" y="553188"/>
                </a:lnTo>
                <a:lnTo>
                  <a:pt x="1901584" y="570475"/>
                </a:lnTo>
                <a:lnTo>
                  <a:pt x="1901584" y="587762"/>
                </a:lnTo>
                <a:close/>
                <a:moveTo>
                  <a:pt x="1936158" y="570475"/>
                </a:moveTo>
                <a:lnTo>
                  <a:pt x="1918871" y="570475"/>
                </a:lnTo>
                <a:lnTo>
                  <a:pt x="1918871" y="553188"/>
                </a:lnTo>
                <a:lnTo>
                  <a:pt x="1936158" y="553188"/>
                </a:lnTo>
                <a:close/>
                <a:moveTo>
                  <a:pt x="1918871" y="605049"/>
                </a:moveTo>
                <a:lnTo>
                  <a:pt x="1901584" y="605049"/>
                </a:lnTo>
                <a:lnTo>
                  <a:pt x="1901584" y="587762"/>
                </a:lnTo>
                <a:lnTo>
                  <a:pt x="1918871" y="587762"/>
                </a:lnTo>
                <a:close/>
                <a:moveTo>
                  <a:pt x="1867010" y="639624"/>
                </a:moveTo>
                <a:lnTo>
                  <a:pt x="1849723" y="639624"/>
                </a:lnTo>
                <a:lnTo>
                  <a:pt x="1849723" y="622337"/>
                </a:lnTo>
                <a:lnTo>
                  <a:pt x="1867010" y="622337"/>
                </a:lnTo>
                <a:close/>
                <a:moveTo>
                  <a:pt x="1918871" y="656911"/>
                </a:moveTo>
                <a:lnTo>
                  <a:pt x="1936158" y="656911"/>
                </a:lnTo>
                <a:lnTo>
                  <a:pt x="1936158" y="674198"/>
                </a:lnTo>
                <a:lnTo>
                  <a:pt x="1936158" y="691485"/>
                </a:lnTo>
                <a:lnTo>
                  <a:pt x="1918871" y="691485"/>
                </a:lnTo>
                <a:lnTo>
                  <a:pt x="1918871" y="674198"/>
                </a:lnTo>
                <a:close/>
                <a:moveTo>
                  <a:pt x="1884297" y="760634"/>
                </a:moveTo>
                <a:lnTo>
                  <a:pt x="1867010" y="760634"/>
                </a:lnTo>
                <a:lnTo>
                  <a:pt x="1867010" y="743347"/>
                </a:lnTo>
                <a:lnTo>
                  <a:pt x="1884297" y="743347"/>
                </a:lnTo>
                <a:close/>
                <a:moveTo>
                  <a:pt x="1884297" y="829782"/>
                </a:moveTo>
                <a:lnTo>
                  <a:pt x="1867010" y="829782"/>
                </a:lnTo>
                <a:lnTo>
                  <a:pt x="1867010" y="812495"/>
                </a:lnTo>
                <a:lnTo>
                  <a:pt x="1867010" y="795208"/>
                </a:lnTo>
                <a:lnTo>
                  <a:pt x="1884297" y="795208"/>
                </a:lnTo>
                <a:lnTo>
                  <a:pt x="1884297" y="812495"/>
                </a:lnTo>
                <a:close/>
                <a:moveTo>
                  <a:pt x="2005307" y="829782"/>
                </a:moveTo>
                <a:lnTo>
                  <a:pt x="1988020" y="829782"/>
                </a:lnTo>
                <a:lnTo>
                  <a:pt x="1988020" y="812495"/>
                </a:lnTo>
                <a:lnTo>
                  <a:pt x="2005307" y="812495"/>
                </a:lnTo>
                <a:close/>
                <a:moveTo>
                  <a:pt x="1901584" y="847069"/>
                </a:moveTo>
                <a:lnTo>
                  <a:pt x="1884297" y="847069"/>
                </a:lnTo>
                <a:lnTo>
                  <a:pt x="1884297" y="829782"/>
                </a:lnTo>
                <a:lnTo>
                  <a:pt x="1901584" y="829782"/>
                </a:lnTo>
                <a:close/>
                <a:moveTo>
                  <a:pt x="1867010" y="881644"/>
                </a:moveTo>
                <a:lnTo>
                  <a:pt x="1849723" y="881644"/>
                </a:lnTo>
                <a:lnTo>
                  <a:pt x="1849723" y="864356"/>
                </a:lnTo>
                <a:lnTo>
                  <a:pt x="1849723" y="847069"/>
                </a:lnTo>
                <a:lnTo>
                  <a:pt x="1867010" y="847069"/>
                </a:lnTo>
                <a:lnTo>
                  <a:pt x="1867010" y="864356"/>
                </a:lnTo>
                <a:close/>
                <a:moveTo>
                  <a:pt x="1867010" y="898931"/>
                </a:moveTo>
                <a:lnTo>
                  <a:pt x="1884297" y="898931"/>
                </a:lnTo>
                <a:lnTo>
                  <a:pt x="1884297" y="916218"/>
                </a:lnTo>
                <a:lnTo>
                  <a:pt x="1884297" y="933505"/>
                </a:lnTo>
                <a:lnTo>
                  <a:pt x="1867010" y="933505"/>
                </a:lnTo>
                <a:lnTo>
                  <a:pt x="1867010" y="916218"/>
                </a:lnTo>
                <a:close/>
                <a:moveTo>
                  <a:pt x="1884297" y="950792"/>
                </a:moveTo>
                <a:lnTo>
                  <a:pt x="1884297" y="933505"/>
                </a:lnTo>
                <a:lnTo>
                  <a:pt x="1901584" y="933505"/>
                </a:lnTo>
                <a:lnTo>
                  <a:pt x="1901584" y="950792"/>
                </a:lnTo>
                <a:close/>
                <a:moveTo>
                  <a:pt x="1849723" y="933505"/>
                </a:moveTo>
                <a:lnTo>
                  <a:pt x="1867010" y="933505"/>
                </a:lnTo>
                <a:lnTo>
                  <a:pt x="1867010" y="950792"/>
                </a:lnTo>
                <a:lnTo>
                  <a:pt x="1867010" y="968079"/>
                </a:lnTo>
                <a:lnTo>
                  <a:pt x="1849723" y="968079"/>
                </a:lnTo>
                <a:lnTo>
                  <a:pt x="1849723" y="950792"/>
                </a:lnTo>
                <a:close/>
                <a:moveTo>
                  <a:pt x="1970733" y="1019941"/>
                </a:moveTo>
                <a:lnTo>
                  <a:pt x="1970733" y="1002653"/>
                </a:lnTo>
                <a:lnTo>
                  <a:pt x="1970733" y="985366"/>
                </a:lnTo>
                <a:lnTo>
                  <a:pt x="1988020" y="985366"/>
                </a:lnTo>
                <a:lnTo>
                  <a:pt x="1988020" y="1002653"/>
                </a:lnTo>
                <a:lnTo>
                  <a:pt x="1988020" y="1019941"/>
                </a:lnTo>
                <a:close/>
                <a:moveTo>
                  <a:pt x="1918871" y="1019941"/>
                </a:moveTo>
                <a:lnTo>
                  <a:pt x="1918871" y="1002653"/>
                </a:lnTo>
                <a:lnTo>
                  <a:pt x="1936158" y="1002653"/>
                </a:lnTo>
                <a:lnTo>
                  <a:pt x="1953445" y="1002653"/>
                </a:lnTo>
                <a:lnTo>
                  <a:pt x="1953445" y="1019941"/>
                </a:lnTo>
                <a:lnTo>
                  <a:pt x="1936158" y="1019941"/>
                </a:lnTo>
                <a:close/>
                <a:moveTo>
                  <a:pt x="1970733" y="1054515"/>
                </a:moveTo>
                <a:lnTo>
                  <a:pt x="1953445" y="1054515"/>
                </a:lnTo>
                <a:lnTo>
                  <a:pt x="1953445" y="1037228"/>
                </a:lnTo>
                <a:lnTo>
                  <a:pt x="1970733" y="1037228"/>
                </a:lnTo>
                <a:close/>
                <a:moveTo>
                  <a:pt x="1867010" y="1071802"/>
                </a:moveTo>
                <a:lnTo>
                  <a:pt x="1849723" y="1071802"/>
                </a:lnTo>
                <a:lnTo>
                  <a:pt x="1849723" y="1054515"/>
                </a:lnTo>
                <a:lnTo>
                  <a:pt x="1867010" y="1054515"/>
                </a:lnTo>
                <a:close/>
                <a:moveTo>
                  <a:pt x="1936158" y="1071802"/>
                </a:moveTo>
                <a:lnTo>
                  <a:pt x="1936158" y="1054515"/>
                </a:lnTo>
                <a:lnTo>
                  <a:pt x="1953445" y="1054515"/>
                </a:lnTo>
                <a:lnTo>
                  <a:pt x="1953445" y="1071802"/>
                </a:lnTo>
                <a:close/>
                <a:moveTo>
                  <a:pt x="1918871" y="1106376"/>
                </a:moveTo>
                <a:lnTo>
                  <a:pt x="1901584" y="1106376"/>
                </a:lnTo>
                <a:lnTo>
                  <a:pt x="1901584" y="1089089"/>
                </a:lnTo>
                <a:lnTo>
                  <a:pt x="1918871" y="1089089"/>
                </a:lnTo>
                <a:lnTo>
                  <a:pt x="1936158" y="1089089"/>
                </a:lnTo>
                <a:lnTo>
                  <a:pt x="1936158" y="1106376"/>
                </a:lnTo>
                <a:lnTo>
                  <a:pt x="1936158" y="1123663"/>
                </a:lnTo>
                <a:lnTo>
                  <a:pt x="1918871" y="1123663"/>
                </a:lnTo>
                <a:close/>
                <a:moveTo>
                  <a:pt x="1918871" y="1123663"/>
                </a:moveTo>
                <a:lnTo>
                  <a:pt x="1918871" y="1140950"/>
                </a:lnTo>
                <a:lnTo>
                  <a:pt x="1901584" y="1140950"/>
                </a:lnTo>
                <a:lnTo>
                  <a:pt x="1901584" y="1123663"/>
                </a:lnTo>
                <a:close/>
                <a:moveTo>
                  <a:pt x="2039881" y="380317"/>
                </a:moveTo>
                <a:lnTo>
                  <a:pt x="2022594" y="380317"/>
                </a:lnTo>
                <a:lnTo>
                  <a:pt x="2022594" y="363030"/>
                </a:lnTo>
                <a:lnTo>
                  <a:pt x="2039881" y="363030"/>
                </a:lnTo>
                <a:close/>
                <a:moveTo>
                  <a:pt x="2160891" y="380317"/>
                </a:moveTo>
                <a:lnTo>
                  <a:pt x="2178178" y="380317"/>
                </a:lnTo>
                <a:lnTo>
                  <a:pt x="2178178" y="397604"/>
                </a:lnTo>
                <a:lnTo>
                  <a:pt x="2160891" y="397604"/>
                </a:lnTo>
                <a:lnTo>
                  <a:pt x="2143604" y="397604"/>
                </a:lnTo>
                <a:lnTo>
                  <a:pt x="2143604" y="380317"/>
                </a:lnTo>
                <a:close/>
                <a:moveTo>
                  <a:pt x="2109030" y="605049"/>
                </a:moveTo>
                <a:lnTo>
                  <a:pt x="2091743" y="605049"/>
                </a:lnTo>
                <a:lnTo>
                  <a:pt x="2091743" y="587762"/>
                </a:lnTo>
                <a:lnTo>
                  <a:pt x="2091743" y="570475"/>
                </a:lnTo>
                <a:lnTo>
                  <a:pt x="2109030" y="570475"/>
                </a:lnTo>
                <a:lnTo>
                  <a:pt x="2109030" y="587762"/>
                </a:lnTo>
                <a:close/>
                <a:moveTo>
                  <a:pt x="2160891" y="587762"/>
                </a:moveTo>
                <a:lnTo>
                  <a:pt x="2143604" y="587762"/>
                </a:lnTo>
                <a:lnTo>
                  <a:pt x="2143604" y="570475"/>
                </a:lnTo>
                <a:lnTo>
                  <a:pt x="2160891" y="570475"/>
                </a:lnTo>
                <a:close/>
                <a:moveTo>
                  <a:pt x="2057168" y="639624"/>
                </a:moveTo>
                <a:lnTo>
                  <a:pt x="2057168" y="656911"/>
                </a:lnTo>
                <a:lnTo>
                  <a:pt x="2057168" y="674198"/>
                </a:lnTo>
                <a:lnTo>
                  <a:pt x="2057168" y="691485"/>
                </a:lnTo>
                <a:lnTo>
                  <a:pt x="2039881" y="691485"/>
                </a:lnTo>
                <a:lnTo>
                  <a:pt x="2039881" y="674198"/>
                </a:lnTo>
                <a:lnTo>
                  <a:pt x="2039881" y="656911"/>
                </a:lnTo>
                <a:lnTo>
                  <a:pt x="2039881" y="639624"/>
                </a:lnTo>
                <a:lnTo>
                  <a:pt x="2039881" y="622337"/>
                </a:lnTo>
                <a:lnTo>
                  <a:pt x="2039881" y="605049"/>
                </a:lnTo>
                <a:lnTo>
                  <a:pt x="2057168" y="605049"/>
                </a:lnTo>
                <a:lnTo>
                  <a:pt x="2074455" y="605049"/>
                </a:lnTo>
                <a:lnTo>
                  <a:pt x="2091743" y="605049"/>
                </a:lnTo>
                <a:lnTo>
                  <a:pt x="2091743" y="622337"/>
                </a:lnTo>
                <a:lnTo>
                  <a:pt x="2074455" y="622337"/>
                </a:lnTo>
                <a:lnTo>
                  <a:pt x="2057168" y="622337"/>
                </a:lnTo>
                <a:close/>
                <a:moveTo>
                  <a:pt x="2160891" y="674198"/>
                </a:moveTo>
                <a:lnTo>
                  <a:pt x="2143604" y="674198"/>
                </a:lnTo>
                <a:lnTo>
                  <a:pt x="2143604" y="656911"/>
                </a:lnTo>
                <a:lnTo>
                  <a:pt x="2160891" y="656911"/>
                </a:lnTo>
                <a:close/>
                <a:moveTo>
                  <a:pt x="2109030" y="674198"/>
                </a:moveTo>
                <a:lnTo>
                  <a:pt x="2109030" y="656911"/>
                </a:lnTo>
                <a:lnTo>
                  <a:pt x="2126317" y="656911"/>
                </a:lnTo>
                <a:lnTo>
                  <a:pt x="2126317" y="674198"/>
                </a:lnTo>
                <a:close/>
                <a:moveTo>
                  <a:pt x="2022594" y="691485"/>
                </a:moveTo>
                <a:lnTo>
                  <a:pt x="2005307" y="691485"/>
                </a:lnTo>
                <a:lnTo>
                  <a:pt x="2005307" y="674198"/>
                </a:lnTo>
                <a:lnTo>
                  <a:pt x="2022594" y="674198"/>
                </a:lnTo>
                <a:close/>
                <a:moveTo>
                  <a:pt x="2109030" y="691485"/>
                </a:moveTo>
                <a:lnTo>
                  <a:pt x="2109030" y="708772"/>
                </a:lnTo>
                <a:lnTo>
                  <a:pt x="2109030" y="726059"/>
                </a:lnTo>
                <a:lnTo>
                  <a:pt x="2109030" y="743347"/>
                </a:lnTo>
                <a:lnTo>
                  <a:pt x="2109030" y="760634"/>
                </a:lnTo>
                <a:lnTo>
                  <a:pt x="2091743" y="760634"/>
                </a:lnTo>
                <a:lnTo>
                  <a:pt x="2091743" y="743347"/>
                </a:lnTo>
                <a:lnTo>
                  <a:pt x="2091743" y="726059"/>
                </a:lnTo>
                <a:lnTo>
                  <a:pt x="2091743" y="708772"/>
                </a:lnTo>
                <a:lnTo>
                  <a:pt x="2091743" y="691485"/>
                </a:lnTo>
                <a:close/>
                <a:moveTo>
                  <a:pt x="2178178" y="708772"/>
                </a:moveTo>
                <a:lnTo>
                  <a:pt x="2160891" y="708772"/>
                </a:lnTo>
                <a:lnTo>
                  <a:pt x="2160891" y="691485"/>
                </a:lnTo>
                <a:lnTo>
                  <a:pt x="2178178" y="691485"/>
                </a:lnTo>
                <a:close/>
                <a:moveTo>
                  <a:pt x="2039881" y="708772"/>
                </a:moveTo>
                <a:lnTo>
                  <a:pt x="2022594" y="708772"/>
                </a:lnTo>
                <a:lnTo>
                  <a:pt x="2022594" y="691485"/>
                </a:lnTo>
                <a:lnTo>
                  <a:pt x="2039881" y="691485"/>
                </a:lnTo>
                <a:close/>
                <a:moveTo>
                  <a:pt x="2143604" y="726059"/>
                </a:moveTo>
                <a:lnTo>
                  <a:pt x="2160891" y="726059"/>
                </a:lnTo>
                <a:lnTo>
                  <a:pt x="2160891" y="743347"/>
                </a:lnTo>
                <a:lnTo>
                  <a:pt x="2160891" y="760634"/>
                </a:lnTo>
                <a:lnTo>
                  <a:pt x="2143604" y="760634"/>
                </a:lnTo>
                <a:lnTo>
                  <a:pt x="2143604" y="743347"/>
                </a:lnTo>
                <a:close/>
                <a:moveTo>
                  <a:pt x="2022594" y="760634"/>
                </a:moveTo>
                <a:lnTo>
                  <a:pt x="2022594" y="777921"/>
                </a:lnTo>
                <a:lnTo>
                  <a:pt x="2022594" y="795208"/>
                </a:lnTo>
                <a:lnTo>
                  <a:pt x="2022594" y="812495"/>
                </a:lnTo>
                <a:lnTo>
                  <a:pt x="2005307" y="812495"/>
                </a:lnTo>
                <a:lnTo>
                  <a:pt x="2005307" y="795208"/>
                </a:lnTo>
                <a:lnTo>
                  <a:pt x="2005307" y="777921"/>
                </a:lnTo>
                <a:lnTo>
                  <a:pt x="2005307" y="760634"/>
                </a:lnTo>
                <a:close/>
                <a:moveTo>
                  <a:pt x="2074455" y="795208"/>
                </a:moveTo>
                <a:lnTo>
                  <a:pt x="2074455" y="777921"/>
                </a:lnTo>
                <a:lnTo>
                  <a:pt x="2074455" y="760634"/>
                </a:lnTo>
                <a:lnTo>
                  <a:pt x="2091743" y="760634"/>
                </a:lnTo>
                <a:lnTo>
                  <a:pt x="2091743" y="777921"/>
                </a:lnTo>
                <a:lnTo>
                  <a:pt x="2091743" y="795208"/>
                </a:lnTo>
                <a:close/>
                <a:moveTo>
                  <a:pt x="2109030" y="829782"/>
                </a:moveTo>
                <a:lnTo>
                  <a:pt x="2091743" y="829782"/>
                </a:lnTo>
                <a:lnTo>
                  <a:pt x="2091743" y="812495"/>
                </a:lnTo>
                <a:lnTo>
                  <a:pt x="2091743" y="795208"/>
                </a:lnTo>
                <a:lnTo>
                  <a:pt x="2109030" y="795208"/>
                </a:lnTo>
                <a:lnTo>
                  <a:pt x="2109030" y="812495"/>
                </a:lnTo>
                <a:close/>
                <a:moveTo>
                  <a:pt x="2074455" y="881644"/>
                </a:moveTo>
                <a:lnTo>
                  <a:pt x="2074455" y="864356"/>
                </a:lnTo>
                <a:lnTo>
                  <a:pt x="2057168" y="864356"/>
                </a:lnTo>
                <a:lnTo>
                  <a:pt x="2039881" y="864356"/>
                </a:lnTo>
                <a:lnTo>
                  <a:pt x="2039881" y="847069"/>
                </a:lnTo>
                <a:lnTo>
                  <a:pt x="2057168" y="847069"/>
                </a:lnTo>
                <a:lnTo>
                  <a:pt x="2074455" y="847069"/>
                </a:lnTo>
                <a:lnTo>
                  <a:pt x="2074455" y="829782"/>
                </a:lnTo>
                <a:lnTo>
                  <a:pt x="2091743" y="829782"/>
                </a:lnTo>
                <a:lnTo>
                  <a:pt x="2091743" y="847069"/>
                </a:lnTo>
                <a:lnTo>
                  <a:pt x="2109030" y="847069"/>
                </a:lnTo>
                <a:lnTo>
                  <a:pt x="2126317" y="847069"/>
                </a:lnTo>
                <a:lnTo>
                  <a:pt x="2126317" y="864356"/>
                </a:lnTo>
                <a:lnTo>
                  <a:pt x="2109030" y="864356"/>
                </a:lnTo>
                <a:lnTo>
                  <a:pt x="2109030" y="881644"/>
                </a:lnTo>
                <a:lnTo>
                  <a:pt x="2109030" y="898931"/>
                </a:lnTo>
                <a:lnTo>
                  <a:pt x="2091743" y="898931"/>
                </a:lnTo>
                <a:lnTo>
                  <a:pt x="2074455" y="898931"/>
                </a:lnTo>
                <a:lnTo>
                  <a:pt x="2057168" y="898931"/>
                </a:lnTo>
                <a:lnTo>
                  <a:pt x="2057168" y="881644"/>
                </a:lnTo>
                <a:close/>
                <a:moveTo>
                  <a:pt x="2178178" y="881644"/>
                </a:moveTo>
                <a:lnTo>
                  <a:pt x="2160891" y="881644"/>
                </a:lnTo>
                <a:lnTo>
                  <a:pt x="2160891" y="864356"/>
                </a:lnTo>
                <a:lnTo>
                  <a:pt x="2160891" y="847069"/>
                </a:lnTo>
                <a:lnTo>
                  <a:pt x="2178178" y="847069"/>
                </a:lnTo>
                <a:lnTo>
                  <a:pt x="2178178" y="864356"/>
                </a:lnTo>
                <a:close/>
                <a:moveTo>
                  <a:pt x="2143604" y="881644"/>
                </a:moveTo>
                <a:lnTo>
                  <a:pt x="2126317" y="881644"/>
                </a:lnTo>
                <a:lnTo>
                  <a:pt x="2126317" y="864356"/>
                </a:lnTo>
                <a:lnTo>
                  <a:pt x="2143604" y="864356"/>
                </a:lnTo>
                <a:close/>
                <a:moveTo>
                  <a:pt x="2126317" y="950792"/>
                </a:moveTo>
                <a:lnTo>
                  <a:pt x="2109030" y="950792"/>
                </a:lnTo>
                <a:lnTo>
                  <a:pt x="2109030" y="933505"/>
                </a:lnTo>
                <a:lnTo>
                  <a:pt x="2091743" y="933505"/>
                </a:lnTo>
                <a:lnTo>
                  <a:pt x="2091743" y="916218"/>
                </a:lnTo>
                <a:lnTo>
                  <a:pt x="2109030" y="916218"/>
                </a:lnTo>
                <a:lnTo>
                  <a:pt x="2109030" y="898931"/>
                </a:lnTo>
                <a:lnTo>
                  <a:pt x="2126317" y="898931"/>
                </a:lnTo>
                <a:lnTo>
                  <a:pt x="2126317" y="916218"/>
                </a:lnTo>
                <a:lnTo>
                  <a:pt x="2126317" y="933505"/>
                </a:lnTo>
                <a:close/>
                <a:moveTo>
                  <a:pt x="2039881" y="933505"/>
                </a:moveTo>
                <a:lnTo>
                  <a:pt x="2039881" y="950792"/>
                </a:lnTo>
                <a:lnTo>
                  <a:pt x="2039881" y="968079"/>
                </a:lnTo>
                <a:lnTo>
                  <a:pt x="2022594" y="968079"/>
                </a:lnTo>
                <a:lnTo>
                  <a:pt x="2022594" y="950792"/>
                </a:lnTo>
                <a:lnTo>
                  <a:pt x="2022594" y="933505"/>
                </a:lnTo>
                <a:lnTo>
                  <a:pt x="2022594" y="916218"/>
                </a:lnTo>
                <a:lnTo>
                  <a:pt x="2039881" y="916218"/>
                </a:lnTo>
                <a:close/>
                <a:moveTo>
                  <a:pt x="2143604" y="968079"/>
                </a:moveTo>
                <a:lnTo>
                  <a:pt x="2160891" y="968079"/>
                </a:lnTo>
                <a:lnTo>
                  <a:pt x="2160891" y="985366"/>
                </a:lnTo>
                <a:lnTo>
                  <a:pt x="2143604" y="985366"/>
                </a:lnTo>
                <a:lnTo>
                  <a:pt x="2126317" y="985366"/>
                </a:lnTo>
                <a:lnTo>
                  <a:pt x="2126317" y="968079"/>
                </a:lnTo>
                <a:lnTo>
                  <a:pt x="2126317" y="950792"/>
                </a:lnTo>
                <a:lnTo>
                  <a:pt x="2143604" y="950792"/>
                </a:lnTo>
                <a:close/>
                <a:moveTo>
                  <a:pt x="2126317" y="1037228"/>
                </a:moveTo>
                <a:lnTo>
                  <a:pt x="2109030" y="1037228"/>
                </a:lnTo>
                <a:lnTo>
                  <a:pt x="2109030" y="1019941"/>
                </a:lnTo>
                <a:lnTo>
                  <a:pt x="2126317" y="1019941"/>
                </a:lnTo>
                <a:close/>
                <a:moveTo>
                  <a:pt x="2230040" y="674198"/>
                </a:moveTo>
                <a:lnTo>
                  <a:pt x="2230040" y="656911"/>
                </a:lnTo>
                <a:lnTo>
                  <a:pt x="2230040" y="639624"/>
                </a:lnTo>
                <a:lnTo>
                  <a:pt x="2247327" y="639624"/>
                </a:lnTo>
                <a:lnTo>
                  <a:pt x="2247327" y="656911"/>
                </a:lnTo>
                <a:lnTo>
                  <a:pt x="2247327" y="674198"/>
                </a:lnTo>
                <a:close/>
                <a:moveTo>
                  <a:pt x="2230040" y="726059"/>
                </a:moveTo>
                <a:lnTo>
                  <a:pt x="2247327" y="726059"/>
                </a:lnTo>
                <a:lnTo>
                  <a:pt x="2247327" y="743347"/>
                </a:lnTo>
                <a:lnTo>
                  <a:pt x="2247327" y="760634"/>
                </a:lnTo>
                <a:lnTo>
                  <a:pt x="2230040" y="760634"/>
                </a:lnTo>
                <a:lnTo>
                  <a:pt x="2230040" y="743347"/>
                </a:lnTo>
                <a:close/>
                <a:moveTo>
                  <a:pt x="2351049" y="777921"/>
                </a:moveTo>
                <a:lnTo>
                  <a:pt x="2333762" y="777921"/>
                </a:lnTo>
                <a:lnTo>
                  <a:pt x="2333762" y="760634"/>
                </a:lnTo>
                <a:lnTo>
                  <a:pt x="2351049" y="760634"/>
                </a:lnTo>
                <a:close/>
                <a:moveTo>
                  <a:pt x="2316475" y="847069"/>
                </a:moveTo>
                <a:lnTo>
                  <a:pt x="2316475" y="829782"/>
                </a:lnTo>
                <a:lnTo>
                  <a:pt x="2333762" y="829782"/>
                </a:lnTo>
                <a:lnTo>
                  <a:pt x="2333762" y="812495"/>
                </a:lnTo>
                <a:lnTo>
                  <a:pt x="2351049" y="812495"/>
                </a:lnTo>
                <a:lnTo>
                  <a:pt x="2351049" y="795208"/>
                </a:lnTo>
                <a:lnTo>
                  <a:pt x="2351049" y="777921"/>
                </a:lnTo>
                <a:lnTo>
                  <a:pt x="2368337" y="777921"/>
                </a:lnTo>
                <a:lnTo>
                  <a:pt x="2385624" y="777921"/>
                </a:lnTo>
                <a:lnTo>
                  <a:pt x="2385624" y="795208"/>
                </a:lnTo>
                <a:lnTo>
                  <a:pt x="2385624" y="812495"/>
                </a:lnTo>
                <a:lnTo>
                  <a:pt x="2385624" y="829782"/>
                </a:lnTo>
                <a:lnTo>
                  <a:pt x="2402911" y="829782"/>
                </a:lnTo>
                <a:lnTo>
                  <a:pt x="2402911" y="847069"/>
                </a:lnTo>
                <a:lnTo>
                  <a:pt x="2420198" y="847069"/>
                </a:lnTo>
                <a:lnTo>
                  <a:pt x="2420198" y="864356"/>
                </a:lnTo>
                <a:lnTo>
                  <a:pt x="2437485" y="864356"/>
                </a:lnTo>
                <a:lnTo>
                  <a:pt x="2454772" y="864356"/>
                </a:lnTo>
                <a:lnTo>
                  <a:pt x="2472059" y="864356"/>
                </a:lnTo>
                <a:lnTo>
                  <a:pt x="2472059" y="847069"/>
                </a:lnTo>
                <a:lnTo>
                  <a:pt x="2489346" y="847069"/>
                </a:lnTo>
                <a:lnTo>
                  <a:pt x="2489346" y="864356"/>
                </a:lnTo>
                <a:lnTo>
                  <a:pt x="2506634" y="864356"/>
                </a:lnTo>
                <a:lnTo>
                  <a:pt x="2523921" y="864356"/>
                </a:lnTo>
                <a:lnTo>
                  <a:pt x="2523921" y="881644"/>
                </a:lnTo>
                <a:lnTo>
                  <a:pt x="2523921" y="898931"/>
                </a:lnTo>
                <a:lnTo>
                  <a:pt x="2541208" y="898931"/>
                </a:lnTo>
                <a:lnTo>
                  <a:pt x="2558495" y="898931"/>
                </a:lnTo>
                <a:lnTo>
                  <a:pt x="2558495" y="916218"/>
                </a:lnTo>
                <a:lnTo>
                  <a:pt x="2541208" y="916218"/>
                </a:lnTo>
                <a:lnTo>
                  <a:pt x="2541208" y="933505"/>
                </a:lnTo>
                <a:lnTo>
                  <a:pt x="2558495" y="933505"/>
                </a:lnTo>
                <a:lnTo>
                  <a:pt x="2558495" y="950792"/>
                </a:lnTo>
                <a:lnTo>
                  <a:pt x="2558495" y="968079"/>
                </a:lnTo>
                <a:lnTo>
                  <a:pt x="2558495" y="985366"/>
                </a:lnTo>
                <a:lnTo>
                  <a:pt x="2575782" y="985366"/>
                </a:lnTo>
                <a:lnTo>
                  <a:pt x="2575782" y="968079"/>
                </a:lnTo>
                <a:lnTo>
                  <a:pt x="2575782" y="950792"/>
                </a:lnTo>
                <a:lnTo>
                  <a:pt x="2593069" y="950792"/>
                </a:lnTo>
                <a:lnTo>
                  <a:pt x="2593069" y="968079"/>
                </a:lnTo>
                <a:lnTo>
                  <a:pt x="2610356" y="968079"/>
                </a:lnTo>
                <a:lnTo>
                  <a:pt x="2610356" y="985366"/>
                </a:lnTo>
                <a:lnTo>
                  <a:pt x="2610356" y="1002653"/>
                </a:lnTo>
                <a:lnTo>
                  <a:pt x="2593069" y="1002653"/>
                </a:lnTo>
                <a:lnTo>
                  <a:pt x="2575782" y="1002653"/>
                </a:lnTo>
                <a:lnTo>
                  <a:pt x="2575782" y="1019941"/>
                </a:lnTo>
                <a:lnTo>
                  <a:pt x="2558495" y="1019941"/>
                </a:lnTo>
                <a:lnTo>
                  <a:pt x="2558495" y="1037228"/>
                </a:lnTo>
                <a:lnTo>
                  <a:pt x="2558495" y="1054515"/>
                </a:lnTo>
                <a:lnTo>
                  <a:pt x="2558495" y="1071802"/>
                </a:lnTo>
                <a:lnTo>
                  <a:pt x="2541208" y="1071802"/>
                </a:lnTo>
                <a:lnTo>
                  <a:pt x="2541208" y="1054515"/>
                </a:lnTo>
                <a:lnTo>
                  <a:pt x="2523921" y="1054515"/>
                </a:lnTo>
                <a:lnTo>
                  <a:pt x="2523921" y="1071802"/>
                </a:lnTo>
                <a:lnTo>
                  <a:pt x="2506634" y="1071802"/>
                </a:lnTo>
                <a:lnTo>
                  <a:pt x="2506634" y="1089089"/>
                </a:lnTo>
                <a:lnTo>
                  <a:pt x="2489346" y="1089089"/>
                </a:lnTo>
                <a:lnTo>
                  <a:pt x="2472059" y="1089089"/>
                </a:lnTo>
                <a:lnTo>
                  <a:pt x="2454772" y="1089089"/>
                </a:lnTo>
                <a:lnTo>
                  <a:pt x="2454772" y="1071802"/>
                </a:lnTo>
                <a:lnTo>
                  <a:pt x="2437485" y="1071802"/>
                </a:lnTo>
                <a:lnTo>
                  <a:pt x="2437485" y="1054515"/>
                </a:lnTo>
                <a:lnTo>
                  <a:pt x="2420198" y="1054515"/>
                </a:lnTo>
                <a:lnTo>
                  <a:pt x="2420198" y="1037228"/>
                </a:lnTo>
                <a:lnTo>
                  <a:pt x="2402911" y="1037228"/>
                </a:lnTo>
                <a:lnTo>
                  <a:pt x="2402911" y="1019941"/>
                </a:lnTo>
                <a:lnTo>
                  <a:pt x="2385624" y="1019941"/>
                </a:lnTo>
                <a:lnTo>
                  <a:pt x="2385624" y="1002653"/>
                </a:lnTo>
                <a:lnTo>
                  <a:pt x="2402911" y="1002653"/>
                </a:lnTo>
                <a:lnTo>
                  <a:pt x="2402911" y="985366"/>
                </a:lnTo>
                <a:lnTo>
                  <a:pt x="2402911" y="968079"/>
                </a:lnTo>
                <a:lnTo>
                  <a:pt x="2402911" y="950792"/>
                </a:lnTo>
                <a:lnTo>
                  <a:pt x="2402911" y="933505"/>
                </a:lnTo>
                <a:lnTo>
                  <a:pt x="2385624" y="933505"/>
                </a:lnTo>
                <a:lnTo>
                  <a:pt x="2385624" y="916218"/>
                </a:lnTo>
                <a:lnTo>
                  <a:pt x="2368337" y="916218"/>
                </a:lnTo>
                <a:lnTo>
                  <a:pt x="2368337" y="898931"/>
                </a:lnTo>
                <a:lnTo>
                  <a:pt x="2368337" y="881644"/>
                </a:lnTo>
                <a:lnTo>
                  <a:pt x="2351049" y="881644"/>
                </a:lnTo>
                <a:lnTo>
                  <a:pt x="2333762" y="881644"/>
                </a:lnTo>
                <a:lnTo>
                  <a:pt x="2333762" y="864356"/>
                </a:lnTo>
                <a:lnTo>
                  <a:pt x="2316475" y="864356"/>
                </a:lnTo>
                <a:close/>
                <a:moveTo>
                  <a:pt x="2523921" y="916218"/>
                </a:moveTo>
                <a:lnTo>
                  <a:pt x="2523921" y="898931"/>
                </a:lnTo>
                <a:lnTo>
                  <a:pt x="2506634" y="898931"/>
                </a:lnTo>
                <a:lnTo>
                  <a:pt x="2489346" y="898931"/>
                </a:lnTo>
                <a:lnTo>
                  <a:pt x="2489346" y="916218"/>
                </a:lnTo>
                <a:lnTo>
                  <a:pt x="2489346" y="933505"/>
                </a:lnTo>
                <a:lnTo>
                  <a:pt x="2489346" y="950792"/>
                </a:lnTo>
                <a:lnTo>
                  <a:pt x="2506634" y="950792"/>
                </a:lnTo>
                <a:lnTo>
                  <a:pt x="2506634" y="933505"/>
                </a:lnTo>
                <a:lnTo>
                  <a:pt x="2506634" y="916218"/>
                </a:lnTo>
                <a:close/>
                <a:moveTo>
                  <a:pt x="2523921" y="950792"/>
                </a:moveTo>
                <a:lnTo>
                  <a:pt x="2506634" y="950792"/>
                </a:lnTo>
                <a:lnTo>
                  <a:pt x="2506634" y="968079"/>
                </a:lnTo>
                <a:lnTo>
                  <a:pt x="2506634" y="985366"/>
                </a:lnTo>
                <a:lnTo>
                  <a:pt x="2523921" y="985366"/>
                </a:lnTo>
                <a:lnTo>
                  <a:pt x="2541208" y="985366"/>
                </a:lnTo>
                <a:lnTo>
                  <a:pt x="2541208" y="968079"/>
                </a:lnTo>
                <a:lnTo>
                  <a:pt x="2541208" y="950792"/>
                </a:lnTo>
                <a:close/>
                <a:moveTo>
                  <a:pt x="2472059" y="898931"/>
                </a:moveTo>
                <a:lnTo>
                  <a:pt x="2489346" y="898931"/>
                </a:lnTo>
                <a:lnTo>
                  <a:pt x="2489346" y="881644"/>
                </a:lnTo>
                <a:lnTo>
                  <a:pt x="2472059" y="881644"/>
                </a:lnTo>
                <a:lnTo>
                  <a:pt x="2454772" y="881644"/>
                </a:lnTo>
                <a:lnTo>
                  <a:pt x="2454772" y="898931"/>
                </a:lnTo>
                <a:close/>
                <a:moveTo>
                  <a:pt x="2523921" y="1019941"/>
                </a:moveTo>
                <a:lnTo>
                  <a:pt x="2541208" y="1019941"/>
                </a:lnTo>
                <a:lnTo>
                  <a:pt x="2541208" y="1002653"/>
                </a:lnTo>
                <a:lnTo>
                  <a:pt x="2523921" y="1002653"/>
                </a:lnTo>
                <a:close/>
                <a:moveTo>
                  <a:pt x="2333762" y="795208"/>
                </a:moveTo>
                <a:lnTo>
                  <a:pt x="2316475" y="795208"/>
                </a:lnTo>
                <a:lnTo>
                  <a:pt x="2316475" y="777921"/>
                </a:lnTo>
                <a:lnTo>
                  <a:pt x="2333762" y="777921"/>
                </a:lnTo>
                <a:close/>
                <a:moveTo>
                  <a:pt x="2454772" y="847069"/>
                </a:moveTo>
                <a:lnTo>
                  <a:pt x="2454772" y="829782"/>
                </a:lnTo>
                <a:lnTo>
                  <a:pt x="2472059" y="829782"/>
                </a:lnTo>
                <a:lnTo>
                  <a:pt x="2472059" y="847069"/>
                </a:lnTo>
                <a:close/>
                <a:moveTo>
                  <a:pt x="2195465" y="864356"/>
                </a:moveTo>
                <a:lnTo>
                  <a:pt x="2195465" y="847069"/>
                </a:lnTo>
                <a:lnTo>
                  <a:pt x="2212752" y="847069"/>
                </a:lnTo>
                <a:lnTo>
                  <a:pt x="2212752" y="864356"/>
                </a:lnTo>
                <a:close/>
                <a:moveTo>
                  <a:pt x="2230040" y="881644"/>
                </a:moveTo>
                <a:lnTo>
                  <a:pt x="2212752" y="881644"/>
                </a:lnTo>
                <a:lnTo>
                  <a:pt x="2212752" y="864356"/>
                </a:lnTo>
                <a:lnTo>
                  <a:pt x="2230040" y="864356"/>
                </a:lnTo>
                <a:close/>
                <a:moveTo>
                  <a:pt x="2351049" y="916218"/>
                </a:moveTo>
                <a:lnTo>
                  <a:pt x="2333762" y="916218"/>
                </a:lnTo>
                <a:lnTo>
                  <a:pt x="2333762" y="898931"/>
                </a:lnTo>
                <a:lnTo>
                  <a:pt x="2351049" y="898931"/>
                </a:lnTo>
                <a:close/>
                <a:moveTo>
                  <a:pt x="2195465" y="933505"/>
                </a:moveTo>
                <a:lnTo>
                  <a:pt x="2195465" y="916218"/>
                </a:lnTo>
                <a:lnTo>
                  <a:pt x="2212752" y="916218"/>
                </a:lnTo>
                <a:lnTo>
                  <a:pt x="2212752" y="933505"/>
                </a:lnTo>
                <a:close/>
                <a:moveTo>
                  <a:pt x="2160891" y="968079"/>
                </a:moveTo>
                <a:lnTo>
                  <a:pt x="2160891" y="950792"/>
                </a:lnTo>
                <a:lnTo>
                  <a:pt x="2178178" y="950792"/>
                </a:lnTo>
                <a:lnTo>
                  <a:pt x="2178178" y="968079"/>
                </a:lnTo>
                <a:close/>
                <a:moveTo>
                  <a:pt x="2523921" y="1106376"/>
                </a:moveTo>
                <a:lnTo>
                  <a:pt x="2506634" y="1106376"/>
                </a:lnTo>
                <a:lnTo>
                  <a:pt x="2506634" y="1089089"/>
                </a:lnTo>
                <a:lnTo>
                  <a:pt x="2523921" y="1089089"/>
                </a:lnTo>
                <a:close/>
                <a:moveTo>
                  <a:pt x="2886950" y="639624"/>
                </a:moveTo>
                <a:lnTo>
                  <a:pt x="2869663" y="639624"/>
                </a:lnTo>
                <a:lnTo>
                  <a:pt x="2869663" y="622337"/>
                </a:lnTo>
                <a:lnTo>
                  <a:pt x="2886950" y="622337"/>
                </a:lnTo>
                <a:close/>
                <a:moveTo>
                  <a:pt x="2852376" y="674198"/>
                </a:moveTo>
                <a:lnTo>
                  <a:pt x="2852376" y="656911"/>
                </a:lnTo>
                <a:lnTo>
                  <a:pt x="2852376" y="639624"/>
                </a:lnTo>
                <a:lnTo>
                  <a:pt x="2869663" y="639624"/>
                </a:lnTo>
                <a:lnTo>
                  <a:pt x="2869663" y="656911"/>
                </a:lnTo>
                <a:lnTo>
                  <a:pt x="2869663" y="674198"/>
                </a:lnTo>
                <a:close/>
                <a:moveTo>
                  <a:pt x="2904238" y="656911"/>
                </a:moveTo>
                <a:lnTo>
                  <a:pt x="2886950" y="656911"/>
                </a:lnTo>
                <a:lnTo>
                  <a:pt x="2886950" y="639624"/>
                </a:lnTo>
                <a:lnTo>
                  <a:pt x="2904238" y="639624"/>
                </a:lnTo>
                <a:close/>
                <a:moveTo>
                  <a:pt x="2904238" y="656911"/>
                </a:moveTo>
                <a:lnTo>
                  <a:pt x="2921525" y="656911"/>
                </a:lnTo>
                <a:lnTo>
                  <a:pt x="2921525" y="674198"/>
                </a:lnTo>
                <a:lnTo>
                  <a:pt x="2921525" y="691485"/>
                </a:lnTo>
                <a:lnTo>
                  <a:pt x="2921525" y="708772"/>
                </a:lnTo>
                <a:lnTo>
                  <a:pt x="2921525" y="726059"/>
                </a:lnTo>
                <a:lnTo>
                  <a:pt x="2904238" y="726059"/>
                </a:lnTo>
                <a:lnTo>
                  <a:pt x="2904238" y="708772"/>
                </a:lnTo>
                <a:lnTo>
                  <a:pt x="2904238" y="691485"/>
                </a:lnTo>
                <a:lnTo>
                  <a:pt x="2904238" y="674198"/>
                </a:lnTo>
                <a:close/>
                <a:moveTo>
                  <a:pt x="2852376" y="691485"/>
                </a:moveTo>
                <a:lnTo>
                  <a:pt x="2835089" y="691485"/>
                </a:lnTo>
                <a:lnTo>
                  <a:pt x="2835089" y="674198"/>
                </a:lnTo>
                <a:lnTo>
                  <a:pt x="2852376" y="674198"/>
                </a:lnTo>
                <a:close/>
                <a:moveTo>
                  <a:pt x="2835089" y="691485"/>
                </a:moveTo>
                <a:lnTo>
                  <a:pt x="2835089" y="708772"/>
                </a:lnTo>
                <a:lnTo>
                  <a:pt x="2817802" y="708772"/>
                </a:lnTo>
                <a:lnTo>
                  <a:pt x="2817802" y="691485"/>
                </a:lnTo>
                <a:close/>
                <a:moveTo>
                  <a:pt x="2817802" y="726059"/>
                </a:moveTo>
                <a:lnTo>
                  <a:pt x="2800515" y="726059"/>
                </a:lnTo>
                <a:lnTo>
                  <a:pt x="2800515" y="708772"/>
                </a:lnTo>
                <a:lnTo>
                  <a:pt x="2817802" y="708772"/>
                </a:lnTo>
                <a:close/>
                <a:moveTo>
                  <a:pt x="2956099" y="726059"/>
                </a:moveTo>
                <a:lnTo>
                  <a:pt x="2956099" y="708772"/>
                </a:lnTo>
                <a:lnTo>
                  <a:pt x="2973386" y="708772"/>
                </a:lnTo>
                <a:lnTo>
                  <a:pt x="2973386" y="726059"/>
                </a:lnTo>
                <a:close/>
                <a:moveTo>
                  <a:pt x="2800515" y="777921"/>
                </a:moveTo>
                <a:lnTo>
                  <a:pt x="2800515" y="795208"/>
                </a:lnTo>
                <a:lnTo>
                  <a:pt x="2783228" y="795208"/>
                </a:lnTo>
                <a:lnTo>
                  <a:pt x="2783228" y="777921"/>
                </a:lnTo>
                <a:lnTo>
                  <a:pt x="2783228" y="760634"/>
                </a:lnTo>
                <a:lnTo>
                  <a:pt x="2783228" y="743347"/>
                </a:lnTo>
                <a:lnTo>
                  <a:pt x="2783228" y="726059"/>
                </a:lnTo>
                <a:lnTo>
                  <a:pt x="2800515" y="726059"/>
                </a:lnTo>
                <a:lnTo>
                  <a:pt x="2800515" y="743347"/>
                </a:lnTo>
                <a:lnTo>
                  <a:pt x="2800515" y="760634"/>
                </a:lnTo>
                <a:close/>
                <a:moveTo>
                  <a:pt x="2956099" y="743347"/>
                </a:moveTo>
                <a:lnTo>
                  <a:pt x="2938812" y="743347"/>
                </a:lnTo>
                <a:lnTo>
                  <a:pt x="2921525" y="743347"/>
                </a:lnTo>
                <a:lnTo>
                  <a:pt x="2921525" y="726059"/>
                </a:lnTo>
                <a:lnTo>
                  <a:pt x="2938812" y="726059"/>
                </a:lnTo>
                <a:lnTo>
                  <a:pt x="2956099" y="726059"/>
                </a:lnTo>
                <a:close/>
                <a:moveTo>
                  <a:pt x="2990673" y="743347"/>
                </a:moveTo>
                <a:lnTo>
                  <a:pt x="2973386" y="743347"/>
                </a:lnTo>
                <a:lnTo>
                  <a:pt x="2973386" y="726059"/>
                </a:lnTo>
                <a:lnTo>
                  <a:pt x="2990673" y="726059"/>
                </a:lnTo>
                <a:close/>
                <a:moveTo>
                  <a:pt x="2990673" y="777921"/>
                </a:moveTo>
                <a:lnTo>
                  <a:pt x="2990673" y="760634"/>
                </a:lnTo>
                <a:lnTo>
                  <a:pt x="2990673" y="743347"/>
                </a:lnTo>
                <a:lnTo>
                  <a:pt x="3007960" y="743347"/>
                </a:lnTo>
                <a:lnTo>
                  <a:pt x="3007960" y="760634"/>
                </a:lnTo>
                <a:lnTo>
                  <a:pt x="3007960" y="777921"/>
                </a:lnTo>
                <a:close/>
                <a:moveTo>
                  <a:pt x="2990673" y="795208"/>
                </a:moveTo>
                <a:lnTo>
                  <a:pt x="2973386" y="795208"/>
                </a:lnTo>
                <a:lnTo>
                  <a:pt x="2973386" y="777921"/>
                </a:lnTo>
                <a:lnTo>
                  <a:pt x="2990673" y="777921"/>
                </a:lnTo>
                <a:close/>
                <a:moveTo>
                  <a:pt x="2783228" y="812495"/>
                </a:moveTo>
                <a:lnTo>
                  <a:pt x="2783228" y="829782"/>
                </a:lnTo>
                <a:lnTo>
                  <a:pt x="2783228" y="847069"/>
                </a:lnTo>
                <a:lnTo>
                  <a:pt x="2765940" y="847069"/>
                </a:lnTo>
                <a:lnTo>
                  <a:pt x="2748653" y="847069"/>
                </a:lnTo>
                <a:lnTo>
                  <a:pt x="2748653" y="829782"/>
                </a:lnTo>
                <a:lnTo>
                  <a:pt x="2765940" y="829782"/>
                </a:lnTo>
                <a:lnTo>
                  <a:pt x="2765940" y="812495"/>
                </a:lnTo>
                <a:lnTo>
                  <a:pt x="2765940" y="795208"/>
                </a:lnTo>
                <a:lnTo>
                  <a:pt x="2783228" y="795208"/>
                </a:lnTo>
                <a:close/>
                <a:moveTo>
                  <a:pt x="2956099" y="829782"/>
                </a:moveTo>
                <a:lnTo>
                  <a:pt x="2956099" y="812495"/>
                </a:lnTo>
                <a:lnTo>
                  <a:pt x="2973386" y="812495"/>
                </a:lnTo>
                <a:lnTo>
                  <a:pt x="2973386" y="829782"/>
                </a:lnTo>
                <a:lnTo>
                  <a:pt x="2973386" y="847069"/>
                </a:lnTo>
                <a:lnTo>
                  <a:pt x="2956099" y="847069"/>
                </a:lnTo>
                <a:close/>
                <a:moveTo>
                  <a:pt x="2921525" y="847069"/>
                </a:moveTo>
                <a:lnTo>
                  <a:pt x="2938812" y="847069"/>
                </a:lnTo>
                <a:lnTo>
                  <a:pt x="2956099" y="847069"/>
                </a:lnTo>
                <a:lnTo>
                  <a:pt x="2956099" y="864356"/>
                </a:lnTo>
                <a:lnTo>
                  <a:pt x="2938812" y="864356"/>
                </a:lnTo>
                <a:lnTo>
                  <a:pt x="2921525" y="864356"/>
                </a:lnTo>
                <a:lnTo>
                  <a:pt x="2904238" y="864356"/>
                </a:lnTo>
                <a:lnTo>
                  <a:pt x="2886950" y="864356"/>
                </a:lnTo>
                <a:lnTo>
                  <a:pt x="2886950" y="881644"/>
                </a:lnTo>
                <a:lnTo>
                  <a:pt x="2886950" y="898931"/>
                </a:lnTo>
                <a:lnTo>
                  <a:pt x="2869663" y="898931"/>
                </a:lnTo>
                <a:lnTo>
                  <a:pt x="2869663" y="881644"/>
                </a:lnTo>
                <a:lnTo>
                  <a:pt x="2869663" y="864356"/>
                </a:lnTo>
                <a:lnTo>
                  <a:pt x="2869663" y="847069"/>
                </a:lnTo>
                <a:lnTo>
                  <a:pt x="2886950" y="847069"/>
                </a:lnTo>
                <a:lnTo>
                  <a:pt x="2904238" y="847069"/>
                </a:lnTo>
                <a:close/>
                <a:moveTo>
                  <a:pt x="2748653" y="864356"/>
                </a:moveTo>
                <a:lnTo>
                  <a:pt x="2731366" y="864356"/>
                </a:lnTo>
                <a:lnTo>
                  <a:pt x="2731366" y="847069"/>
                </a:lnTo>
                <a:lnTo>
                  <a:pt x="2748653" y="847069"/>
                </a:lnTo>
                <a:close/>
                <a:moveTo>
                  <a:pt x="2731366" y="898931"/>
                </a:moveTo>
                <a:lnTo>
                  <a:pt x="2714079" y="898931"/>
                </a:lnTo>
                <a:lnTo>
                  <a:pt x="2714079" y="916218"/>
                </a:lnTo>
                <a:lnTo>
                  <a:pt x="2696792" y="916218"/>
                </a:lnTo>
                <a:lnTo>
                  <a:pt x="2696792" y="898931"/>
                </a:lnTo>
                <a:lnTo>
                  <a:pt x="2696792" y="881644"/>
                </a:lnTo>
                <a:lnTo>
                  <a:pt x="2714079" y="881644"/>
                </a:lnTo>
                <a:lnTo>
                  <a:pt x="2714079" y="864356"/>
                </a:lnTo>
                <a:lnTo>
                  <a:pt x="2731366" y="864356"/>
                </a:lnTo>
                <a:lnTo>
                  <a:pt x="2731366" y="881644"/>
                </a:lnTo>
                <a:close/>
                <a:moveTo>
                  <a:pt x="2852376" y="950792"/>
                </a:moveTo>
                <a:lnTo>
                  <a:pt x="2835089" y="950792"/>
                </a:lnTo>
                <a:lnTo>
                  <a:pt x="2835089" y="933505"/>
                </a:lnTo>
                <a:lnTo>
                  <a:pt x="2852376" y="933505"/>
                </a:lnTo>
                <a:lnTo>
                  <a:pt x="2852376" y="916218"/>
                </a:lnTo>
                <a:lnTo>
                  <a:pt x="2852376" y="898931"/>
                </a:lnTo>
                <a:lnTo>
                  <a:pt x="2869663" y="898931"/>
                </a:lnTo>
                <a:lnTo>
                  <a:pt x="2869663" y="916218"/>
                </a:lnTo>
                <a:lnTo>
                  <a:pt x="2869663" y="933505"/>
                </a:lnTo>
                <a:lnTo>
                  <a:pt x="2886950" y="933505"/>
                </a:lnTo>
                <a:lnTo>
                  <a:pt x="2904238" y="933505"/>
                </a:lnTo>
                <a:lnTo>
                  <a:pt x="2921525" y="933505"/>
                </a:lnTo>
                <a:lnTo>
                  <a:pt x="2921525" y="950792"/>
                </a:lnTo>
                <a:lnTo>
                  <a:pt x="2904238" y="950792"/>
                </a:lnTo>
                <a:lnTo>
                  <a:pt x="2886950" y="950792"/>
                </a:lnTo>
                <a:lnTo>
                  <a:pt x="2886950" y="968079"/>
                </a:lnTo>
                <a:lnTo>
                  <a:pt x="2886950" y="985366"/>
                </a:lnTo>
                <a:lnTo>
                  <a:pt x="2869663" y="985366"/>
                </a:lnTo>
                <a:lnTo>
                  <a:pt x="2869663" y="968079"/>
                </a:lnTo>
                <a:lnTo>
                  <a:pt x="2852376" y="968079"/>
                </a:lnTo>
                <a:close/>
                <a:moveTo>
                  <a:pt x="2731366" y="933505"/>
                </a:moveTo>
                <a:lnTo>
                  <a:pt x="2714079" y="933505"/>
                </a:lnTo>
                <a:lnTo>
                  <a:pt x="2714079" y="916218"/>
                </a:lnTo>
                <a:lnTo>
                  <a:pt x="2731366" y="916218"/>
                </a:lnTo>
                <a:close/>
                <a:moveTo>
                  <a:pt x="2610356" y="916218"/>
                </a:moveTo>
                <a:lnTo>
                  <a:pt x="2610356" y="933505"/>
                </a:lnTo>
                <a:lnTo>
                  <a:pt x="2610356" y="950792"/>
                </a:lnTo>
                <a:lnTo>
                  <a:pt x="2593069" y="950792"/>
                </a:lnTo>
                <a:lnTo>
                  <a:pt x="2593069" y="933505"/>
                </a:lnTo>
                <a:lnTo>
                  <a:pt x="2575782" y="933505"/>
                </a:lnTo>
                <a:lnTo>
                  <a:pt x="2575782" y="916218"/>
                </a:lnTo>
                <a:lnTo>
                  <a:pt x="2593069" y="916218"/>
                </a:lnTo>
                <a:close/>
                <a:moveTo>
                  <a:pt x="2731366" y="950792"/>
                </a:moveTo>
                <a:lnTo>
                  <a:pt x="2731366" y="933505"/>
                </a:lnTo>
                <a:lnTo>
                  <a:pt x="2748653" y="933505"/>
                </a:lnTo>
                <a:lnTo>
                  <a:pt x="2765940" y="933505"/>
                </a:lnTo>
                <a:lnTo>
                  <a:pt x="2783228" y="933505"/>
                </a:lnTo>
                <a:lnTo>
                  <a:pt x="2783228" y="950792"/>
                </a:lnTo>
                <a:lnTo>
                  <a:pt x="2783228" y="968079"/>
                </a:lnTo>
                <a:lnTo>
                  <a:pt x="2765940" y="968079"/>
                </a:lnTo>
                <a:lnTo>
                  <a:pt x="2765940" y="950792"/>
                </a:lnTo>
                <a:lnTo>
                  <a:pt x="2748653" y="950792"/>
                </a:lnTo>
                <a:close/>
                <a:moveTo>
                  <a:pt x="2662218" y="968079"/>
                </a:moveTo>
                <a:lnTo>
                  <a:pt x="2662218" y="985366"/>
                </a:lnTo>
                <a:lnTo>
                  <a:pt x="2644931" y="985366"/>
                </a:lnTo>
                <a:lnTo>
                  <a:pt x="2627643" y="985366"/>
                </a:lnTo>
                <a:lnTo>
                  <a:pt x="2627643" y="968079"/>
                </a:lnTo>
                <a:lnTo>
                  <a:pt x="2627643" y="950792"/>
                </a:lnTo>
                <a:lnTo>
                  <a:pt x="2644931" y="950792"/>
                </a:lnTo>
                <a:lnTo>
                  <a:pt x="2644931" y="968079"/>
                </a:lnTo>
                <a:close/>
                <a:moveTo>
                  <a:pt x="2835089" y="968079"/>
                </a:moveTo>
                <a:lnTo>
                  <a:pt x="2817802" y="968079"/>
                </a:lnTo>
                <a:lnTo>
                  <a:pt x="2817802" y="950792"/>
                </a:lnTo>
                <a:lnTo>
                  <a:pt x="2835089" y="950792"/>
                </a:lnTo>
                <a:close/>
                <a:moveTo>
                  <a:pt x="2748653" y="985366"/>
                </a:moveTo>
                <a:lnTo>
                  <a:pt x="2748653" y="968079"/>
                </a:lnTo>
                <a:lnTo>
                  <a:pt x="2765940" y="968079"/>
                </a:lnTo>
                <a:lnTo>
                  <a:pt x="2765940" y="985366"/>
                </a:lnTo>
                <a:close/>
                <a:moveTo>
                  <a:pt x="2731366" y="985366"/>
                </a:moveTo>
                <a:lnTo>
                  <a:pt x="2748653" y="985366"/>
                </a:lnTo>
                <a:lnTo>
                  <a:pt x="2748653" y="1002653"/>
                </a:lnTo>
                <a:lnTo>
                  <a:pt x="2731366" y="1002653"/>
                </a:lnTo>
                <a:lnTo>
                  <a:pt x="2714079" y="1002653"/>
                </a:lnTo>
                <a:lnTo>
                  <a:pt x="2714079" y="985366"/>
                </a:lnTo>
                <a:lnTo>
                  <a:pt x="2714079" y="968079"/>
                </a:lnTo>
                <a:lnTo>
                  <a:pt x="2731366" y="968079"/>
                </a:lnTo>
                <a:close/>
                <a:moveTo>
                  <a:pt x="2869663" y="1002653"/>
                </a:moveTo>
                <a:lnTo>
                  <a:pt x="2852376" y="1002653"/>
                </a:lnTo>
                <a:lnTo>
                  <a:pt x="2835089" y="1002653"/>
                </a:lnTo>
                <a:lnTo>
                  <a:pt x="2817802" y="1002653"/>
                </a:lnTo>
                <a:lnTo>
                  <a:pt x="2800515" y="1002653"/>
                </a:lnTo>
                <a:lnTo>
                  <a:pt x="2800515" y="985366"/>
                </a:lnTo>
                <a:lnTo>
                  <a:pt x="2800515" y="968079"/>
                </a:lnTo>
                <a:lnTo>
                  <a:pt x="2817802" y="968079"/>
                </a:lnTo>
                <a:lnTo>
                  <a:pt x="2817802" y="985366"/>
                </a:lnTo>
                <a:lnTo>
                  <a:pt x="2835089" y="985366"/>
                </a:lnTo>
                <a:lnTo>
                  <a:pt x="2852376" y="985366"/>
                </a:lnTo>
                <a:lnTo>
                  <a:pt x="2869663" y="985366"/>
                </a:lnTo>
                <a:close/>
                <a:moveTo>
                  <a:pt x="2921525" y="985366"/>
                </a:moveTo>
                <a:lnTo>
                  <a:pt x="2921525" y="1002653"/>
                </a:lnTo>
                <a:lnTo>
                  <a:pt x="2921525" y="1019941"/>
                </a:lnTo>
                <a:lnTo>
                  <a:pt x="2904238" y="1019941"/>
                </a:lnTo>
                <a:lnTo>
                  <a:pt x="2904238" y="1002653"/>
                </a:lnTo>
                <a:lnTo>
                  <a:pt x="2904238" y="985366"/>
                </a:lnTo>
                <a:close/>
                <a:moveTo>
                  <a:pt x="2679505" y="1002653"/>
                </a:moveTo>
                <a:lnTo>
                  <a:pt x="2662218" y="1002653"/>
                </a:lnTo>
                <a:lnTo>
                  <a:pt x="2662218" y="985366"/>
                </a:lnTo>
                <a:lnTo>
                  <a:pt x="2679505" y="985366"/>
                </a:lnTo>
                <a:close/>
                <a:moveTo>
                  <a:pt x="2783228" y="1019941"/>
                </a:moveTo>
                <a:lnTo>
                  <a:pt x="2800515" y="1019941"/>
                </a:lnTo>
                <a:lnTo>
                  <a:pt x="2800515" y="1037228"/>
                </a:lnTo>
                <a:lnTo>
                  <a:pt x="2783228" y="1037228"/>
                </a:lnTo>
                <a:lnTo>
                  <a:pt x="2765940" y="1037228"/>
                </a:lnTo>
                <a:lnTo>
                  <a:pt x="2765940" y="1019941"/>
                </a:lnTo>
                <a:close/>
                <a:moveTo>
                  <a:pt x="2644931" y="1037228"/>
                </a:moveTo>
                <a:lnTo>
                  <a:pt x="2644931" y="1019941"/>
                </a:lnTo>
                <a:lnTo>
                  <a:pt x="2662218" y="1019941"/>
                </a:lnTo>
                <a:lnTo>
                  <a:pt x="2662218" y="1037228"/>
                </a:lnTo>
                <a:close/>
                <a:moveTo>
                  <a:pt x="2852376" y="1054515"/>
                </a:moveTo>
                <a:lnTo>
                  <a:pt x="2835089" y="1054515"/>
                </a:lnTo>
                <a:lnTo>
                  <a:pt x="2835089" y="1037228"/>
                </a:lnTo>
                <a:lnTo>
                  <a:pt x="2852376" y="1037228"/>
                </a:lnTo>
                <a:close/>
                <a:moveTo>
                  <a:pt x="2835089" y="1054515"/>
                </a:moveTo>
                <a:lnTo>
                  <a:pt x="2835089" y="1071802"/>
                </a:lnTo>
                <a:lnTo>
                  <a:pt x="2852376" y="1071802"/>
                </a:lnTo>
                <a:lnTo>
                  <a:pt x="2869663" y="1071802"/>
                </a:lnTo>
                <a:lnTo>
                  <a:pt x="2869663" y="1089089"/>
                </a:lnTo>
                <a:lnTo>
                  <a:pt x="2852376" y="1089089"/>
                </a:lnTo>
                <a:lnTo>
                  <a:pt x="2835089" y="1089089"/>
                </a:lnTo>
                <a:lnTo>
                  <a:pt x="2817802" y="1089089"/>
                </a:lnTo>
                <a:lnTo>
                  <a:pt x="2817802" y="1071802"/>
                </a:lnTo>
                <a:lnTo>
                  <a:pt x="2817802" y="1054515"/>
                </a:lnTo>
                <a:close/>
                <a:moveTo>
                  <a:pt x="2904238" y="1071802"/>
                </a:moveTo>
                <a:lnTo>
                  <a:pt x="2886950" y="1071802"/>
                </a:lnTo>
                <a:lnTo>
                  <a:pt x="2886950" y="1054515"/>
                </a:lnTo>
                <a:lnTo>
                  <a:pt x="2904238" y="1054515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0" name="Vector 40">
            <a:extLst xmlns:a="http://schemas.openxmlformats.org/drawingml/2006/main">
              <a:ext uri="{FF2B5EF4-FFF2-40B4-BE49-F238E27FC236}">
                <a16:creationId xmlns:a16="http://schemas.microsoft.com/office/drawing/2014/main" id="{3675A6B6-CAB9-4F22-9321-61B05A80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608" y="6055413"/>
            <a:ext cx="268928" cy="10"/>
          </a:xfrm>
          <a:custGeom xmlns:a="http://schemas.openxmlformats.org/drawingml/2006/main">
            <a:pathLst>
              <a:path w="268928" h="10">
                <a:moveTo>
                  <a:pt x="0" y="0"/>
                </a:moveTo>
                <a:lnTo>
                  <a:pt x="2689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20">
            <a:solidFill>
              <a:srgbClr val="1D2227"/>
            </a:solidFill>
            <a:prstDash val="solid"/>
          </a:ln>
        </p:spPr>
      </p:sp>
      <p:sp>
        <p:nvSpPr>
          <p:cNvPr id="41" name="Text 41: 1 mm">
            <a:extLst xmlns:a="http://schemas.openxmlformats.org/drawingml/2006/main">
              <a:ext uri="{FF2B5EF4-FFF2-40B4-BE49-F238E27FC236}">
                <a16:creationId xmlns:a16="http://schemas.microsoft.com/office/drawing/2014/main" id="{31B340E1-D6CA-4130-9DCC-F14A6A13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1608" y="5909132"/>
            <a:ext cx="279400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mm</a:t>
            </a:r>
          </a:p>
        </p:txBody>
      </p:sp>
      <p:sp>
        <p:nvSpPr>
          <p:cNvPr id="42" name="Text 42: Regional map">
            <a:extLst xmlns:a="http://schemas.openxmlformats.org/drawingml/2006/main">
              <a:ext uri="{FF2B5EF4-FFF2-40B4-BE49-F238E27FC236}">
                <a16:creationId xmlns:a16="http://schemas.microsoft.com/office/drawing/2014/main" id="{CC765B59-A157-4AC2-BDA9-7A67E20D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221" y="4492308"/>
            <a:ext cx="80886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Regional map</a:t>
            </a:r>
          </a:p>
        </p:txBody>
      </p:sp>
      <p:sp>
        <p:nvSpPr>
          <p:cNvPr id="43" name="Vector 43">
            <a:extLst xmlns:a="http://schemas.openxmlformats.org/drawingml/2006/main">
              <a:ext uri="{FF2B5EF4-FFF2-40B4-BE49-F238E27FC236}">
                <a16:creationId xmlns:a16="http://schemas.microsoft.com/office/drawing/2014/main" id="{6870E914-E284-40B7-9100-14FB0A89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4794504"/>
            <a:ext cx="2619207" cy="1223772"/>
          </a:xfrm>
          <a:custGeom xmlns:a="http://schemas.openxmlformats.org/drawingml/2006/main">
            <a:pathLst>
              <a:path w="2619207" h="1223772">
                <a:moveTo>
                  <a:pt x="0" y="1223772"/>
                </a:moveTo>
                <a:lnTo>
                  <a:pt x="2619207" y="1223772"/>
                </a:lnTo>
                <a:lnTo>
                  <a:pt x="26192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44" name="Vector 44">
            <a:extLst xmlns:a="http://schemas.openxmlformats.org/drawingml/2006/main">
              <a:ext uri="{FF2B5EF4-FFF2-40B4-BE49-F238E27FC236}">
                <a16:creationId xmlns:a16="http://schemas.microsoft.com/office/drawing/2014/main" id="{6E7042AE-C3D2-418D-8F28-D4533A15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4794504"/>
            <a:ext cx="10" cy="1223772"/>
          </a:xfrm>
          <a:custGeom xmlns:a="http://schemas.openxmlformats.org/drawingml/2006/main">
            <a:pathLst>
              <a:path w="10" h="1223772">
                <a:moveTo>
                  <a:pt x="0" y="1223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50">
            <a:solidFill>
              <a:srgbClr val="ECEFF2"/>
            </a:solidFill>
            <a:prstDash val="solid"/>
          </a:ln>
        </p:spPr>
      </p:sp>
      <p:sp>
        <p:nvSpPr>
          <p:cNvPr id="45" name="mb658824633 45">
            <a:extLst xmlns:a="http://schemas.openxmlformats.org/drawingml/2006/main">
              <a:ext uri="{FF2B5EF4-FFF2-40B4-BE49-F238E27FC236}">
                <a16:creationId xmlns:a16="http://schemas.microsoft.com/office/drawing/2014/main" id="{6D042063-6322-4741-8CB3-7D58F1B1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601827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6" name="Text 46: 0">
            <a:extLst xmlns:a="http://schemas.openxmlformats.org/drawingml/2006/main">
              <a:ext uri="{FF2B5EF4-FFF2-40B4-BE49-F238E27FC236}">
                <a16:creationId xmlns:a16="http://schemas.microsoft.com/office/drawing/2014/main" id="{C49A8EFC-4B14-4A2E-A69C-98AA1C07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4337" y="6089888"/>
            <a:ext cx="81890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7" name="Vector 47">
            <a:extLst xmlns:a="http://schemas.openxmlformats.org/drawingml/2006/main">
              <a:ext uri="{FF2B5EF4-FFF2-40B4-BE49-F238E27FC236}">
                <a16:creationId xmlns:a16="http://schemas.microsoft.com/office/drawing/2014/main" id="{81DB5607-F9A9-46BC-8F68-16CE7834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14" y="4794504"/>
            <a:ext cx="10" cy="1223772"/>
          </a:xfrm>
          <a:custGeom xmlns:a="http://schemas.openxmlformats.org/drawingml/2006/main">
            <a:pathLst>
              <a:path w="10" h="1223772">
                <a:moveTo>
                  <a:pt x="0" y="1223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50">
            <a:solidFill>
              <a:srgbClr val="ECEFF2"/>
            </a:solidFill>
            <a:prstDash val="solid"/>
          </a:ln>
        </p:spPr>
      </p:sp>
      <p:sp>
        <p:nvSpPr>
          <p:cNvPr id="48" name="mb658824633 48">
            <a:extLst xmlns:a="http://schemas.openxmlformats.org/drawingml/2006/main">
              <a:ext uri="{FF2B5EF4-FFF2-40B4-BE49-F238E27FC236}">
                <a16:creationId xmlns:a16="http://schemas.microsoft.com/office/drawing/2014/main" id="{92F2C381-EAD5-4B9A-8567-86BF3D73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14" y="601827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9" name="Text 49: 50">
            <a:extLst xmlns:a="http://schemas.openxmlformats.org/drawingml/2006/main">
              <a:ext uri="{FF2B5EF4-FFF2-40B4-BE49-F238E27FC236}">
                <a16:creationId xmlns:a16="http://schemas.microsoft.com/office/drawing/2014/main" id="{14E0F278-D69C-422F-A40F-33A5E14D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2224" y="6089888"/>
            <a:ext cx="138379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50" name="Vector 50">
            <a:extLst xmlns:a="http://schemas.openxmlformats.org/drawingml/2006/main">
              <a:ext uri="{FF2B5EF4-FFF2-40B4-BE49-F238E27FC236}">
                <a16:creationId xmlns:a16="http://schemas.microsoft.com/office/drawing/2014/main" id="{C7C10A7A-8755-4EFF-A15D-0A517C37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546" y="4794504"/>
            <a:ext cx="10" cy="1223772"/>
          </a:xfrm>
          <a:custGeom xmlns:a="http://schemas.openxmlformats.org/drawingml/2006/main">
            <a:pathLst>
              <a:path w="10" h="1223772">
                <a:moveTo>
                  <a:pt x="0" y="1223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50">
            <a:solidFill>
              <a:srgbClr val="ECEFF2"/>
            </a:solidFill>
            <a:prstDash val="solid"/>
          </a:ln>
        </p:spPr>
      </p:sp>
      <p:sp>
        <p:nvSpPr>
          <p:cNvPr id="51" name="mb658824633 51">
            <a:extLst xmlns:a="http://schemas.openxmlformats.org/drawingml/2006/main">
              <a:ext uri="{FF2B5EF4-FFF2-40B4-BE49-F238E27FC236}">
                <a16:creationId xmlns:a16="http://schemas.microsoft.com/office/drawing/2014/main" id="{EE9407E7-2344-4B54-A4B0-DC4A87C2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546" y="6018276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2" name="Text 52: 100">
            <a:extLst xmlns:a="http://schemas.openxmlformats.org/drawingml/2006/main">
              <a:ext uri="{FF2B5EF4-FFF2-40B4-BE49-F238E27FC236}">
                <a16:creationId xmlns:a16="http://schemas.microsoft.com/office/drawing/2014/main" id="{14912F9D-08BA-4AD0-8010-D2A70464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0111" y="6089888"/>
            <a:ext cx="194869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3" name="Text 53: Positive association">
            <a:extLst xmlns:a="http://schemas.openxmlformats.org/drawingml/2006/main">
              <a:ext uri="{FF2B5EF4-FFF2-40B4-BE49-F238E27FC236}">
                <a16:creationId xmlns:a16="http://schemas.microsoft.com/office/drawing/2014/main" id="{9E97212F-46B0-4007-8CDF-639434DA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1763" y="4983583"/>
            <a:ext cx="102906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Positive association</a:t>
            </a:r>
          </a:p>
        </p:txBody>
      </p:sp>
      <p:sp>
        <p:nvSpPr>
          <p:cNvPr id="54" name="Text 54: Negative association">
            <a:extLst xmlns:a="http://schemas.openxmlformats.org/drawingml/2006/main">
              <a:ext uri="{FF2B5EF4-FFF2-40B4-BE49-F238E27FC236}">
                <a16:creationId xmlns:a16="http://schemas.microsoft.com/office/drawing/2014/main" id="{CCA8C93D-3BF3-49AC-AD5A-6D658191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0900" y="5343516"/>
            <a:ext cx="107993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Negative association</a:t>
            </a:r>
          </a:p>
        </p:txBody>
      </p:sp>
      <p:sp>
        <p:nvSpPr>
          <p:cNvPr id="55" name="Text 55: Not significant">
            <a:extLst xmlns:a="http://schemas.openxmlformats.org/drawingml/2006/main">
              <a:ext uri="{FF2B5EF4-FFF2-40B4-BE49-F238E27FC236}">
                <a16:creationId xmlns:a16="http://schemas.microsoft.com/office/drawing/2014/main" id="{1A5E7737-4C18-45E3-9335-984219CD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7628" y="5703449"/>
            <a:ext cx="74320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significant</a:t>
            </a:r>
          </a:p>
        </p:txBody>
      </p:sp>
      <p:sp>
        <p:nvSpPr>
          <p:cNvPr id="56" name="Vector 56">
            <a:extLst xmlns:a="http://schemas.openxmlformats.org/drawingml/2006/main">
              <a:ext uri="{FF2B5EF4-FFF2-40B4-BE49-F238E27FC236}">
                <a16:creationId xmlns:a16="http://schemas.microsoft.com/office/drawing/2014/main" id="{03D3055D-A614-42E1-92EA-851839FE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4960073"/>
            <a:ext cx="760268" cy="172768"/>
          </a:xfrm>
          <a:custGeom xmlns:a="http://schemas.openxmlformats.org/drawingml/2006/main">
            <a:pathLst>
              <a:path w="760268" h="172768">
                <a:moveTo>
                  <a:pt x="0" y="172768"/>
                </a:moveTo>
                <a:lnTo>
                  <a:pt x="760268" y="172768"/>
                </a:lnTo>
                <a:lnTo>
                  <a:pt x="76026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7" name="Vector 57">
            <a:extLst xmlns:a="http://schemas.openxmlformats.org/drawingml/2006/main">
              <a:ext uri="{FF2B5EF4-FFF2-40B4-BE49-F238E27FC236}">
                <a16:creationId xmlns:a16="http://schemas.microsoft.com/office/drawing/2014/main" id="{D214E43B-4D16-4D7F-814D-F982843A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5320006"/>
            <a:ext cx="654930" cy="172768"/>
          </a:xfrm>
          <a:custGeom xmlns:a="http://schemas.openxmlformats.org/drawingml/2006/main">
            <a:pathLst>
              <a:path w="654930" h="172768">
                <a:moveTo>
                  <a:pt x="0" y="172768"/>
                </a:moveTo>
                <a:lnTo>
                  <a:pt x="654930" y="172768"/>
                </a:lnTo>
                <a:lnTo>
                  <a:pt x="6549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8" name="Vector 58">
            <a:extLst xmlns:a="http://schemas.openxmlformats.org/drawingml/2006/main">
              <a:ext uri="{FF2B5EF4-FFF2-40B4-BE49-F238E27FC236}">
                <a16:creationId xmlns:a16="http://schemas.microsoft.com/office/drawing/2014/main" id="{B9EEAFA0-98F7-4598-9738-D4B5102A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5679939"/>
            <a:ext cx="697065" cy="172768"/>
          </a:xfrm>
          <a:custGeom xmlns:a="http://schemas.openxmlformats.org/drawingml/2006/main">
            <a:pathLst>
              <a:path w="697065" h="172768">
                <a:moveTo>
                  <a:pt x="0" y="172768"/>
                </a:moveTo>
                <a:lnTo>
                  <a:pt x="697065" y="172768"/>
                </a:lnTo>
                <a:lnTo>
                  <a:pt x="69706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9" name="Vector 59">
            <a:extLst xmlns:a="http://schemas.openxmlformats.org/drawingml/2006/main">
              <a:ext uri="{FF2B5EF4-FFF2-40B4-BE49-F238E27FC236}">
                <a16:creationId xmlns:a16="http://schemas.microsoft.com/office/drawing/2014/main" id="{AB36F371-1CE2-4302-BE1A-4730034A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6018276"/>
            <a:ext cx="2619207" cy="10"/>
          </a:xfrm>
          <a:custGeom xmlns:a="http://schemas.openxmlformats.org/drawingml/2006/main">
            <a:pathLst>
              <a:path w="2619207" h="10">
                <a:moveTo>
                  <a:pt x="0" y="0"/>
                </a:moveTo>
                <a:lnTo>
                  <a:pt x="2619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0" name="Text 60: 36.0%">
            <a:extLst xmlns:a="http://schemas.openxmlformats.org/drawingml/2006/main">
              <a:ext uri="{FF2B5EF4-FFF2-40B4-BE49-F238E27FC236}">
                <a16:creationId xmlns:a16="http://schemas.microsoft.com/office/drawing/2014/main" id="{AB42AFB3-3CD5-42FA-AA9B-E972FB7E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7796" y="4971698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36.0%</a:t>
            </a:r>
          </a:p>
        </p:txBody>
      </p:sp>
      <p:sp>
        <p:nvSpPr>
          <p:cNvPr id="61" name="Text 61: 31.0%">
            <a:extLst xmlns:a="http://schemas.openxmlformats.org/drawingml/2006/main">
              <a:ext uri="{FF2B5EF4-FFF2-40B4-BE49-F238E27FC236}">
                <a16:creationId xmlns:a16="http://schemas.microsoft.com/office/drawing/2014/main" id="{67C66F59-F92C-4290-836E-088130E4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2457" y="5331631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31.0%</a:t>
            </a:r>
          </a:p>
        </p:txBody>
      </p:sp>
      <p:sp>
        <p:nvSpPr>
          <p:cNvPr id="62" name="Text 62: 33.0%">
            <a:extLst xmlns:a="http://schemas.openxmlformats.org/drawingml/2006/main">
              <a:ext uri="{FF2B5EF4-FFF2-40B4-BE49-F238E27FC236}">
                <a16:creationId xmlns:a16="http://schemas.microsoft.com/office/drawing/2014/main" id="{86B3536D-0ECD-4ED7-9010-38D120F6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4592" y="5691564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33.0%</a:t>
            </a:r>
          </a:p>
        </p:txBody>
      </p:sp>
      <p:sp>
        <p:nvSpPr>
          <p:cNvPr id="63" name="Text 63: Covered area (%)">
            <a:extLst xmlns:a="http://schemas.openxmlformats.org/drawingml/2006/main">
              <a:ext uri="{FF2B5EF4-FFF2-40B4-BE49-F238E27FC236}">
                <a16:creationId xmlns:a16="http://schemas.microsoft.com/office/drawing/2014/main" id="{7A3A551A-852B-48D5-94EC-155456C1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1107" y="4600194"/>
            <a:ext cx="1027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Covered area (%)</a:t>
            </a: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CAC25D-6145-448B-A343-900B0FDAA5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36d9c95f84b12"/>
          <a:stretch xmlns:a="http://schemas.openxmlformats.org/drawingml/2006/main"/>
        </p:blipFill>
        <p:spPr>
          <a:xfrm xmlns:a="http://schemas.openxmlformats.org/drawingml/2006/main">
            <a:off x="1520826" y="7241845"/>
            <a:ext cx="1132840" cy="1529080"/>
          </a:xfrm>
          <a:prstGeom xmlns:a="http://schemas.openxmlformats.org/drawingml/2006/main" prst="rect">
            <a:avLst/>
          </a:prstGeom>
        </p:spPr>
      </p:pic>
      <p:sp>
        <p:nvSpPr>
          <p:cNvPr id="65" name="Vector 65">
            <a:extLst xmlns:a="http://schemas.openxmlformats.org/drawingml/2006/main">
              <a:ext uri="{FF2B5EF4-FFF2-40B4-BE49-F238E27FC236}">
                <a16:creationId xmlns:a16="http://schemas.microsoft.com/office/drawing/2014/main" id="{2C151FBA-CCF0-48C2-BE3D-454AB64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64" y="8656511"/>
            <a:ext cx="153503" cy="10"/>
          </a:xfrm>
          <a:custGeom xmlns:a="http://schemas.openxmlformats.org/drawingml/2006/main">
            <a:pathLst>
              <a:path w="153503" h="10">
                <a:moveTo>
                  <a:pt x="0" y="0"/>
                </a:moveTo>
                <a:lnTo>
                  <a:pt x="1535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20">
            <a:solidFill>
              <a:srgbClr val="1D2227"/>
            </a:solidFill>
            <a:prstDash val="solid"/>
          </a:ln>
        </p:spPr>
      </p:sp>
      <p:sp>
        <p:nvSpPr>
          <p:cNvPr id="66" name="Text 66: 1 mm">
            <a:extLst xmlns:a="http://schemas.openxmlformats.org/drawingml/2006/main">
              <a:ext uri="{FF2B5EF4-FFF2-40B4-BE49-F238E27FC236}">
                <a16:creationId xmlns:a16="http://schemas.microsoft.com/office/drawing/2014/main" id="{A521E58F-A6F9-401A-870E-3381C02A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5964" y="8508629"/>
            <a:ext cx="279400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mm</a:t>
            </a:r>
          </a:p>
        </p:txBody>
      </p:sp>
      <p:sp>
        <p:nvSpPr>
          <p:cNvPr id="67" name="Text 67: H&amp;E">
            <a:extLst xmlns:a="http://schemas.openxmlformats.org/drawingml/2006/main">
              <a:ext uri="{FF2B5EF4-FFF2-40B4-BE49-F238E27FC236}">
                <a16:creationId xmlns:a16="http://schemas.microsoft.com/office/drawing/2014/main" id="{735A07C8-EEE6-4541-80F5-E546FF46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1805" y="7051091"/>
            <a:ext cx="286512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H&amp;E</a:t>
            </a:r>
          </a:p>
        </p:txBody>
      </p:sp>
      <p:sp>
        <p:nvSpPr>
          <p:cNvPr id="68" name="Vector 68">
            <a:extLst xmlns:a="http://schemas.openxmlformats.org/drawingml/2006/main">
              <a:ext uri="{FF2B5EF4-FFF2-40B4-BE49-F238E27FC236}">
                <a16:creationId xmlns:a16="http://schemas.microsoft.com/office/drawing/2014/main" id="{77174C26-7EFF-49CC-A28A-5557AC49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30" y="7305066"/>
            <a:ext cx="1054645" cy="1415958"/>
          </a:xfrm>
          <a:custGeom xmlns:a="http://schemas.openxmlformats.org/drawingml/2006/main">
            <a:pathLst>
              <a:path w="1054645" h="1415958">
                <a:moveTo>
                  <a:pt x="97652" y="624975"/>
                </a:moveTo>
                <a:lnTo>
                  <a:pt x="97652" y="634740"/>
                </a:lnTo>
                <a:lnTo>
                  <a:pt x="87887" y="634740"/>
                </a:lnTo>
                <a:lnTo>
                  <a:pt x="87887" y="624975"/>
                </a:lnTo>
                <a:lnTo>
                  <a:pt x="87887" y="615209"/>
                </a:lnTo>
                <a:lnTo>
                  <a:pt x="97652" y="615209"/>
                </a:lnTo>
                <a:lnTo>
                  <a:pt x="97652" y="605444"/>
                </a:lnTo>
                <a:lnTo>
                  <a:pt x="97652" y="595679"/>
                </a:lnTo>
                <a:lnTo>
                  <a:pt x="97652" y="585914"/>
                </a:lnTo>
                <a:lnTo>
                  <a:pt x="107418" y="585914"/>
                </a:lnTo>
                <a:lnTo>
                  <a:pt x="117183" y="585914"/>
                </a:lnTo>
                <a:lnTo>
                  <a:pt x="126948" y="585914"/>
                </a:lnTo>
                <a:lnTo>
                  <a:pt x="126948" y="576148"/>
                </a:lnTo>
                <a:lnTo>
                  <a:pt x="126948" y="566383"/>
                </a:lnTo>
                <a:lnTo>
                  <a:pt x="126948" y="556618"/>
                </a:lnTo>
                <a:lnTo>
                  <a:pt x="136713" y="556618"/>
                </a:lnTo>
                <a:lnTo>
                  <a:pt x="136713" y="546853"/>
                </a:lnTo>
                <a:lnTo>
                  <a:pt x="146478" y="546853"/>
                </a:lnTo>
                <a:lnTo>
                  <a:pt x="156244" y="546853"/>
                </a:lnTo>
                <a:lnTo>
                  <a:pt x="156244" y="556618"/>
                </a:lnTo>
                <a:lnTo>
                  <a:pt x="156244" y="566383"/>
                </a:lnTo>
                <a:lnTo>
                  <a:pt x="156244" y="576148"/>
                </a:lnTo>
                <a:lnTo>
                  <a:pt x="166009" y="576148"/>
                </a:lnTo>
                <a:lnTo>
                  <a:pt x="166009" y="585914"/>
                </a:lnTo>
                <a:lnTo>
                  <a:pt x="156244" y="585914"/>
                </a:lnTo>
                <a:lnTo>
                  <a:pt x="156244" y="595679"/>
                </a:lnTo>
                <a:lnTo>
                  <a:pt x="146478" y="595679"/>
                </a:lnTo>
                <a:lnTo>
                  <a:pt x="146478" y="605444"/>
                </a:lnTo>
                <a:lnTo>
                  <a:pt x="136713" y="605444"/>
                </a:lnTo>
                <a:lnTo>
                  <a:pt x="126948" y="605444"/>
                </a:lnTo>
                <a:lnTo>
                  <a:pt x="117183" y="605444"/>
                </a:lnTo>
                <a:lnTo>
                  <a:pt x="117183" y="615209"/>
                </a:lnTo>
                <a:lnTo>
                  <a:pt x="107418" y="615209"/>
                </a:lnTo>
                <a:lnTo>
                  <a:pt x="107418" y="624975"/>
                </a:lnTo>
                <a:close/>
                <a:moveTo>
                  <a:pt x="68357" y="722627"/>
                </a:moveTo>
                <a:lnTo>
                  <a:pt x="68357" y="712862"/>
                </a:lnTo>
                <a:lnTo>
                  <a:pt x="68357" y="703096"/>
                </a:lnTo>
                <a:lnTo>
                  <a:pt x="68357" y="693331"/>
                </a:lnTo>
                <a:lnTo>
                  <a:pt x="68357" y="683566"/>
                </a:lnTo>
                <a:lnTo>
                  <a:pt x="68357" y="673801"/>
                </a:lnTo>
                <a:lnTo>
                  <a:pt x="78122" y="673801"/>
                </a:lnTo>
                <a:lnTo>
                  <a:pt x="78122" y="664036"/>
                </a:lnTo>
                <a:lnTo>
                  <a:pt x="78122" y="654270"/>
                </a:lnTo>
                <a:lnTo>
                  <a:pt x="87887" y="654270"/>
                </a:lnTo>
                <a:lnTo>
                  <a:pt x="97652" y="654270"/>
                </a:lnTo>
                <a:lnTo>
                  <a:pt x="97652" y="664036"/>
                </a:lnTo>
                <a:lnTo>
                  <a:pt x="97652" y="673801"/>
                </a:lnTo>
                <a:lnTo>
                  <a:pt x="87887" y="673801"/>
                </a:lnTo>
                <a:lnTo>
                  <a:pt x="87887" y="683566"/>
                </a:lnTo>
                <a:lnTo>
                  <a:pt x="87887" y="693331"/>
                </a:lnTo>
                <a:lnTo>
                  <a:pt x="87887" y="703096"/>
                </a:lnTo>
                <a:lnTo>
                  <a:pt x="87887" y="712862"/>
                </a:lnTo>
                <a:lnTo>
                  <a:pt x="87887" y="722627"/>
                </a:lnTo>
                <a:lnTo>
                  <a:pt x="78122" y="722627"/>
                </a:lnTo>
                <a:lnTo>
                  <a:pt x="78122" y="732392"/>
                </a:lnTo>
                <a:lnTo>
                  <a:pt x="78122" y="742157"/>
                </a:lnTo>
                <a:lnTo>
                  <a:pt x="78122" y="751923"/>
                </a:lnTo>
                <a:lnTo>
                  <a:pt x="68357" y="751923"/>
                </a:lnTo>
                <a:lnTo>
                  <a:pt x="68357" y="761688"/>
                </a:lnTo>
                <a:lnTo>
                  <a:pt x="58591" y="761688"/>
                </a:lnTo>
                <a:lnTo>
                  <a:pt x="58591" y="771453"/>
                </a:lnTo>
                <a:lnTo>
                  <a:pt x="58591" y="781218"/>
                </a:lnTo>
                <a:lnTo>
                  <a:pt x="48826" y="781218"/>
                </a:lnTo>
                <a:lnTo>
                  <a:pt x="39061" y="781218"/>
                </a:lnTo>
                <a:lnTo>
                  <a:pt x="39061" y="771453"/>
                </a:lnTo>
                <a:lnTo>
                  <a:pt x="39061" y="761688"/>
                </a:lnTo>
                <a:lnTo>
                  <a:pt x="48826" y="761688"/>
                </a:lnTo>
                <a:lnTo>
                  <a:pt x="48826" y="751923"/>
                </a:lnTo>
                <a:lnTo>
                  <a:pt x="48826" y="742157"/>
                </a:lnTo>
                <a:lnTo>
                  <a:pt x="48826" y="732392"/>
                </a:lnTo>
                <a:lnTo>
                  <a:pt x="58591" y="732392"/>
                </a:lnTo>
                <a:lnTo>
                  <a:pt x="68357" y="732392"/>
                </a:lnTo>
                <a:close/>
                <a:moveTo>
                  <a:pt x="97652" y="683566"/>
                </a:moveTo>
                <a:lnTo>
                  <a:pt x="97652" y="673801"/>
                </a:lnTo>
                <a:lnTo>
                  <a:pt x="107418" y="673801"/>
                </a:lnTo>
                <a:lnTo>
                  <a:pt x="107418" y="683566"/>
                </a:lnTo>
                <a:lnTo>
                  <a:pt x="107418" y="693331"/>
                </a:lnTo>
                <a:lnTo>
                  <a:pt x="97652" y="693331"/>
                </a:lnTo>
                <a:close/>
                <a:moveTo>
                  <a:pt x="126948" y="703096"/>
                </a:moveTo>
                <a:lnTo>
                  <a:pt x="117183" y="703096"/>
                </a:lnTo>
                <a:lnTo>
                  <a:pt x="107418" y="703096"/>
                </a:lnTo>
                <a:lnTo>
                  <a:pt x="107418" y="693331"/>
                </a:lnTo>
                <a:lnTo>
                  <a:pt x="117183" y="693331"/>
                </a:lnTo>
                <a:lnTo>
                  <a:pt x="126948" y="693331"/>
                </a:lnTo>
                <a:close/>
                <a:moveTo>
                  <a:pt x="97652" y="761688"/>
                </a:moveTo>
                <a:lnTo>
                  <a:pt x="97652" y="751923"/>
                </a:lnTo>
                <a:lnTo>
                  <a:pt x="97652" y="742157"/>
                </a:lnTo>
                <a:lnTo>
                  <a:pt x="87887" y="742157"/>
                </a:lnTo>
                <a:lnTo>
                  <a:pt x="87887" y="732392"/>
                </a:lnTo>
                <a:lnTo>
                  <a:pt x="97652" y="732392"/>
                </a:lnTo>
                <a:lnTo>
                  <a:pt x="97652" y="722627"/>
                </a:lnTo>
                <a:lnTo>
                  <a:pt x="97652" y="712862"/>
                </a:lnTo>
                <a:lnTo>
                  <a:pt x="107418" y="712862"/>
                </a:lnTo>
                <a:lnTo>
                  <a:pt x="117183" y="712862"/>
                </a:lnTo>
                <a:lnTo>
                  <a:pt x="126948" y="712862"/>
                </a:lnTo>
                <a:lnTo>
                  <a:pt x="136713" y="712862"/>
                </a:lnTo>
                <a:lnTo>
                  <a:pt x="136713" y="703096"/>
                </a:lnTo>
                <a:lnTo>
                  <a:pt x="146478" y="703096"/>
                </a:lnTo>
                <a:lnTo>
                  <a:pt x="146478" y="693331"/>
                </a:lnTo>
                <a:lnTo>
                  <a:pt x="156244" y="693331"/>
                </a:lnTo>
                <a:lnTo>
                  <a:pt x="156244" y="683566"/>
                </a:lnTo>
                <a:lnTo>
                  <a:pt x="156244" y="673801"/>
                </a:lnTo>
                <a:lnTo>
                  <a:pt x="156244" y="664036"/>
                </a:lnTo>
                <a:lnTo>
                  <a:pt x="146478" y="664036"/>
                </a:lnTo>
                <a:lnTo>
                  <a:pt x="136713" y="664036"/>
                </a:lnTo>
                <a:lnTo>
                  <a:pt x="136713" y="654270"/>
                </a:lnTo>
                <a:lnTo>
                  <a:pt x="126948" y="654270"/>
                </a:lnTo>
                <a:lnTo>
                  <a:pt x="126948" y="644505"/>
                </a:lnTo>
                <a:lnTo>
                  <a:pt x="117183" y="644505"/>
                </a:lnTo>
                <a:lnTo>
                  <a:pt x="117183" y="634740"/>
                </a:lnTo>
                <a:lnTo>
                  <a:pt x="126948" y="634740"/>
                </a:lnTo>
                <a:lnTo>
                  <a:pt x="126948" y="624975"/>
                </a:lnTo>
                <a:lnTo>
                  <a:pt x="136713" y="624975"/>
                </a:lnTo>
                <a:lnTo>
                  <a:pt x="136713" y="615209"/>
                </a:lnTo>
                <a:lnTo>
                  <a:pt x="146478" y="615209"/>
                </a:lnTo>
                <a:lnTo>
                  <a:pt x="146478" y="605444"/>
                </a:lnTo>
                <a:lnTo>
                  <a:pt x="156244" y="605444"/>
                </a:lnTo>
                <a:lnTo>
                  <a:pt x="166009" y="605444"/>
                </a:lnTo>
                <a:lnTo>
                  <a:pt x="166009" y="595679"/>
                </a:lnTo>
                <a:lnTo>
                  <a:pt x="175774" y="595679"/>
                </a:lnTo>
                <a:lnTo>
                  <a:pt x="175774" y="585914"/>
                </a:lnTo>
                <a:lnTo>
                  <a:pt x="185539" y="585914"/>
                </a:lnTo>
                <a:lnTo>
                  <a:pt x="185539" y="576148"/>
                </a:lnTo>
                <a:lnTo>
                  <a:pt x="185539" y="566383"/>
                </a:lnTo>
                <a:lnTo>
                  <a:pt x="195305" y="566383"/>
                </a:lnTo>
                <a:lnTo>
                  <a:pt x="195305" y="576148"/>
                </a:lnTo>
                <a:lnTo>
                  <a:pt x="195305" y="585914"/>
                </a:lnTo>
                <a:lnTo>
                  <a:pt x="195305" y="595679"/>
                </a:lnTo>
                <a:lnTo>
                  <a:pt x="195305" y="605444"/>
                </a:lnTo>
                <a:lnTo>
                  <a:pt x="185539" y="605444"/>
                </a:lnTo>
                <a:lnTo>
                  <a:pt x="185539" y="615209"/>
                </a:lnTo>
                <a:lnTo>
                  <a:pt x="185539" y="624975"/>
                </a:lnTo>
                <a:lnTo>
                  <a:pt x="195305" y="624975"/>
                </a:lnTo>
                <a:lnTo>
                  <a:pt x="195305" y="634740"/>
                </a:lnTo>
                <a:lnTo>
                  <a:pt x="205070" y="634740"/>
                </a:lnTo>
                <a:lnTo>
                  <a:pt x="214835" y="634740"/>
                </a:lnTo>
                <a:lnTo>
                  <a:pt x="224600" y="634740"/>
                </a:lnTo>
                <a:lnTo>
                  <a:pt x="224600" y="644505"/>
                </a:lnTo>
                <a:lnTo>
                  <a:pt x="224600" y="654270"/>
                </a:lnTo>
                <a:lnTo>
                  <a:pt x="234365" y="654270"/>
                </a:lnTo>
                <a:lnTo>
                  <a:pt x="234365" y="664036"/>
                </a:lnTo>
                <a:lnTo>
                  <a:pt x="244131" y="664036"/>
                </a:lnTo>
                <a:lnTo>
                  <a:pt x="244131" y="673801"/>
                </a:lnTo>
                <a:lnTo>
                  <a:pt x="234365" y="673801"/>
                </a:lnTo>
                <a:lnTo>
                  <a:pt x="224600" y="673801"/>
                </a:lnTo>
                <a:lnTo>
                  <a:pt x="224600" y="683566"/>
                </a:lnTo>
                <a:lnTo>
                  <a:pt x="214835" y="683566"/>
                </a:lnTo>
                <a:lnTo>
                  <a:pt x="205070" y="683566"/>
                </a:lnTo>
                <a:lnTo>
                  <a:pt x="205070" y="693331"/>
                </a:lnTo>
                <a:lnTo>
                  <a:pt x="214835" y="693331"/>
                </a:lnTo>
                <a:lnTo>
                  <a:pt x="214835" y="703096"/>
                </a:lnTo>
                <a:lnTo>
                  <a:pt x="224600" y="703096"/>
                </a:lnTo>
                <a:lnTo>
                  <a:pt x="234365" y="703096"/>
                </a:lnTo>
                <a:lnTo>
                  <a:pt x="244131" y="703096"/>
                </a:lnTo>
                <a:lnTo>
                  <a:pt x="253896" y="703096"/>
                </a:lnTo>
                <a:lnTo>
                  <a:pt x="263661" y="703096"/>
                </a:lnTo>
                <a:lnTo>
                  <a:pt x="273426" y="703096"/>
                </a:lnTo>
                <a:lnTo>
                  <a:pt x="273426" y="693331"/>
                </a:lnTo>
                <a:lnTo>
                  <a:pt x="283192" y="693331"/>
                </a:lnTo>
                <a:lnTo>
                  <a:pt x="292957" y="693331"/>
                </a:lnTo>
                <a:lnTo>
                  <a:pt x="302722" y="693331"/>
                </a:lnTo>
                <a:lnTo>
                  <a:pt x="302722" y="683566"/>
                </a:lnTo>
                <a:lnTo>
                  <a:pt x="302722" y="673801"/>
                </a:lnTo>
                <a:lnTo>
                  <a:pt x="302722" y="664036"/>
                </a:lnTo>
                <a:lnTo>
                  <a:pt x="302722" y="654270"/>
                </a:lnTo>
                <a:lnTo>
                  <a:pt x="302722" y="644505"/>
                </a:lnTo>
                <a:lnTo>
                  <a:pt x="292957" y="644505"/>
                </a:lnTo>
                <a:lnTo>
                  <a:pt x="292957" y="634740"/>
                </a:lnTo>
                <a:lnTo>
                  <a:pt x="283192" y="634740"/>
                </a:lnTo>
                <a:lnTo>
                  <a:pt x="283192" y="624975"/>
                </a:lnTo>
                <a:lnTo>
                  <a:pt x="283192" y="615209"/>
                </a:lnTo>
                <a:lnTo>
                  <a:pt x="273426" y="615209"/>
                </a:lnTo>
                <a:lnTo>
                  <a:pt x="273426" y="605444"/>
                </a:lnTo>
                <a:lnTo>
                  <a:pt x="263661" y="605444"/>
                </a:lnTo>
                <a:lnTo>
                  <a:pt x="253896" y="605444"/>
                </a:lnTo>
                <a:lnTo>
                  <a:pt x="253896" y="595679"/>
                </a:lnTo>
                <a:lnTo>
                  <a:pt x="244131" y="595679"/>
                </a:lnTo>
                <a:lnTo>
                  <a:pt x="244131" y="585914"/>
                </a:lnTo>
                <a:lnTo>
                  <a:pt x="244131" y="576148"/>
                </a:lnTo>
                <a:lnTo>
                  <a:pt x="253896" y="576148"/>
                </a:lnTo>
                <a:lnTo>
                  <a:pt x="253896" y="585914"/>
                </a:lnTo>
                <a:lnTo>
                  <a:pt x="263661" y="585914"/>
                </a:lnTo>
                <a:lnTo>
                  <a:pt x="263661" y="595679"/>
                </a:lnTo>
                <a:lnTo>
                  <a:pt x="273426" y="595679"/>
                </a:lnTo>
                <a:lnTo>
                  <a:pt x="273426" y="585914"/>
                </a:lnTo>
                <a:lnTo>
                  <a:pt x="273426" y="576148"/>
                </a:lnTo>
                <a:lnTo>
                  <a:pt x="273426" y="566383"/>
                </a:lnTo>
                <a:lnTo>
                  <a:pt x="273426" y="556618"/>
                </a:lnTo>
                <a:lnTo>
                  <a:pt x="273426" y="546853"/>
                </a:lnTo>
                <a:lnTo>
                  <a:pt x="273426" y="537088"/>
                </a:lnTo>
                <a:lnTo>
                  <a:pt x="273426" y="527322"/>
                </a:lnTo>
                <a:lnTo>
                  <a:pt x="283192" y="527322"/>
                </a:lnTo>
                <a:lnTo>
                  <a:pt x="283192" y="517557"/>
                </a:lnTo>
                <a:lnTo>
                  <a:pt x="283192" y="507792"/>
                </a:lnTo>
                <a:lnTo>
                  <a:pt x="273426" y="507792"/>
                </a:lnTo>
                <a:lnTo>
                  <a:pt x="273426" y="498027"/>
                </a:lnTo>
                <a:lnTo>
                  <a:pt x="263661" y="498027"/>
                </a:lnTo>
                <a:lnTo>
                  <a:pt x="253896" y="498027"/>
                </a:lnTo>
                <a:lnTo>
                  <a:pt x="253896" y="507792"/>
                </a:lnTo>
                <a:lnTo>
                  <a:pt x="253896" y="517557"/>
                </a:lnTo>
                <a:lnTo>
                  <a:pt x="253896" y="527322"/>
                </a:lnTo>
                <a:lnTo>
                  <a:pt x="253896" y="537088"/>
                </a:lnTo>
                <a:lnTo>
                  <a:pt x="253896" y="546853"/>
                </a:lnTo>
                <a:lnTo>
                  <a:pt x="244131" y="546853"/>
                </a:lnTo>
                <a:lnTo>
                  <a:pt x="234365" y="546853"/>
                </a:lnTo>
                <a:lnTo>
                  <a:pt x="224600" y="546853"/>
                </a:lnTo>
                <a:lnTo>
                  <a:pt x="224600" y="537088"/>
                </a:lnTo>
                <a:lnTo>
                  <a:pt x="224600" y="527322"/>
                </a:lnTo>
                <a:lnTo>
                  <a:pt x="224600" y="517557"/>
                </a:lnTo>
                <a:lnTo>
                  <a:pt x="224600" y="507792"/>
                </a:lnTo>
                <a:lnTo>
                  <a:pt x="234365" y="507792"/>
                </a:lnTo>
                <a:lnTo>
                  <a:pt x="234365" y="498027"/>
                </a:lnTo>
                <a:lnTo>
                  <a:pt x="234365" y="488261"/>
                </a:lnTo>
                <a:lnTo>
                  <a:pt x="244131" y="488261"/>
                </a:lnTo>
                <a:lnTo>
                  <a:pt x="253896" y="488261"/>
                </a:lnTo>
                <a:lnTo>
                  <a:pt x="253896" y="478496"/>
                </a:lnTo>
                <a:lnTo>
                  <a:pt x="263661" y="478496"/>
                </a:lnTo>
                <a:lnTo>
                  <a:pt x="263661" y="468731"/>
                </a:lnTo>
                <a:lnTo>
                  <a:pt x="273426" y="468731"/>
                </a:lnTo>
                <a:lnTo>
                  <a:pt x="273426" y="458966"/>
                </a:lnTo>
                <a:lnTo>
                  <a:pt x="273426" y="449201"/>
                </a:lnTo>
                <a:lnTo>
                  <a:pt x="273426" y="439435"/>
                </a:lnTo>
                <a:lnTo>
                  <a:pt x="263661" y="439435"/>
                </a:lnTo>
                <a:lnTo>
                  <a:pt x="253896" y="439435"/>
                </a:lnTo>
                <a:lnTo>
                  <a:pt x="244131" y="439435"/>
                </a:lnTo>
                <a:lnTo>
                  <a:pt x="244131" y="429670"/>
                </a:lnTo>
                <a:lnTo>
                  <a:pt x="244131" y="419905"/>
                </a:lnTo>
                <a:lnTo>
                  <a:pt x="253896" y="419905"/>
                </a:lnTo>
                <a:lnTo>
                  <a:pt x="253896" y="410140"/>
                </a:lnTo>
                <a:lnTo>
                  <a:pt x="263661" y="410140"/>
                </a:lnTo>
                <a:lnTo>
                  <a:pt x="273426" y="410140"/>
                </a:lnTo>
                <a:lnTo>
                  <a:pt x="273426" y="400374"/>
                </a:lnTo>
                <a:lnTo>
                  <a:pt x="273426" y="390609"/>
                </a:lnTo>
                <a:lnTo>
                  <a:pt x="263661" y="390609"/>
                </a:lnTo>
                <a:lnTo>
                  <a:pt x="263661" y="380844"/>
                </a:lnTo>
                <a:lnTo>
                  <a:pt x="253896" y="380844"/>
                </a:lnTo>
                <a:lnTo>
                  <a:pt x="253896" y="371079"/>
                </a:lnTo>
                <a:lnTo>
                  <a:pt x="244131" y="371079"/>
                </a:lnTo>
                <a:lnTo>
                  <a:pt x="234365" y="371079"/>
                </a:lnTo>
                <a:lnTo>
                  <a:pt x="234365" y="361313"/>
                </a:lnTo>
                <a:lnTo>
                  <a:pt x="234365" y="351548"/>
                </a:lnTo>
                <a:lnTo>
                  <a:pt x="234365" y="341783"/>
                </a:lnTo>
                <a:lnTo>
                  <a:pt x="244131" y="341783"/>
                </a:lnTo>
                <a:lnTo>
                  <a:pt x="244131" y="332018"/>
                </a:lnTo>
                <a:lnTo>
                  <a:pt x="253896" y="332018"/>
                </a:lnTo>
                <a:lnTo>
                  <a:pt x="263661" y="332018"/>
                </a:lnTo>
                <a:lnTo>
                  <a:pt x="263661" y="322253"/>
                </a:lnTo>
                <a:lnTo>
                  <a:pt x="263661" y="312487"/>
                </a:lnTo>
                <a:lnTo>
                  <a:pt x="253896" y="312487"/>
                </a:lnTo>
                <a:lnTo>
                  <a:pt x="244131" y="312487"/>
                </a:lnTo>
                <a:lnTo>
                  <a:pt x="234365" y="312487"/>
                </a:lnTo>
                <a:lnTo>
                  <a:pt x="234365" y="302722"/>
                </a:lnTo>
                <a:lnTo>
                  <a:pt x="224600" y="302722"/>
                </a:lnTo>
                <a:lnTo>
                  <a:pt x="224600" y="292957"/>
                </a:lnTo>
                <a:lnTo>
                  <a:pt x="214835" y="292957"/>
                </a:lnTo>
                <a:lnTo>
                  <a:pt x="214835" y="283192"/>
                </a:lnTo>
                <a:lnTo>
                  <a:pt x="214835" y="273426"/>
                </a:lnTo>
                <a:lnTo>
                  <a:pt x="224600" y="273426"/>
                </a:lnTo>
                <a:lnTo>
                  <a:pt x="234365" y="273426"/>
                </a:lnTo>
                <a:lnTo>
                  <a:pt x="234365" y="283192"/>
                </a:lnTo>
                <a:lnTo>
                  <a:pt x="244131" y="283192"/>
                </a:lnTo>
                <a:lnTo>
                  <a:pt x="253896" y="283192"/>
                </a:lnTo>
                <a:lnTo>
                  <a:pt x="263661" y="283192"/>
                </a:lnTo>
                <a:lnTo>
                  <a:pt x="263661" y="273426"/>
                </a:lnTo>
                <a:lnTo>
                  <a:pt x="253896" y="273426"/>
                </a:lnTo>
                <a:lnTo>
                  <a:pt x="253896" y="263661"/>
                </a:lnTo>
                <a:lnTo>
                  <a:pt x="263661" y="263661"/>
                </a:lnTo>
                <a:lnTo>
                  <a:pt x="263661" y="253896"/>
                </a:lnTo>
                <a:lnTo>
                  <a:pt x="273426" y="253896"/>
                </a:lnTo>
                <a:lnTo>
                  <a:pt x="283192" y="253896"/>
                </a:lnTo>
                <a:lnTo>
                  <a:pt x="283192" y="244131"/>
                </a:lnTo>
                <a:lnTo>
                  <a:pt x="283192" y="234365"/>
                </a:lnTo>
                <a:lnTo>
                  <a:pt x="283192" y="224600"/>
                </a:lnTo>
                <a:lnTo>
                  <a:pt x="292957" y="224600"/>
                </a:lnTo>
                <a:lnTo>
                  <a:pt x="302722" y="224600"/>
                </a:lnTo>
                <a:lnTo>
                  <a:pt x="302722" y="214835"/>
                </a:lnTo>
                <a:lnTo>
                  <a:pt x="302722" y="205070"/>
                </a:lnTo>
                <a:lnTo>
                  <a:pt x="292957" y="205070"/>
                </a:lnTo>
                <a:lnTo>
                  <a:pt x="292957" y="214835"/>
                </a:lnTo>
                <a:lnTo>
                  <a:pt x="283192" y="214835"/>
                </a:lnTo>
                <a:lnTo>
                  <a:pt x="273426" y="214835"/>
                </a:lnTo>
                <a:lnTo>
                  <a:pt x="263661" y="214835"/>
                </a:lnTo>
                <a:lnTo>
                  <a:pt x="263661" y="205070"/>
                </a:lnTo>
                <a:lnTo>
                  <a:pt x="263661" y="195305"/>
                </a:lnTo>
                <a:lnTo>
                  <a:pt x="253896" y="195305"/>
                </a:lnTo>
                <a:lnTo>
                  <a:pt x="253896" y="185539"/>
                </a:lnTo>
                <a:lnTo>
                  <a:pt x="253896" y="175774"/>
                </a:lnTo>
                <a:lnTo>
                  <a:pt x="263661" y="175774"/>
                </a:lnTo>
                <a:lnTo>
                  <a:pt x="263661" y="166009"/>
                </a:lnTo>
                <a:lnTo>
                  <a:pt x="273426" y="166009"/>
                </a:lnTo>
                <a:lnTo>
                  <a:pt x="283192" y="166009"/>
                </a:lnTo>
                <a:lnTo>
                  <a:pt x="292957" y="166009"/>
                </a:lnTo>
                <a:lnTo>
                  <a:pt x="292957" y="156244"/>
                </a:lnTo>
                <a:lnTo>
                  <a:pt x="292957" y="146478"/>
                </a:lnTo>
                <a:lnTo>
                  <a:pt x="292957" y="136713"/>
                </a:lnTo>
                <a:lnTo>
                  <a:pt x="302722" y="136713"/>
                </a:lnTo>
                <a:lnTo>
                  <a:pt x="312487" y="136713"/>
                </a:lnTo>
                <a:lnTo>
                  <a:pt x="312487" y="126948"/>
                </a:lnTo>
                <a:lnTo>
                  <a:pt x="322253" y="126948"/>
                </a:lnTo>
                <a:lnTo>
                  <a:pt x="322253" y="117183"/>
                </a:lnTo>
                <a:lnTo>
                  <a:pt x="332018" y="117183"/>
                </a:lnTo>
                <a:lnTo>
                  <a:pt x="332018" y="126948"/>
                </a:lnTo>
                <a:lnTo>
                  <a:pt x="332018" y="136713"/>
                </a:lnTo>
                <a:lnTo>
                  <a:pt x="322253" y="136713"/>
                </a:lnTo>
                <a:lnTo>
                  <a:pt x="322253" y="146478"/>
                </a:lnTo>
                <a:lnTo>
                  <a:pt x="322253" y="156244"/>
                </a:lnTo>
                <a:lnTo>
                  <a:pt x="322253" y="166009"/>
                </a:lnTo>
                <a:lnTo>
                  <a:pt x="312487" y="166009"/>
                </a:lnTo>
                <a:lnTo>
                  <a:pt x="312487" y="175774"/>
                </a:lnTo>
                <a:lnTo>
                  <a:pt x="312487" y="185539"/>
                </a:lnTo>
                <a:lnTo>
                  <a:pt x="312487" y="195305"/>
                </a:lnTo>
                <a:lnTo>
                  <a:pt x="322253" y="195305"/>
                </a:lnTo>
                <a:lnTo>
                  <a:pt x="322253" y="205070"/>
                </a:lnTo>
                <a:lnTo>
                  <a:pt x="322253" y="214835"/>
                </a:lnTo>
                <a:lnTo>
                  <a:pt x="332018" y="214835"/>
                </a:lnTo>
                <a:lnTo>
                  <a:pt x="332018" y="205070"/>
                </a:lnTo>
                <a:lnTo>
                  <a:pt x="341783" y="205070"/>
                </a:lnTo>
                <a:lnTo>
                  <a:pt x="351548" y="205070"/>
                </a:lnTo>
                <a:lnTo>
                  <a:pt x="351548" y="214835"/>
                </a:lnTo>
                <a:lnTo>
                  <a:pt x="351548" y="224600"/>
                </a:lnTo>
                <a:lnTo>
                  <a:pt x="351548" y="234365"/>
                </a:lnTo>
                <a:lnTo>
                  <a:pt x="351548" y="244131"/>
                </a:lnTo>
                <a:lnTo>
                  <a:pt x="351548" y="253896"/>
                </a:lnTo>
                <a:lnTo>
                  <a:pt x="361313" y="253896"/>
                </a:lnTo>
                <a:lnTo>
                  <a:pt x="361313" y="263661"/>
                </a:lnTo>
                <a:lnTo>
                  <a:pt x="361313" y="273426"/>
                </a:lnTo>
                <a:lnTo>
                  <a:pt x="351548" y="273426"/>
                </a:lnTo>
                <a:lnTo>
                  <a:pt x="351548" y="283192"/>
                </a:lnTo>
                <a:lnTo>
                  <a:pt x="341783" y="283192"/>
                </a:lnTo>
                <a:lnTo>
                  <a:pt x="341783" y="292957"/>
                </a:lnTo>
                <a:lnTo>
                  <a:pt x="332018" y="292957"/>
                </a:lnTo>
                <a:lnTo>
                  <a:pt x="332018" y="302722"/>
                </a:lnTo>
                <a:lnTo>
                  <a:pt x="322253" y="302722"/>
                </a:lnTo>
                <a:lnTo>
                  <a:pt x="322253" y="292957"/>
                </a:lnTo>
                <a:lnTo>
                  <a:pt x="322253" y="283192"/>
                </a:lnTo>
                <a:lnTo>
                  <a:pt x="322253" y="273426"/>
                </a:lnTo>
                <a:lnTo>
                  <a:pt x="312487" y="273426"/>
                </a:lnTo>
                <a:lnTo>
                  <a:pt x="302722" y="273426"/>
                </a:lnTo>
                <a:lnTo>
                  <a:pt x="302722" y="283192"/>
                </a:lnTo>
                <a:lnTo>
                  <a:pt x="302722" y="292957"/>
                </a:lnTo>
                <a:lnTo>
                  <a:pt x="292957" y="292957"/>
                </a:lnTo>
                <a:lnTo>
                  <a:pt x="292957" y="302722"/>
                </a:lnTo>
                <a:lnTo>
                  <a:pt x="292957" y="312487"/>
                </a:lnTo>
                <a:lnTo>
                  <a:pt x="283192" y="312487"/>
                </a:lnTo>
                <a:lnTo>
                  <a:pt x="283192" y="322253"/>
                </a:lnTo>
                <a:lnTo>
                  <a:pt x="283192" y="332018"/>
                </a:lnTo>
                <a:lnTo>
                  <a:pt x="273426" y="332018"/>
                </a:lnTo>
                <a:lnTo>
                  <a:pt x="273426" y="341783"/>
                </a:lnTo>
                <a:lnTo>
                  <a:pt x="273426" y="351548"/>
                </a:lnTo>
                <a:lnTo>
                  <a:pt x="273426" y="361313"/>
                </a:lnTo>
                <a:lnTo>
                  <a:pt x="283192" y="361313"/>
                </a:lnTo>
                <a:lnTo>
                  <a:pt x="292957" y="361313"/>
                </a:lnTo>
                <a:lnTo>
                  <a:pt x="302722" y="361313"/>
                </a:lnTo>
                <a:lnTo>
                  <a:pt x="302722" y="371079"/>
                </a:lnTo>
                <a:lnTo>
                  <a:pt x="292957" y="371079"/>
                </a:lnTo>
                <a:lnTo>
                  <a:pt x="292957" y="380844"/>
                </a:lnTo>
                <a:lnTo>
                  <a:pt x="292957" y="390609"/>
                </a:lnTo>
                <a:lnTo>
                  <a:pt x="302722" y="390609"/>
                </a:lnTo>
                <a:lnTo>
                  <a:pt x="302722" y="400374"/>
                </a:lnTo>
                <a:lnTo>
                  <a:pt x="302722" y="410140"/>
                </a:lnTo>
                <a:lnTo>
                  <a:pt x="302722" y="419905"/>
                </a:lnTo>
                <a:lnTo>
                  <a:pt x="302722" y="429670"/>
                </a:lnTo>
                <a:lnTo>
                  <a:pt x="312487" y="429670"/>
                </a:lnTo>
                <a:lnTo>
                  <a:pt x="312487" y="419905"/>
                </a:lnTo>
                <a:lnTo>
                  <a:pt x="322253" y="419905"/>
                </a:lnTo>
                <a:lnTo>
                  <a:pt x="332018" y="419905"/>
                </a:lnTo>
                <a:lnTo>
                  <a:pt x="332018" y="429670"/>
                </a:lnTo>
                <a:lnTo>
                  <a:pt x="341783" y="429670"/>
                </a:lnTo>
                <a:lnTo>
                  <a:pt x="341783" y="439435"/>
                </a:lnTo>
                <a:lnTo>
                  <a:pt x="341783" y="449201"/>
                </a:lnTo>
                <a:lnTo>
                  <a:pt x="332018" y="449201"/>
                </a:lnTo>
                <a:lnTo>
                  <a:pt x="332018" y="458966"/>
                </a:lnTo>
                <a:lnTo>
                  <a:pt x="322253" y="458966"/>
                </a:lnTo>
                <a:lnTo>
                  <a:pt x="322253" y="468731"/>
                </a:lnTo>
                <a:lnTo>
                  <a:pt x="322253" y="478496"/>
                </a:lnTo>
                <a:lnTo>
                  <a:pt x="312487" y="478496"/>
                </a:lnTo>
                <a:lnTo>
                  <a:pt x="312487" y="488261"/>
                </a:lnTo>
                <a:lnTo>
                  <a:pt x="322253" y="488261"/>
                </a:lnTo>
                <a:lnTo>
                  <a:pt x="322253" y="498027"/>
                </a:lnTo>
                <a:lnTo>
                  <a:pt x="322253" y="507792"/>
                </a:lnTo>
                <a:lnTo>
                  <a:pt x="312487" y="507792"/>
                </a:lnTo>
                <a:lnTo>
                  <a:pt x="312487" y="517557"/>
                </a:lnTo>
                <a:lnTo>
                  <a:pt x="312487" y="527322"/>
                </a:lnTo>
                <a:lnTo>
                  <a:pt x="312487" y="537088"/>
                </a:lnTo>
                <a:lnTo>
                  <a:pt x="302722" y="537088"/>
                </a:lnTo>
                <a:lnTo>
                  <a:pt x="292957" y="537088"/>
                </a:lnTo>
                <a:lnTo>
                  <a:pt x="292957" y="546853"/>
                </a:lnTo>
                <a:lnTo>
                  <a:pt x="283192" y="546853"/>
                </a:lnTo>
                <a:lnTo>
                  <a:pt x="283192" y="556618"/>
                </a:lnTo>
                <a:lnTo>
                  <a:pt x="283192" y="566383"/>
                </a:lnTo>
                <a:lnTo>
                  <a:pt x="283192" y="576148"/>
                </a:lnTo>
                <a:lnTo>
                  <a:pt x="292957" y="576148"/>
                </a:lnTo>
                <a:lnTo>
                  <a:pt x="302722" y="576148"/>
                </a:lnTo>
                <a:lnTo>
                  <a:pt x="302722" y="585914"/>
                </a:lnTo>
                <a:lnTo>
                  <a:pt x="312487" y="585914"/>
                </a:lnTo>
                <a:lnTo>
                  <a:pt x="312487" y="576148"/>
                </a:lnTo>
                <a:lnTo>
                  <a:pt x="322253" y="576148"/>
                </a:lnTo>
                <a:lnTo>
                  <a:pt x="322253" y="566383"/>
                </a:lnTo>
                <a:lnTo>
                  <a:pt x="312487" y="566383"/>
                </a:lnTo>
                <a:lnTo>
                  <a:pt x="312487" y="556618"/>
                </a:lnTo>
                <a:lnTo>
                  <a:pt x="312487" y="546853"/>
                </a:lnTo>
                <a:lnTo>
                  <a:pt x="322253" y="546853"/>
                </a:lnTo>
                <a:lnTo>
                  <a:pt x="332018" y="546853"/>
                </a:lnTo>
                <a:lnTo>
                  <a:pt x="332018" y="556618"/>
                </a:lnTo>
                <a:lnTo>
                  <a:pt x="341783" y="556618"/>
                </a:lnTo>
                <a:lnTo>
                  <a:pt x="341783" y="546853"/>
                </a:lnTo>
                <a:lnTo>
                  <a:pt x="351548" y="546853"/>
                </a:lnTo>
                <a:lnTo>
                  <a:pt x="361313" y="546853"/>
                </a:lnTo>
                <a:lnTo>
                  <a:pt x="361313" y="537088"/>
                </a:lnTo>
                <a:lnTo>
                  <a:pt x="371079" y="537088"/>
                </a:lnTo>
                <a:lnTo>
                  <a:pt x="371079" y="546853"/>
                </a:lnTo>
                <a:lnTo>
                  <a:pt x="380844" y="546853"/>
                </a:lnTo>
                <a:lnTo>
                  <a:pt x="380844" y="556618"/>
                </a:lnTo>
                <a:lnTo>
                  <a:pt x="371079" y="556618"/>
                </a:lnTo>
                <a:lnTo>
                  <a:pt x="361313" y="556618"/>
                </a:lnTo>
                <a:lnTo>
                  <a:pt x="361313" y="566383"/>
                </a:lnTo>
                <a:lnTo>
                  <a:pt x="351548" y="566383"/>
                </a:lnTo>
                <a:lnTo>
                  <a:pt x="341783" y="566383"/>
                </a:lnTo>
                <a:lnTo>
                  <a:pt x="341783" y="576148"/>
                </a:lnTo>
                <a:lnTo>
                  <a:pt x="332018" y="576148"/>
                </a:lnTo>
                <a:lnTo>
                  <a:pt x="332018" y="585914"/>
                </a:lnTo>
                <a:lnTo>
                  <a:pt x="341783" y="585914"/>
                </a:lnTo>
                <a:lnTo>
                  <a:pt x="351548" y="585914"/>
                </a:lnTo>
                <a:lnTo>
                  <a:pt x="361313" y="585914"/>
                </a:lnTo>
                <a:lnTo>
                  <a:pt x="371079" y="585914"/>
                </a:lnTo>
                <a:lnTo>
                  <a:pt x="371079" y="595679"/>
                </a:lnTo>
                <a:lnTo>
                  <a:pt x="380844" y="595679"/>
                </a:lnTo>
                <a:lnTo>
                  <a:pt x="390609" y="595679"/>
                </a:lnTo>
                <a:lnTo>
                  <a:pt x="400374" y="595679"/>
                </a:lnTo>
                <a:lnTo>
                  <a:pt x="400374" y="585914"/>
                </a:lnTo>
                <a:lnTo>
                  <a:pt x="410140" y="585914"/>
                </a:lnTo>
                <a:lnTo>
                  <a:pt x="410140" y="576148"/>
                </a:lnTo>
                <a:lnTo>
                  <a:pt x="419905" y="576148"/>
                </a:lnTo>
                <a:lnTo>
                  <a:pt x="419905" y="585914"/>
                </a:lnTo>
                <a:lnTo>
                  <a:pt x="419905" y="595679"/>
                </a:lnTo>
                <a:lnTo>
                  <a:pt x="410140" y="595679"/>
                </a:lnTo>
                <a:lnTo>
                  <a:pt x="410140" y="605444"/>
                </a:lnTo>
                <a:lnTo>
                  <a:pt x="410140" y="615209"/>
                </a:lnTo>
                <a:lnTo>
                  <a:pt x="400374" y="615209"/>
                </a:lnTo>
                <a:lnTo>
                  <a:pt x="400374" y="624975"/>
                </a:lnTo>
                <a:lnTo>
                  <a:pt x="390609" y="624975"/>
                </a:lnTo>
                <a:lnTo>
                  <a:pt x="390609" y="634740"/>
                </a:lnTo>
                <a:lnTo>
                  <a:pt x="380844" y="634740"/>
                </a:lnTo>
                <a:lnTo>
                  <a:pt x="371079" y="634740"/>
                </a:lnTo>
                <a:lnTo>
                  <a:pt x="371079" y="644505"/>
                </a:lnTo>
                <a:lnTo>
                  <a:pt x="361313" y="644505"/>
                </a:lnTo>
                <a:lnTo>
                  <a:pt x="361313" y="654270"/>
                </a:lnTo>
                <a:lnTo>
                  <a:pt x="351548" y="654270"/>
                </a:lnTo>
                <a:lnTo>
                  <a:pt x="341783" y="654270"/>
                </a:lnTo>
                <a:lnTo>
                  <a:pt x="341783" y="664036"/>
                </a:lnTo>
                <a:lnTo>
                  <a:pt x="332018" y="664036"/>
                </a:lnTo>
                <a:lnTo>
                  <a:pt x="332018" y="673801"/>
                </a:lnTo>
                <a:lnTo>
                  <a:pt x="341783" y="673801"/>
                </a:lnTo>
                <a:lnTo>
                  <a:pt x="341783" y="683566"/>
                </a:lnTo>
                <a:lnTo>
                  <a:pt x="351548" y="683566"/>
                </a:lnTo>
                <a:lnTo>
                  <a:pt x="351548" y="693331"/>
                </a:lnTo>
                <a:lnTo>
                  <a:pt x="361313" y="693331"/>
                </a:lnTo>
                <a:lnTo>
                  <a:pt x="361313" y="703096"/>
                </a:lnTo>
                <a:lnTo>
                  <a:pt x="361313" y="712862"/>
                </a:lnTo>
                <a:lnTo>
                  <a:pt x="361313" y="722627"/>
                </a:lnTo>
                <a:lnTo>
                  <a:pt x="361313" y="732392"/>
                </a:lnTo>
                <a:lnTo>
                  <a:pt x="371079" y="732392"/>
                </a:lnTo>
                <a:lnTo>
                  <a:pt x="371079" y="742157"/>
                </a:lnTo>
                <a:lnTo>
                  <a:pt x="380844" y="742157"/>
                </a:lnTo>
                <a:lnTo>
                  <a:pt x="390609" y="742157"/>
                </a:lnTo>
                <a:lnTo>
                  <a:pt x="390609" y="751923"/>
                </a:lnTo>
                <a:lnTo>
                  <a:pt x="400374" y="751923"/>
                </a:lnTo>
                <a:lnTo>
                  <a:pt x="400374" y="761688"/>
                </a:lnTo>
                <a:lnTo>
                  <a:pt x="410140" y="761688"/>
                </a:lnTo>
                <a:lnTo>
                  <a:pt x="410140" y="771453"/>
                </a:lnTo>
                <a:lnTo>
                  <a:pt x="419905" y="771453"/>
                </a:lnTo>
                <a:lnTo>
                  <a:pt x="419905" y="781218"/>
                </a:lnTo>
                <a:lnTo>
                  <a:pt x="429670" y="781218"/>
                </a:lnTo>
                <a:lnTo>
                  <a:pt x="439435" y="781218"/>
                </a:lnTo>
                <a:lnTo>
                  <a:pt x="439435" y="790984"/>
                </a:lnTo>
                <a:lnTo>
                  <a:pt x="449201" y="790984"/>
                </a:lnTo>
                <a:lnTo>
                  <a:pt x="449201" y="800749"/>
                </a:lnTo>
                <a:lnTo>
                  <a:pt x="439435" y="800749"/>
                </a:lnTo>
                <a:lnTo>
                  <a:pt x="439435" y="810514"/>
                </a:lnTo>
                <a:lnTo>
                  <a:pt x="429670" y="810514"/>
                </a:lnTo>
                <a:lnTo>
                  <a:pt x="429670" y="820279"/>
                </a:lnTo>
                <a:lnTo>
                  <a:pt x="439435" y="820279"/>
                </a:lnTo>
                <a:lnTo>
                  <a:pt x="439435" y="830044"/>
                </a:lnTo>
                <a:lnTo>
                  <a:pt x="439435" y="839810"/>
                </a:lnTo>
                <a:lnTo>
                  <a:pt x="439435" y="849575"/>
                </a:lnTo>
                <a:lnTo>
                  <a:pt x="429670" y="849575"/>
                </a:lnTo>
                <a:lnTo>
                  <a:pt x="419905" y="849575"/>
                </a:lnTo>
                <a:lnTo>
                  <a:pt x="419905" y="859340"/>
                </a:lnTo>
                <a:lnTo>
                  <a:pt x="419905" y="869105"/>
                </a:lnTo>
                <a:lnTo>
                  <a:pt x="410140" y="869105"/>
                </a:lnTo>
                <a:lnTo>
                  <a:pt x="410140" y="878871"/>
                </a:lnTo>
                <a:lnTo>
                  <a:pt x="410140" y="888636"/>
                </a:lnTo>
                <a:lnTo>
                  <a:pt x="400374" y="888636"/>
                </a:lnTo>
                <a:lnTo>
                  <a:pt x="400374" y="898401"/>
                </a:lnTo>
                <a:lnTo>
                  <a:pt x="400374" y="908166"/>
                </a:lnTo>
                <a:lnTo>
                  <a:pt x="400374" y="917931"/>
                </a:lnTo>
                <a:lnTo>
                  <a:pt x="390609" y="917931"/>
                </a:lnTo>
                <a:lnTo>
                  <a:pt x="380844" y="917931"/>
                </a:lnTo>
                <a:lnTo>
                  <a:pt x="380844" y="908166"/>
                </a:lnTo>
                <a:lnTo>
                  <a:pt x="380844" y="898401"/>
                </a:lnTo>
                <a:lnTo>
                  <a:pt x="380844" y="888636"/>
                </a:lnTo>
                <a:lnTo>
                  <a:pt x="390609" y="888636"/>
                </a:lnTo>
                <a:lnTo>
                  <a:pt x="390609" y="878871"/>
                </a:lnTo>
                <a:lnTo>
                  <a:pt x="380844" y="878871"/>
                </a:lnTo>
                <a:lnTo>
                  <a:pt x="371079" y="878871"/>
                </a:lnTo>
                <a:lnTo>
                  <a:pt x="361313" y="878871"/>
                </a:lnTo>
                <a:lnTo>
                  <a:pt x="361313" y="869105"/>
                </a:lnTo>
                <a:lnTo>
                  <a:pt x="351548" y="869105"/>
                </a:lnTo>
                <a:lnTo>
                  <a:pt x="351548" y="859340"/>
                </a:lnTo>
                <a:lnTo>
                  <a:pt x="351548" y="849575"/>
                </a:lnTo>
                <a:lnTo>
                  <a:pt x="351548" y="839810"/>
                </a:lnTo>
                <a:lnTo>
                  <a:pt x="341783" y="839810"/>
                </a:lnTo>
                <a:lnTo>
                  <a:pt x="341783" y="849575"/>
                </a:lnTo>
                <a:lnTo>
                  <a:pt x="341783" y="859340"/>
                </a:lnTo>
                <a:lnTo>
                  <a:pt x="341783" y="869105"/>
                </a:lnTo>
                <a:lnTo>
                  <a:pt x="332018" y="869105"/>
                </a:lnTo>
                <a:lnTo>
                  <a:pt x="332018" y="878871"/>
                </a:lnTo>
                <a:lnTo>
                  <a:pt x="322253" y="878871"/>
                </a:lnTo>
                <a:lnTo>
                  <a:pt x="312487" y="878871"/>
                </a:lnTo>
                <a:lnTo>
                  <a:pt x="312487" y="869105"/>
                </a:lnTo>
                <a:lnTo>
                  <a:pt x="302722" y="869105"/>
                </a:lnTo>
                <a:lnTo>
                  <a:pt x="292957" y="869105"/>
                </a:lnTo>
                <a:lnTo>
                  <a:pt x="292957" y="859340"/>
                </a:lnTo>
                <a:lnTo>
                  <a:pt x="283192" y="859340"/>
                </a:lnTo>
                <a:lnTo>
                  <a:pt x="283192" y="869105"/>
                </a:lnTo>
                <a:lnTo>
                  <a:pt x="283192" y="878871"/>
                </a:lnTo>
                <a:lnTo>
                  <a:pt x="292957" y="878871"/>
                </a:lnTo>
                <a:lnTo>
                  <a:pt x="292957" y="888636"/>
                </a:lnTo>
                <a:lnTo>
                  <a:pt x="283192" y="888636"/>
                </a:lnTo>
                <a:lnTo>
                  <a:pt x="273426" y="888636"/>
                </a:lnTo>
                <a:lnTo>
                  <a:pt x="273426" y="898401"/>
                </a:lnTo>
                <a:lnTo>
                  <a:pt x="273426" y="908166"/>
                </a:lnTo>
                <a:lnTo>
                  <a:pt x="273426" y="917931"/>
                </a:lnTo>
                <a:lnTo>
                  <a:pt x="273426" y="927697"/>
                </a:lnTo>
                <a:lnTo>
                  <a:pt x="263661" y="927697"/>
                </a:lnTo>
                <a:lnTo>
                  <a:pt x="253896" y="927697"/>
                </a:lnTo>
                <a:lnTo>
                  <a:pt x="244131" y="927697"/>
                </a:lnTo>
                <a:lnTo>
                  <a:pt x="244131" y="917931"/>
                </a:lnTo>
                <a:lnTo>
                  <a:pt x="234365" y="917931"/>
                </a:lnTo>
                <a:lnTo>
                  <a:pt x="234365" y="908166"/>
                </a:lnTo>
                <a:lnTo>
                  <a:pt x="224600" y="908166"/>
                </a:lnTo>
                <a:lnTo>
                  <a:pt x="214835" y="908166"/>
                </a:lnTo>
                <a:lnTo>
                  <a:pt x="205070" y="908166"/>
                </a:lnTo>
                <a:lnTo>
                  <a:pt x="205070" y="898401"/>
                </a:lnTo>
                <a:lnTo>
                  <a:pt x="195305" y="898401"/>
                </a:lnTo>
                <a:lnTo>
                  <a:pt x="185539" y="898401"/>
                </a:lnTo>
                <a:lnTo>
                  <a:pt x="185539" y="888636"/>
                </a:lnTo>
                <a:lnTo>
                  <a:pt x="175774" y="888636"/>
                </a:lnTo>
                <a:lnTo>
                  <a:pt x="175774" y="878871"/>
                </a:lnTo>
                <a:lnTo>
                  <a:pt x="166009" y="878871"/>
                </a:lnTo>
                <a:lnTo>
                  <a:pt x="156244" y="878871"/>
                </a:lnTo>
                <a:lnTo>
                  <a:pt x="156244" y="869105"/>
                </a:lnTo>
                <a:lnTo>
                  <a:pt x="156244" y="859340"/>
                </a:lnTo>
                <a:lnTo>
                  <a:pt x="146478" y="859340"/>
                </a:lnTo>
                <a:lnTo>
                  <a:pt x="136713" y="859340"/>
                </a:lnTo>
                <a:lnTo>
                  <a:pt x="136713" y="849575"/>
                </a:lnTo>
                <a:lnTo>
                  <a:pt x="126948" y="849575"/>
                </a:lnTo>
                <a:lnTo>
                  <a:pt x="126948" y="839810"/>
                </a:lnTo>
                <a:lnTo>
                  <a:pt x="117183" y="839810"/>
                </a:lnTo>
                <a:lnTo>
                  <a:pt x="117183" y="830044"/>
                </a:lnTo>
                <a:lnTo>
                  <a:pt x="117183" y="820279"/>
                </a:lnTo>
                <a:lnTo>
                  <a:pt x="126948" y="820279"/>
                </a:lnTo>
                <a:lnTo>
                  <a:pt x="126948" y="810514"/>
                </a:lnTo>
                <a:lnTo>
                  <a:pt x="117183" y="810514"/>
                </a:lnTo>
                <a:lnTo>
                  <a:pt x="107418" y="810514"/>
                </a:lnTo>
                <a:lnTo>
                  <a:pt x="107418" y="820279"/>
                </a:lnTo>
                <a:lnTo>
                  <a:pt x="97652" y="820279"/>
                </a:lnTo>
                <a:lnTo>
                  <a:pt x="97652" y="830044"/>
                </a:lnTo>
                <a:lnTo>
                  <a:pt x="87887" y="830044"/>
                </a:lnTo>
                <a:lnTo>
                  <a:pt x="78122" y="830044"/>
                </a:lnTo>
                <a:lnTo>
                  <a:pt x="78122" y="820279"/>
                </a:lnTo>
                <a:lnTo>
                  <a:pt x="78122" y="810514"/>
                </a:lnTo>
                <a:lnTo>
                  <a:pt x="68357" y="810514"/>
                </a:lnTo>
                <a:lnTo>
                  <a:pt x="68357" y="800749"/>
                </a:lnTo>
                <a:lnTo>
                  <a:pt x="78122" y="800749"/>
                </a:lnTo>
                <a:lnTo>
                  <a:pt x="87887" y="800749"/>
                </a:lnTo>
                <a:lnTo>
                  <a:pt x="87887" y="790984"/>
                </a:lnTo>
                <a:lnTo>
                  <a:pt x="97652" y="790984"/>
                </a:lnTo>
                <a:lnTo>
                  <a:pt x="107418" y="790984"/>
                </a:lnTo>
                <a:lnTo>
                  <a:pt x="107418" y="781218"/>
                </a:lnTo>
                <a:lnTo>
                  <a:pt x="117183" y="781218"/>
                </a:lnTo>
                <a:lnTo>
                  <a:pt x="117183" y="771453"/>
                </a:lnTo>
                <a:lnTo>
                  <a:pt x="117183" y="761688"/>
                </a:lnTo>
                <a:lnTo>
                  <a:pt x="107418" y="761688"/>
                </a:lnTo>
                <a:close/>
                <a:moveTo>
                  <a:pt x="332018" y="839810"/>
                </a:moveTo>
                <a:lnTo>
                  <a:pt x="341783" y="839810"/>
                </a:lnTo>
                <a:lnTo>
                  <a:pt x="341783" y="830044"/>
                </a:lnTo>
                <a:lnTo>
                  <a:pt x="341783" y="820279"/>
                </a:lnTo>
                <a:lnTo>
                  <a:pt x="341783" y="810514"/>
                </a:lnTo>
                <a:lnTo>
                  <a:pt x="341783" y="800749"/>
                </a:lnTo>
                <a:lnTo>
                  <a:pt x="332018" y="800749"/>
                </a:lnTo>
                <a:lnTo>
                  <a:pt x="332018" y="810514"/>
                </a:lnTo>
                <a:lnTo>
                  <a:pt x="322253" y="810514"/>
                </a:lnTo>
                <a:lnTo>
                  <a:pt x="322253" y="820279"/>
                </a:lnTo>
                <a:lnTo>
                  <a:pt x="332018" y="820279"/>
                </a:lnTo>
                <a:lnTo>
                  <a:pt x="332018" y="830044"/>
                </a:lnTo>
                <a:close/>
                <a:moveTo>
                  <a:pt x="410140" y="849575"/>
                </a:moveTo>
                <a:lnTo>
                  <a:pt x="419905" y="849575"/>
                </a:lnTo>
                <a:lnTo>
                  <a:pt x="419905" y="839810"/>
                </a:lnTo>
                <a:lnTo>
                  <a:pt x="419905" y="830044"/>
                </a:lnTo>
                <a:lnTo>
                  <a:pt x="410140" y="830044"/>
                </a:lnTo>
                <a:lnTo>
                  <a:pt x="400374" y="830044"/>
                </a:lnTo>
                <a:lnTo>
                  <a:pt x="400374" y="839810"/>
                </a:lnTo>
                <a:lnTo>
                  <a:pt x="410140" y="839810"/>
                </a:lnTo>
                <a:close/>
                <a:moveTo>
                  <a:pt x="371079" y="605444"/>
                </a:moveTo>
                <a:lnTo>
                  <a:pt x="371079" y="595679"/>
                </a:lnTo>
                <a:lnTo>
                  <a:pt x="361313" y="595679"/>
                </a:lnTo>
                <a:lnTo>
                  <a:pt x="361313" y="605444"/>
                </a:lnTo>
                <a:lnTo>
                  <a:pt x="351548" y="605444"/>
                </a:lnTo>
                <a:lnTo>
                  <a:pt x="351548" y="615209"/>
                </a:lnTo>
                <a:lnTo>
                  <a:pt x="361313" y="615209"/>
                </a:lnTo>
                <a:lnTo>
                  <a:pt x="371079" y="615209"/>
                </a:lnTo>
                <a:close/>
                <a:moveTo>
                  <a:pt x="351548" y="624975"/>
                </a:moveTo>
                <a:lnTo>
                  <a:pt x="351548" y="615209"/>
                </a:lnTo>
                <a:lnTo>
                  <a:pt x="341783" y="615209"/>
                </a:lnTo>
                <a:lnTo>
                  <a:pt x="332018" y="615209"/>
                </a:lnTo>
                <a:lnTo>
                  <a:pt x="332018" y="624975"/>
                </a:lnTo>
                <a:lnTo>
                  <a:pt x="341783" y="624975"/>
                </a:lnTo>
                <a:close/>
                <a:moveTo>
                  <a:pt x="273426" y="429670"/>
                </a:moveTo>
                <a:lnTo>
                  <a:pt x="273426" y="439435"/>
                </a:lnTo>
                <a:lnTo>
                  <a:pt x="283192" y="439435"/>
                </a:lnTo>
                <a:lnTo>
                  <a:pt x="283192" y="429670"/>
                </a:lnTo>
                <a:close/>
                <a:moveTo>
                  <a:pt x="361313" y="820279"/>
                </a:moveTo>
                <a:lnTo>
                  <a:pt x="361313" y="830044"/>
                </a:lnTo>
                <a:lnTo>
                  <a:pt x="371079" y="830044"/>
                </a:lnTo>
                <a:lnTo>
                  <a:pt x="371079" y="820279"/>
                </a:lnTo>
                <a:close/>
                <a:moveTo>
                  <a:pt x="253896" y="820279"/>
                </a:moveTo>
                <a:lnTo>
                  <a:pt x="263661" y="820279"/>
                </a:lnTo>
                <a:lnTo>
                  <a:pt x="263661" y="810514"/>
                </a:lnTo>
                <a:lnTo>
                  <a:pt x="263661" y="800749"/>
                </a:lnTo>
                <a:lnTo>
                  <a:pt x="253896" y="800749"/>
                </a:lnTo>
                <a:lnTo>
                  <a:pt x="253896" y="790984"/>
                </a:lnTo>
                <a:lnTo>
                  <a:pt x="253896" y="781218"/>
                </a:lnTo>
                <a:lnTo>
                  <a:pt x="244131" y="781218"/>
                </a:lnTo>
                <a:lnTo>
                  <a:pt x="244131" y="790984"/>
                </a:lnTo>
                <a:lnTo>
                  <a:pt x="234365" y="790984"/>
                </a:lnTo>
                <a:lnTo>
                  <a:pt x="234365" y="800749"/>
                </a:lnTo>
                <a:lnTo>
                  <a:pt x="244131" y="800749"/>
                </a:lnTo>
                <a:lnTo>
                  <a:pt x="244131" y="810514"/>
                </a:lnTo>
                <a:lnTo>
                  <a:pt x="253896" y="810514"/>
                </a:lnTo>
                <a:close/>
                <a:moveTo>
                  <a:pt x="273426" y="761688"/>
                </a:moveTo>
                <a:lnTo>
                  <a:pt x="283192" y="761688"/>
                </a:lnTo>
                <a:lnTo>
                  <a:pt x="283192" y="771453"/>
                </a:lnTo>
                <a:lnTo>
                  <a:pt x="292957" y="771453"/>
                </a:lnTo>
                <a:lnTo>
                  <a:pt x="292957" y="781218"/>
                </a:lnTo>
                <a:lnTo>
                  <a:pt x="302722" y="781218"/>
                </a:lnTo>
                <a:lnTo>
                  <a:pt x="302722" y="771453"/>
                </a:lnTo>
                <a:lnTo>
                  <a:pt x="302722" y="761688"/>
                </a:lnTo>
                <a:lnTo>
                  <a:pt x="292957" y="761688"/>
                </a:lnTo>
                <a:lnTo>
                  <a:pt x="292957" y="751923"/>
                </a:lnTo>
                <a:lnTo>
                  <a:pt x="283192" y="751923"/>
                </a:lnTo>
                <a:lnTo>
                  <a:pt x="273426" y="751923"/>
                </a:lnTo>
                <a:close/>
                <a:moveTo>
                  <a:pt x="371079" y="849575"/>
                </a:moveTo>
                <a:lnTo>
                  <a:pt x="371079" y="859340"/>
                </a:lnTo>
                <a:lnTo>
                  <a:pt x="371079" y="869105"/>
                </a:lnTo>
                <a:lnTo>
                  <a:pt x="380844" y="869105"/>
                </a:lnTo>
                <a:lnTo>
                  <a:pt x="380844" y="859340"/>
                </a:lnTo>
                <a:lnTo>
                  <a:pt x="390609" y="859340"/>
                </a:lnTo>
                <a:lnTo>
                  <a:pt x="390609" y="849575"/>
                </a:lnTo>
                <a:lnTo>
                  <a:pt x="380844" y="849575"/>
                </a:lnTo>
                <a:close/>
                <a:moveTo>
                  <a:pt x="78122" y="771453"/>
                </a:moveTo>
                <a:lnTo>
                  <a:pt x="78122" y="781218"/>
                </a:lnTo>
                <a:lnTo>
                  <a:pt x="68357" y="781218"/>
                </a:lnTo>
                <a:lnTo>
                  <a:pt x="68357" y="771453"/>
                </a:lnTo>
                <a:close/>
                <a:moveTo>
                  <a:pt x="68357" y="790984"/>
                </a:moveTo>
                <a:lnTo>
                  <a:pt x="68357" y="800749"/>
                </a:lnTo>
                <a:lnTo>
                  <a:pt x="58591" y="800749"/>
                </a:lnTo>
                <a:lnTo>
                  <a:pt x="58591" y="790984"/>
                </a:lnTo>
                <a:lnTo>
                  <a:pt x="58591" y="781218"/>
                </a:lnTo>
                <a:lnTo>
                  <a:pt x="68357" y="781218"/>
                </a:lnTo>
                <a:close/>
                <a:moveTo>
                  <a:pt x="39061" y="820279"/>
                </a:moveTo>
                <a:lnTo>
                  <a:pt x="39061" y="810514"/>
                </a:lnTo>
                <a:lnTo>
                  <a:pt x="29296" y="810514"/>
                </a:lnTo>
                <a:lnTo>
                  <a:pt x="29296" y="800749"/>
                </a:lnTo>
                <a:lnTo>
                  <a:pt x="29296" y="790984"/>
                </a:lnTo>
                <a:lnTo>
                  <a:pt x="39061" y="790984"/>
                </a:lnTo>
                <a:lnTo>
                  <a:pt x="48826" y="790984"/>
                </a:lnTo>
                <a:lnTo>
                  <a:pt x="48826" y="800749"/>
                </a:lnTo>
                <a:lnTo>
                  <a:pt x="48826" y="810514"/>
                </a:lnTo>
                <a:lnTo>
                  <a:pt x="48826" y="820279"/>
                </a:lnTo>
                <a:lnTo>
                  <a:pt x="48826" y="830044"/>
                </a:lnTo>
                <a:lnTo>
                  <a:pt x="48826" y="839810"/>
                </a:lnTo>
                <a:lnTo>
                  <a:pt x="48826" y="849575"/>
                </a:lnTo>
                <a:lnTo>
                  <a:pt x="39061" y="849575"/>
                </a:lnTo>
                <a:lnTo>
                  <a:pt x="39061" y="859340"/>
                </a:lnTo>
                <a:lnTo>
                  <a:pt x="29296" y="859340"/>
                </a:lnTo>
                <a:lnTo>
                  <a:pt x="29296" y="869105"/>
                </a:lnTo>
                <a:lnTo>
                  <a:pt x="29296" y="878871"/>
                </a:lnTo>
                <a:lnTo>
                  <a:pt x="29296" y="888636"/>
                </a:lnTo>
                <a:lnTo>
                  <a:pt x="29296" y="898401"/>
                </a:lnTo>
                <a:lnTo>
                  <a:pt x="29296" y="908166"/>
                </a:lnTo>
                <a:lnTo>
                  <a:pt x="29296" y="917931"/>
                </a:lnTo>
                <a:lnTo>
                  <a:pt x="29296" y="927697"/>
                </a:lnTo>
                <a:lnTo>
                  <a:pt x="29296" y="937462"/>
                </a:lnTo>
                <a:lnTo>
                  <a:pt x="39061" y="937462"/>
                </a:lnTo>
                <a:lnTo>
                  <a:pt x="39061" y="947227"/>
                </a:lnTo>
                <a:lnTo>
                  <a:pt x="39061" y="956992"/>
                </a:lnTo>
                <a:lnTo>
                  <a:pt x="29296" y="956992"/>
                </a:lnTo>
                <a:lnTo>
                  <a:pt x="29296" y="966758"/>
                </a:lnTo>
                <a:lnTo>
                  <a:pt x="29296" y="976523"/>
                </a:lnTo>
                <a:lnTo>
                  <a:pt x="29296" y="986288"/>
                </a:lnTo>
                <a:lnTo>
                  <a:pt x="29296" y="996053"/>
                </a:lnTo>
                <a:lnTo>
                  <a:pt x="29296" y="1005819"/>
                </a:lnTo>
                <a:lnTo>
                  <a:pt x="29296" y="1015584"/>
                </a:lnTo>
                <a:lnTo>
                  <a:pt x="29296" y="1025349"/>
                </a:lnTo>
                <a:lnTo>
                  <a:pt x="19530" y="1025349"/>
                </a:lnTo>
                <a:lnTo>
                  <a:pt x="19530" y="1015584"/>
                </a:lnTo>
                <a:lnTo>
                  <a:pt x="19530" y="1005819"/>
                </a:lnTo>
                <a:lnTo>
                  <a:pt x="9765" y="1005819"/>
                </a:lnTo>
                <a:lnTo>
                  <a:pt x="9765" y="996053"/>
                </a:lnTo>
                <a:lnTo>
                  <a:pt x="9765" y="986288"/>
                </a:lnTo>
                <a:lnTo>
                  <a:pt x="0" y="986288"/>
                </a:lnTo>
                <a:lnTo>
                  <a:pt x="0" y="976523"/>
                </a:lnTo>
                <a:lnTo>
                  <a:pt x="0" y="966758"/>
                </a:lnTo>
                <a:lnTo>
                  <a:pt x="0" y="956992"/>
                </a:lnTo>
                <a:lnTo>
                  <a:pt x="9765" y="956992"/>
                </a:lnTo>
                <a:lnTo>
                  <a:pt x="9765" y="947227"/>
                </a:lnTo>
                <a:lnTo>
                  <a:pt x="9765" y="937462"/>
                </a:lnTo>
                <a:lnTo>
                  <a:pt x="9765" y="927697"/>
                </a:lnTo>
                <a:lnTo>
                  <a:pt x="9765" y="917931"/>
                </a:lnTo>
                <a:lnTo>
                  <a:pt x="9765" y="908166"/>
                </a:lnTo>
                <a:lnTo>
                  <a:pt x="9765" y="898401"/>
                </a:lnTo>
                <a:lnTo>
                  <a:pt x="9765" y="888636"/>
                </a:lnTo>
                <a:lnTo>
                  <a:pt x="9765" y="878871"/>
                </a:lnTo>
                <a:lnTo>
                  <a:pt x="9765" y="869105"/>
                </a:lnTo>
                <a:lnTo>
                  <a:pt x="9765" y="859340"/>
                </a:lnTo>
                <a:lnTo>
                  <a:pt x="9765" y="849575"/>
                </a:lnTo>
                <a:lnTo>
                  <a:pt x="9765" y="839810"/>
                </a:lnTo>
                <a:lnTo>
                  <a:pt x="19530" y="839810"/>
                </a:lnTo>
                <a:lnTo>
                  <a:pt x="19530" y="830044"/>
                </a:lnTo>
                <a:lnTo>
                  <a:pt x="29296" y="830044"/>
                </a:lnTo>
                <a:lnTo>
                  <a:pt x="29296" y="820279"/>
                </a:lnTo>
                <a:close/>
                <a:moveTo>
                  <a:pt x="107418" y="888636"/>
                </a:moveTo>
                <a:lnTo>
                  <a:pt x="107418" y="898401"/>
                </a:lnTo>
                <a:lnTo>
                  <a:pt x="107418" y="908166"/>
                </a:lnTo>
                <a:lnTo>
                  <a:pt x="97652" y="908166"/>
                </a:lnTo>
                <a:lnTo>
                  <a:pt x="97652" y="898401"/>
                </a:lnTo>
                <a:lnTo>
                  <a:pt x="97652" y="888636"/>
                </a:lnTo>
                <a:lnTo>
                  <a:pt x="97652" y="878871"/>
                </a:lnTo>
                <a:lnTo>
                  <a:pt x="97652" y="869105"/>
                </a:lnTo>
                <a:lnTo>
                  <a:pt x="107418" y="869105"/>
                </a:lnTo>
                <a:lnTo>
                  <a:pt x="117183" y="869105"/>
                </a:lnTo>
                <a:lnTo>
                  <a:pt x="117183" y="878871"/>
                </a:lnTo>
                <a:lnTo>
                  <a:pt x="107418" y="878871"/>
                </a:lnTo>
                <a:close/>
                <a:moveTo>
                  <a:pt x="78122" y="927697"/>
                </a:moveTo>
                <a:lnTo>
                  <a:pt x="78122" y="937462"/>
                </a:lnTo>
                <a:lnTo>
                  <a:pt x="68357" y="937462"/>
                </a:lnTo>
                <a:lnTo>
                  <a:pt x="68357" y="927697"/>
                </a:lnTo>
                <a:close/>
                <a:moveTo>
                  <a:pt x="107418" y="947227"/>
                </a:moveTo>
                <a:lnTo>
                  <a:pt x="117183" y="947227"/>
                </a:lnTo>
                <a:lnTo>
                  <a:pt x="117183" y="956992"/>
                </a:lnTo>
                <a:lnTo>
                  <a:pt x="107418" y="956992"/>
                </a:lnTo>
                <a:lnTo>
                  <a:pt x="97652" y="956992"/>
                </a:lnTo>
                <a:lnTo>
                  <a:pt x="97652" y="947227"/>
                </a:lnTo>
                <a:close/>
                <a:moveTo>
                  <a:pt x="58591" y="976523"/>
                </a:moveTo>
                <a:lnTo>
                  <a:pt x="58591" y="966758"/>
                </a:lnTo>
                <a:lnTo>
                  <a:pt x="68357" y="966758"/>
                </a:lnTo>
                <a:lnTo>
                  <a:pt x="68357" y="976523"/>
                </a:lnTo>
                <a:lnTo>
                  <a:pt x="78122" y="976523"/>
                </a:lnTo>
                <a:lnTo>
                  <a:pt x="87887" y="976523"/>
                </a:lnTo>
                <a:lnTo>
                  <a:pt x="97652" y="976523"/>
                </a:lnTo>
                <a:lnTo>
                  <a:pt x="97652" y="986288"/>
                </a:lnTo>
                <a:lnTo>
                  <a:pt x="107418" y="986288"/>
                </a:lnTo>
                <a:lnTo>
                  <a:pt x="107418" y="996053"/>
                </a:lnTo>
                <a:lnTo>
                  <a:pt x="107418" y="1005819"/>
                </a:lnTo>
                <a:lnTo>
                  <a:pt x="97652" y="1005819"/>
                </a:lnTo>
                <a:lnTo>
                  <a:pt x="97652" y="1015584"/>
                </a:lnTo>
                <a:lnTo>
                  <a:pt x="97652" y="1025349"/>
                </a:lnTo>
                <a:lnTo>
                  <a:pt x="107418" y="1025349"/>
                </a:lnTo>
                <a:lnTo>
                  <a:pt x="107418" y="1035114"/>
                </a:lnTo>
                <a:lnTo>
                  <a:pt x="107418" y="1044879"/>
                </a:lnTo>
                <a:lnTo>
                  <a:pt x="97652" y="1044879"/>
                </a:lnTo>
                <a:lnTo>
                  <a:pt x="87887" y="1044879"/>
                </a:lnTo>
                <a:lnTo>
                  <a:pt x="78122" y="1044879"/>
                </a:lnTo>
                <a:lnTo>
                  <a:pt x="68357" y="1044879"/>
                </a:lnTo>
                <a:lnTo>
                  <a:pt x="68357" y="1035114"/>
                </a:lnTo>
                <a:lnTo>
                  <a:pt x="68357" y="1025349"/>
                </a:lnTo>
                <a:lnTo>
                  <a:pt x="68357" y="1015584"/>
                </a:lnTo>
                <a:lnTo>
                  <a:pt x="58591" y="1015584"/>
                </a:lnTo>
                <a:lnTo>
                  <a:pt x="58591" y="1005819"/>
                </a:lnTo>
                <a:lnTo>
                  <a:pt x="58591" y="996053"/>
                </a:lnTo>
                <a:lnTo>
                  <a:pt x="58591" y="986288"/>
                </a:lnTo>
                <a:close/>
                <a:moveTo>
                  <a:pt x="39061" y="1035114"/>
                </a:moveTo>
                <a:lnTo>
                  <a:pt x="39061" y="1044879"/>
                </a:lnTo>
                <a:lnTo>
                  <a:pt x="29296" y="1044879"/>
                </a:lnTo>
                <a:lnTo>
                  <a:pt x="29296" y="1035114"/>
                </a:lnTo>
                <a:close/>
                <a:moveTo>
                  <a:pt x="97652" y="1103471"/>
                </a:moveTo>
                <a:lnTo>
                  <a:pt x="87887" y="1103471"/>
                </a:lnTo>
                <a:lnTo>
                  <a:pt x="78122" y="1103471"/>
                </a:lnTo>
                <a:lnTo>
                  <a:pt x="78122" y="1093706"/>
                </a:lnTo>
                <a:lnTo>
                  <a:pt x="68357" y="1093706"/>
                </a:lnTo>
                <a:lnTo>
                  <a:pt x="58591" y="1093706"/>
                </a:lnTo>
                <a:lnTo>
                  <a:pt x="58591" y="1083940"/>
                </a:lnTo>
                <a:lnTo>
                  <a:pt x="58591" y="1074175"/>
                </a:lnTo>
                <a:lnTo>
                  <a:pt x="68357" y="1074175"/>
                </a:lnTo>
                <a:lnTo>
                  <a:pt x="78122" y="1074175"/>
                </a:lnTo>
                <a:lnTo>
                  <a:pt x="78122" y="1083940"/>
                </a:lnTo>
                <a:lnTo>
                  <a:pt x="87887" y="1083940"/>
                </a:lnTo>
                <a:lnTo>
                  <a:pt x="87887" y="1093706"/>
                </a:lnTo>
                <a:lnTo>
                  <a:pt x="97652" y="1093706"/>
                </a:lnTo>
                <a:lnTo>
                  <a:pt x="107418" y="1093706"/>
                </a:lnTo>
                <a:lnTo>
                  <a:pt x="117183" y="1093706"/>
                </a:lnTo>
                <a:lnTo>
                  <a:pt x="117183" y="1103471"/>
                </a:lnTo>
                <a:lnTo>
                  <a:pt x="107418" y="1103471"/>
                </a:lnTo>
                <a:close/>
                <a:moveTo>
                  <a:pt x="107418" y="1201123"/>
                </a:moveTo>
                <a:lnTo>
                  <a:pt x="107418" y="1191358"/>
                </a:lnTo>
                <a:lnTo>
                  <a:pt x="107418" y="1181593"/>
                </a:lnTo>
                <a:lnTo>
                  <a:pt x="107418" y="1171827"/>
                </a:lnTo>
                <a:lnTo>
                  <a:pt x="117183" y="1171827"/>
                </a:lnTo>
                <a:lnTo>
                  <a:pt x="117183" y="1162062"/>
                </a:lnTo>
                <a:lnTo>
                  <a:pt x="117183" y="1152297"/>
                </a:lnTo>
                <a:lnTo>
                  <a:pt x="126948" y="1152297"/>
                </a:lnTo>
                <a:lnTo>
                  <a:pt x="126948" y="1142532"/>
                </a:lnTo>
                <a:lnTo>
                  <a:pt x="126948" y="1132767"/>
                </a:lnTo>
                <a:lnTo>
                  <a:pt x="136713" y="1132767"/>
                </a:lnTo>
                <a:lnTo>
                  <a:pt x="136713" y="1123001"/>
                </a:lnTo>
                <a:lnTo>
                  <a:pt x="146478" y="1123001"/>
                </a:lnTo>
                <a:lnTo>
                  <a:pt x="146478" y="1113236"/>
                </a:lnTo>
                <a:lnTo>
                  <a:pt x="146478" y="1103471"/>
                </a:lnTo>
                <a:lnTo>
                  <a:pt x="156244" y="1103471"/>
                </a:lnTo>
                <a:lnTo>
                  <a:pt x="166009" y="1103471"/>
                </a:lnTo>
                <a:lnTo>
                  <a:pt x="175774" y="1103471"/>
                </a:lnTo>
                <a:lnTo>
                  <a:pt x="175774" y="1093706"/>
                </a:lnTo>
                <a:lnTo>
                  <a:pt x="185539" y="1093706"/>
                </a:lnTo>
                <a:lnTo>
                  <a:pt x="185539" y="1083940"/>
                </a:lnTo>
                <a:lnTo>
                  <a:pt x="195305" y="1083940"/>
                </a:lnTo>
                <a:lnTo>
                  <a:pt x="195305" y="1074175"/>
                </a:lnTo>
                <a:lnTo>
                  <a:pt x="205070" y="1074175"/>
                </a:lnTo>
                <a:lnTo>
                  <a:pt x="205070" y="1064410"/>
                </a:lnTo>
                <a:lnTo>
                  <a:pt x="214835" y="1064410"/>
                </a:lnTo>
                <a:lnTo>
                  <a:pt x="214835" y="1074175"/>
                </a:lnTo>
                <a:lnTo>
                  <a:pt x="214835" y="1083940"/>
                </a:lnTo>
                <a:lnTo>
                  <a:pt x="224600" y="1083940"/>
                </a:lnTo>
                <a:lnTo>
                  <a:pt x="234365" y="1083940"/>
                </a:lnTo>
                <a:lnTo>
                  <a:pt x="234365" y="1074175"/>
                </a:lnTo>
                <a:lnTo>
                  <a:pt x="244131" y="1074175"/>
                </a:lnTo>
                <a:lnTo>
                  <a:pt x="244131" y="1083940"/>
                </a:lnTo>
                <a:lnTo>
                  <a:pt x="253896" y="1083940"/>
                </a:lnTo>
                <a:lnTo>
                  <a:pt x="263661" y="1083940"/>
                </a:lnTo>
                <a:lnTo>
                  <a:pt x="263661" y="1074175"/>
                </a:lnTo>
                <a:lnTo>
                  <a:pt x="263661" y="1064410"/>
                </a:lnTo>
                <a:lnTo>
                  <a:pt x="273426" y="1064410"/>
                </a:lnTo>
                <a:lnTo>
                  <a:pt x="273426" y="1074175"/>
                </a:lnTo>
                <a:lnTo>
                  <a:pt x="283192" y="1074175"/>
                </a:lnTo>
                <a:lnTo>
                  <a:pt x="292957" y="1074175"/>
                </a:lnTo>
                <a:lnTo>
                  <a:pt x="292957" y="1064410"/>
                </a:lnTo>
                <a:lnTo>
                  <a:pt x="302722" y="1064410"/>
                </a:lnTo>
                <a:lnTo>
                  <a:pt x="302722" y="1054645"/>
                </a:lnTo>
                <a:lnTo>
                  <a:pt x="312487" y="1054645"/>
                </a:lnTo>
                <a:lnTo>
                  <a:pt x="312487" y="1044879"/>
                </a:lnTo>
                <a:lnTo>
                  <a:pt x="312487" y="1035114"/>
                </a:lnTo>
                <a:lnTo>
                  <a:pt x="322253" y="1035114"/>
                </a:lnTo>
                <a:lnTo>
                  <a:pt x="332018" y="1035114"/>
                </a:lnTo>
                <a:lnTo>
                  <a:pt x="332018" y="1044879"/>
                </a:lnTo>
                <a:lnTo>
                  <a:pt x="341783" y="1044879"/>
                </a:lnTo>
                <a:lnTo>
                  <a:pt x="341783" y="1035114"/>
                </a:lnTo>
                <a:lnTo>
                  <a:pt x="341783" y="1025349"/>
                </a:lnTo>
                <a:lnTo>
                  <a:pt x="351548" y="1025349"/>
                </a:lnTo>
                <a:lnTo>
                  <a:pt x="351548" y="1015584"/>
                </a:lnTo>
                <a:lnTo>
                  <a:pt x="351548" y="1005819"/>
                </a:lnTo>
                <a:lnTo>
                  <a:pt x="351548" y="996053"/>
                </a:lnTo>
                <a:lnTo>
                  <a:pt x="361313" y="996053"/>
                </a:lnTo>
                <a:lnTo>
                  <a:pt x="371079" y="996053"/>
                </a:lnTo>
                <a:lnTo>
                  <a:pt x="380844" y="996053"/>
                </a:lnTo>
                <a:lnTo>
                  <a:pt x="390609" y="996053"/>
                </a:lnTo>
                <a:lnTo>
                  <a:pt x="390609" y="986288"/>
                </a:lnTo>
                <a:lnTo>
                  <a:pt x="400374" y="986288"/>
                </a:lnTo>
                <a:lnTo>
                  <a:pt x="410140" y="986288"/>
                </a:lnTo>
                <a:lnTo>
                  <a:pt x="410140" y="976523"/>
                </a:lnTo>
                <a:lnTo>
                  <a:pt x="410140" y="966758"/>
                </a:lnTo>
                <a:lnTo>
                  <a:pt x="410140" y="956992"/>
                </a:lnTo>
                <a:lnTo>
                  <a:pt x="419905" y="956992"/>
                </a:lnTo>
                <a:lnTo>
                  <a:pt x="419905" y="966758"/>
                </a:lnTo>
                <a:lnTo>
                  <a:pt x="429670" y="966758"/>
                </a:lnTo>
                <a:lnTo>
                  <a:pt x="439435" y="966758"/>
                </a:lnTo>
                <a:lnTo>
                  <a:pt x="439435" y="956992"/>
                </a:lnTo>
                <a:lnTo>
                  <a:pt x="449201" y="956992"/>
                </a:lnTo>
                <a:lnTo>
                  <a:pt x="449201" y="947227"/>
                </a:lnTo>
                <a:lnTo>
                  <a:pt x="449201" y="937462"/>
                </a:lnTo>
                <a:lnTo>
                  <a:pt x="458966" y="937462"/>
                </a:lnTo>
                <a:lnTo>
                  <a:pt x="458966" y="927697"/>
                </a:lnTo>
                <a:lnTo>
                  <a:pt x="468731" y="927697"/>
                </a:lnTo>
                <a:lnTo>
                  <a:pt x="468731" y="917931"/>
                </a:lnTo>
                <a:lnTo>
                  <a:pt x="478496" y="917931"/>
                </a:lnTo>
                <a:lnTo>
                  <a:pt x="478496" y="927697"/>
                </a:lnTo>
                <a:lnTo>
                  <a:pt x="478496" y="937462"/>
                </a:lnTo>
                <a:lnTo>
                  <a:pt x="488261" y="937462"/>
                </a:lnTo>
                <a:lnTo>
                  <a:pt x="488261" y="947227"/>
                </a:lnTo>
                <a:lnTo>
                  <a:pt x="488261" y="956992"/>
                </a:lnTo>
                <a:lnTo>
                  <a:pt x="478496" y="956992"/>
                </a:lnTo>
                <a:lnTo>
                  <a:pt x="478496" y="966758"/>
                </a:lnTo>
                <a:lnTo>
                  <a:pt x="478496" y="976523"/>
                </a:lnTo>
                <a:lnTo>
                  <a:pt x="488261" y="976523"/>
                </a:lnTo>
                <a:lnTo>
                  <a:pt x="498027" y="976523"/>
                </a:lnTo>
                <a:lnTo>
                  <a:pt x="498027" y="966758"/>
                </a:lnTo>
                <a:lnTo>
                  <a:pt x="507792" y="966758"/>
                </a:lnTo>
                <a:lnTo>
                  <a:pt x="507792" y="976523"/>
                </a:lnTo>
                <a:lnTo>
                  <a:pt x="517557" y="976523"/>
                </a:lnTo>
                <a:lnTo>
                  <a:pt x="517557" y="966758"/>
                </a:lnTo>
                <a:lnTo>
                  <a:pt x="527322" y="966758"/>
                </a:lnTo>
                <a:lnTo>
                  <a:pt x="537088" y="966758"/>
                </a:lnTo>
                <a:lnTo>
                  <a:pt x="537088" y="976523"/>
                </a:lnTo>
                <a:lnTo>
                  <a:pt x="537088" y="986288"/>
                </a:lnTo>
                <a:lnTo>
                  <a:pt x="546853" y="986288"/>
                </a:lnTo>
                <a:lnTo>
                  <a:pt x="546853" y="976523"/>
                </a:lnTo>
                <a:lnTo>
                  <a:pt x="556618" y="976523"/>
                </a:lnTo>
                <a:lnTo>
                  <a:pt x="566383" y="976523"/>
                </a:lnTo>
                <a:lnTo>
                  <a:pt x="566383" y="986288"/>
                </a:lnTo>
                <a:lnTo>
                  <a:pt x="566383" y="996053"/>
                </a:lnTo>
                <a:lnTo>
                  <a:pt x="576148" y="996053"/>
                </a:lnTo>
                <a:lnTo>
                  <a:pt x="576148" y="1005819"/>
                </a:lnTo>
                <a:lnTo>
                  <a:pt x="585914" y="1005819"/>
                </a:lnTo>
                <a:lnTo>
                  <a:pt x="585914" y="1015584"/>
                </a:lnTo>
                <a:lnTo>
                  <a:pt x="595679" y="1015584"/>
                </a:lnTo>
                <a:lnTo>
                  <a:pt x="605444" y="1015584"/>
                </a:lnTo>
                <a:lnTo>
                  <a:pt x="615209" y="1015584"/>
                </a:lnTo>
                <a:lnTo>
                  <a:pt x="624975" y="1015584"/>
                </a:lnTo>
                <a:lnTo>
                  <a:pt x="624975" y="1005819"/>
                </a:lnTo>
                <a:lnTo>
                  <a:pt x="615209" y="1005819"/>
                </a:lnTo>
                <a:lnTo>
                  <a:pt x="615209" y="996053"/>
                </a:lnTo>
                <a:lnTo>
                  <a:pt x="624975" y="996053"/>
                </a:lnTo>
                <a:lnTo>
                  <a:pt x="634740" y="996053"/>
                </a:lnTo>
                <a:lnTo>
                  <a:pt x="644505" y="996053"/>
                </a:lnTo>
                <a:lnTo>
                  <a:pt x="654270" y="996053"/>
                </a:lnTo>
                <a:lnTo>
                  <a:pt x="654270" y="986288"/>
                </a:lnTo>
                <a:lnTo>
                  <a:pt x="664036" y="986288"/>
                </a:lnTo>
                <a:lnTo>
                  <a:pt x="673801" y="986288"/>
                </a:lnTo>
                <a:lnTo>
                  <a:pt x="673801" y="976523"/>
                </a:lnTo>
                <a:lnTo>
                  <a:pt x="673801" y="966758"/>
                </a:lnTo>
                <a:lnTo>
                  <a:pt x="683566" y="966758"/>
                </a:lnTo>
                <a:lnTo>
                  <a:pt x="683566" y="956992"/>
                </a:lnTo>
                <a:lnTo>
                  <a:pt x="683566" y="947227"/>
                </a:lnTo>
                <a:lnTo>
                  <a:pt x="693331" y="947227"/>
                </a:lnTo>
                <a:lnTo>
                  <a:pt x="693331" y="937462"/>
                </a:lnTo>
                <a:lnTo>
                  <a:pt x="703096" y="937462"/>
                </a:lnTo>
                <a:lnTo>
                  <a:pt x="712862" y="937462"/>
                </a:lnTo>
                <a:lnTo>
                  <a:pt x="712862" y="947227"/>
                </a:lnTo>
                <a:lnTo>
                  <a:pt x="722627" y="947227"/>
                </a:lnTo>
                <a:lnTo>
                  <a:pt x="732392" y="947227"/>
                </a:lnTo>
                <a:lnTo>
                  <a:pt x="732392" y="937462"/>
                </a:lnTo>
                <a:lnTo>
                  <a:pt x="742157" y="937462"/>
                </a:lnTo>
                <a:lnTo>
                  <a:pt x="742157" y="947227"/>
                </a:lnTo>
                <a:lnTo>
                  <a:pt x="742157" y="956992"/>
                </a:lnTo>
                <a:lnTo>
                  <a:pt x="751923" y="956992"/>
                </a:lnTo>
                <a:lnTo>
                  <a:pt x="751923" y="966758"/>
                </a:lnTo>
                <a:lnTo>
                  <a:pt x="761688" y="966758"/>
                </a:lnTo>
                <a:lnTo>
                  <a:pt x="771453" y="966758"/>
                </a:lnTo>
                <a:lnTo>
                  <a:pt x="771453" y="956992"/>
                </a:lnTo>
                <a:lnTo>
                  <a:pt x="781218" y="956992"/>
                </a:lnTo>
                <a:lnTo>
                  <a:pt x="781218" y="947227"/>
                </a:lnTo>
                <a:lnTo>
                  <a:pt x="790984" y="947227"/>
                </a:lnTo>
                <a:lnTo>
                  <a:pt x="790984" y="937462"/>
                </a:lnTo>
                <a:lnTo>
                  <a:pt x="790984" y="927697"/>
                </a:lnTo>
                <a:lnTo>
                  <a:pt x="800749" y="927697"/>
                </a:lnTo>
                <a:lnTo>
                  <a:pt x="810514" y="927697"/>
                </a:lnTo>
                <a:lnTo>
                  <a:pt x="820279" y="927697"/>
                </a:lnTo>
                <a:lnTo>
                  <a:pt x="820279" y="937462"/>
                </a:lnTo>
                <a:lnTo>
                  <a:pt x="810514" y="937462"/>
                </a:lnTo>
                <a:lnTo>
                  <a:pt x="810514" y="947227"/>
                </a:lnTo>
                <a:lnTo>
                  <a:pt x="800749" y="947227"/>
                </a:lnTo>
                <a:lnTo>
                  <a:pt x="800749" y="956992"/>
                </a:lnTo>
                <a:lnTo>
                  <a:pt x="800749" y="966758"/>
                </a:lnTo>
                <a:lnTo>
                  <a:pt x="810514" y="966758"/>
                </a:lnTo>
                <a:lnTo>
                  <a:pt x="820279" y="966758"/>
                </a:lnTo>
                <a:lnTo>
                  <a:pt x="830044" y="966758"/>
                </a:lnTo>
                <a:lnTo>
                  <a:pt x="839810" y="966758"/>
                </a:lnTo>
                <a:lnTo>
                  <a:pt x="839810" y="976523"/>
                </a:lnTo>
                <a:lnTo>
                  <a:pt x="849575" y="976523"/>
                </a:lnTo>
                <a:lnTo>
                  <a:pt x="849575" y="986288"/>
                </a:lnTo>
                <a:lnTo>
                  <a:pt x="849575" y="996053"/>
                </a:lnTo>
                <a:lnTo>
                  <a:pt x="859340" y="996053"/>
                </a:lnTo>
                <a:lnTo>
                  <a:pt x="869105" y="996053"/>
                </a:lnTo>
                <a:lnTo>
                  <a:pt x="869105" y="1005819"/>
                </a:lnTo>
                <a:lnTo>
                  <a:pt x="869105" y="1015584"/>
                </a:lnTo>
                <a:lnTo>
                  <a:pt x="859340" y="1015584"/>
                </a:lnTo>
                <a:lnTo>
                  <a:pt x="859340" y="1025349"/>
                </a:lnTo>
                <a:lnTo>
                  <a:pt x="859340" y="1035114"/>
                </a:lnTo>
                <a:lnTo>
                  <a:pt x="859340" y="1044879"/>
                </a:lnTo>
                <a:lnTo>
                  <a:pt x="859340" y="1054645"/>
                </a:lnTo>
                <a:lnTo>
                  <a:pt x="849575" y="1054645"/>
                </a:lnTo>
                <a:lnTo>
                  <a:pt x="849575" y="1064410"/>
                </a:lnTo>
                <a:lnTo>
                  <a:pt x="859340" y="1064410"/>
                </a:lnTo>
                <a:lnTo>
                  <a:pt x="859340" y="1074175"/>
                </a:lnTo>
                <a:lnTo>
                  <a:pt x="859340" y="1083940"/>
                </a:lnTo>
                <a:lnTo>
                  <a:pt x="869105" y="1083940"/>
                </a:lnTo>
                <a:lnTo>
                  <a:pt x="869105" y="1093706"/>
                </a:lnTo>
                <a:lnTo>
                  <a:pt x="878871" y="1093706"/>
                </a:lnTo>
                <a:lnTo>
                  <a:pt x="878871" y="1103471"/>
                </a:lnTo>
                <a:lnTo>
                  <a:pt x="888636" y="1103471"/>
                </a:lnTo>
                <a:lnTo>
                  <a:pt x="888636" y="1093706"/>
                </a:lnTo>
                <a:lnTo>
                  <a:pt x="898401" y="1093706"/>
                </a:lnTo>
                <a:lnTo>
                  <a:pt x="908166" y="1093706"/>
                </a:lnTo>
                <a:lnTo>
                  <a:pt x="908166" y="1103471"/>
                </a:lnTo>
                <a:lnTo>
                  <a:pt x="908166" y="1113236"/>
                </a:lnTo>
                <a:lnTo>
                  <a:pt x="908166" y="1123001"/>
                </a:lnTo>
                <a:lnTo>
                  <a:pt x="898401" y="1123001"/>
                </a:lnTo>
                <a:lnTo>
                  <a:pt x="888636" y="1123001"/>
                </a:lnTo>
                <a:lnTo>
                  <a:pt x="878871" y="1123001"/>
                </a:lnTo>
                <a:lnTo>
                  <a:pt x="869105" y="1123001"/>
                </a:lnTo>
                <a:lnTo>
                  <a:pt x="859340" y="1123001"/>
                </a:lnTo>
                <a:lnTo>
                  <a:pt x="849575" y="1123001"/>
                </a:lnTo>
                <a:lnTo>
                  <a:pt x="849575" y="1113236"/>
                </a:lnTo>
                <a:lnTo>
                  <a:pt x="849575" y="1103471"/>
                </a:lnTo>
                <a:lnTo>
                  <a:pt x="839810" y="1103471"/>
                </a:lnTo>
                <a:lnTo>
                  <a:pt x="830044" y="1103471"/>
                </a:lnTo>
                <a:lnTo>
                  <a:pt x="820279" y="1103471"/>
                </a:lnTo>
                <a:lnTo>
                  <a:pt x="820279" y="1113236"/>
                </a:lnTo>
                <a:lnTo>
                  <a:pt x="810514" y="1113236"/>
                </a:lnTo>
                <a:lnTo>
                  <a:pt x="800749" y="1113236"/>
                </a:lnTo>
                <a:lnTo>
                  <a:pt x="790984" y="1113236"/>
                </a:lnTo>
                <a:lnTo>
                  <a:pt x="790984" y="1103471"/>
                </a:lnTo>
                <a:lnTo>
                  <a:pt x="790984" y="1093706"/>
                </a:lnTo>
                <a:lnTo>
                  <a:pt x="790984" y="1083940"/>
                </a:lnTo>
                <a:lnTo>
                  <a:pt x="790984" y="1074175"/>
                </a:lnTo>
                <a:lnTo>
                  <a:pt x="790984" y="1064410"/>
                </a:lnTo>
                <a:lnTo>
                  <a:pt x="800749" y="1064410"/>
                </a:lnTo>
                <a:lnTo>
                  <a:pt x="810514" y="1064410"/>
                </a:lnTo>
                <a:lnTo>
                  <a:pt x="810514" y="1054645"/>
                </a:lnTo>
                <a:lnTo>
                  <a:pt x="820279" y="1054645"/>
                </a:lnTo>
                <a:lnTo>
                  <a:pt x="820279" y="1044879"/>
                </a:lnTo>
                <a:lnTo>
                  <a:pt x="830044" y="1044879"/>
                </a:lnTo>
                <a:lnTo>
                  <a:pt x="830044" y="1035114"/>
                </a:lnTo>
                <a:lnTo>
                  <a:pt x="839810" y="1035114"/>
                </a:lnTo>
                <a:lnTo>
                  <a:pt x="839810" y="1025349"/>
                </a:lnTo>
                <a:lnTo>
                  <a:pt x="839810" y="1015584"/>
                </a:lnTo>
                <a:lnTo>
                  <a:pt x="839810" y="1005819"/>
                </a:lnTo>
                <a:lnTo>
                  <a:pt x="830044" y="1005819"/>
                </a:lnTo>
                <a:lnTo>
                  <a:pt x="830044" y="996053"/>
                </a:lnTo>
                <a:lnTo>
                  <a:pt x="830044" y="986288"/>
                </a:lnTo>
                <a:lnTo>
                  <a:pt x="820279" y="986288"/>
                </a:lnTo>
                <a:lnTo>
                  <a:pt x="810514" y="986288"/>
                </a:lnTo>
                <a:lnTo>
                  <a:pt x="800749" y="986288"/>
                </a:lnTo>
                <a:lnTo>
                  <a:pt x="790984" y="986288"/>
                </a:lnTo>
                <a:lnTo>
                  <a:pt x="781218" y="986288"/>
                </a:lnTo>
                <a:lnTo>
                  <a:pt x="781218" y="976523"/>
                </a:lnTo>
                <a:lnTo>
                  <a:pt x="771453" y="976523"/>
                </a:lnTo>
                <a:lnTo>
                  <a:pt x="761688" y="976523"/>
                </a:lnTo>
                <a:lnTo>
                  <a:pt x="751923" y="976523"/>
                </a:lnTo>
                <a:lnTo>
                  <a:pt x="742157" y="976523"/>
                </a:lnTo>
                <a:lnTo>
                  <a:pt x="742157" y="966758"/>
                </a:lnTo>
                <a:lnTo>
                  <a:pt x="732392" y="966758"/>
                </a:lnTo>
                <a:lnTo>
                  <a:pt x="722627" y="966758"/>
                </a:lnTo>
                <a:lnTo>
                  <a:pt x="722627" y="976523"/>
                </a:lnTo>
                <a:lnTo>
                  <a:pt x="712862" y="976523"/>
                </a:lnTo>
                <a:lnTo>
                  <a:pt x="703096" y="976523"/>
                </a:lnTo>
                <a:lnTo>
                  <a:pt x="703096" y="986288"/>
                </a:lnTo>
                <a:lnTo>
                  <a:pt x="693331" y="986288"/>
                </a:lnTo>
                <a:lnTo>
                  <a:pt x="683566" y="986288"/>
                </a:lnTo>
                <a:lnTo>
                  <a:pt x="683566" y="996053"/>
                </a:lnTo>
                <a:lnTo>
                  <a:pt x="673801" y="996053"/>
                </a:lnTo>
                <a:lnTo>
                  <a:pt x="673801" y="1005819"/>
                </a:lnTo>
                <a:lnTo>
                  <a:pt x="664036" y="1005819"/>
                </a:lnTo>
                <a:lnTo>
                  <a:pt x="664036" y="1015584"/>
                </a:lnTo>
                <a:lnTo>
                  <a:pt x="664036" y="1025349"/>
                </a:lnTo>
                <a:lnTo>
                  <a:pt x="654270" y="1025349"/>
                </a:lnTo>
                <a:lnTo>
                  <a:pt x="654270" y="1035114"/>
                </a:lnTo>
                <a:lnTo>
                  <a:pt x="664036" y="1035114"/>
                </a:lnTo>
                <a:lnTo>
                  <a:pt x="664036" y="1044879"/>
                </a:lnTo>
                <a:lnTo>
                  <a:pt x="664036" y="1054645"/>
                </a:lnTo>
                <a:lnTo>
                  <a:pt x="654270" y="1054645"/>
                </a:lnTo>
                <a:lnTo>
                  <a:pt x="654270" y="1064410"/>
                </a:lnTo>
                <a:lnTo>
                  <a:pt x="644505" y="1064410"/>
                </a:lnTo>
                <a:lnTo>
                  <a:pt x="634740" y="1064410"/>
                </a:lnTo>
                <a:lnTo>
                  <a:pt x="634740" y="1074175"/>
                </a:lnTo>
                <a:lnTo>
                  <a:pt x="634740" y="1083940"/>
                </a:lnTo>
                <a:lnTo>
                  <a:pt x="634740" y="1093706"/>
                </a:lnTo>
                <a:lnTo>
                  <a:pt x="624975" y="1093706"/>
                </a:lnTo>
                <a:lnTo>
                  <a:pt x="624975" y="1103471"/>
                </a:lnTo>
                <a:lnTo>
                  <a:pt x="624975" y="1113236"/>
                </a:lnTo>
                <a:lnTo>
                  <a:pt x="634740" y="1113236"/>
                </a:lnTo>
                <a:lnTo>
                  <a:pt x="644505" y="1113236"/>
                </a:lnTo>
                <a:lnTo>
                  <a:pt x="644505" y="1123001"/>
                </a:lnTo>
                <a:lnTo>
                  <a:pt x="644505" y="1132767"/>
                </a:lnTo>
                <a:lnTo>
                  <a:pt x="644505" y="1142532"/>
                </a:lnTo>
                <a:lnTo>
                  <a:pt x="644505" y="1152297"/>
                </a:lnTo>
                <a:lnTo>
                  <a:pt x="644505" y="1162062"/>
                </a:lnTo>
                <a:lnTo>
                  <a:pt x="644505" y="1171827"/>
                </a:lnTo>
                <a:lnTo>
                  <a:pt x="634740" y="1171827"/>
                </a:lnTo>
                <a:lnTo>
                  <a:pt x="634740" y="1181593"/>
                </a:lnTo>
                <a:lnTo>
                  <a:pt x="624975" y="1181593"/>
                </a:lnTo>
                <a:lnTo>
                  <a:pt x="624975" y="1191358"/>
                </a:lnTo>
                <a:lnTo>
                  <a:pt x="624975" y="1201123"/>
                </a:lnTo>
                <a:lnTo>
                  <a:pt x="624975" y="1210888"/>
                </a:lnTo>
                <a:lnTo>
                  <a:pt x="615209" y="1210888"/>
                </a:lnTo>
                <a:lnTo>
                  <a:pt x="605444" y="1210888"/>
                </a:lnTo>
                <a:lnTo>
                  <a:pt x="605444" y="1220654"/>
                </a:lnTo>
                <a:lnTo>
                  <a:pt x="605444" y="1230419"/>
                </a:lnTo>
                <a:lnTo>
                  <a:pt x="595679" y="1230419"/>
                </a:lnTo>
                <a:lnTo>
                  <a:pt x="595679" y="1240184"/>
                </a:lnTo>
                <a:lnTo>
                  <a:pt x="595679" y="1249949"/>
                </a:lnTo>
                <a:lnTo>
                  <a:pt x="585914" y="1249949"/>
                </a:lnTo>
                <a:lnTo>
                  <a:pt x="585914" y="1259714"/>
                </a:lnTo>
                <a:lnTo>
                  <a:pt x="576148" y="1259714"/>
                </a:lnTo>
                <a:lnTo>
                  <a:pt x="576148" y="1269480"/>
                </a:lnTo>
                <a:lnTo>
                  <a:pt x="576148" y="1279245"/>
                </a:lnTo>
                <a:lnTo>
                  <a:pt x="576148" y="1289010"/>
                </a:lnTo>
                <a:lnTo>
                  <a:pt x="566383" y="1289010"/>
                </a:lnTo>
                <a:lnTo>
                  <a:pt x="566383" y="1298775"/>
                </a:lnTo>
                <a:lnTo>
                  <a:pt x="556618" y="1298775"/>
                </a:lnTo>
                <a:lnTo>
                  <a:pt x="556618" y="1308541"/>
                </a:lnTo>
                <a:lnTo>
                  <a:pt x="546853" y="1308541"/>
                </a:lnTo>
                <a:lnTo>
                  <a:pt x="546853" y="1318306"/>
                </a:lnTo>
                <a:lnTo>
                  <a:pt x="537088" y="1318306"/>
                </a:lnTo>
                <a:lnTo>
                  <a:pt x="537088" y="1328071"/>
                </a:lnTo>
                <a:lnTo>
                  <a:pt x="527322" y="1328071"/>
                </a:lnTo>
                <a:lnTo>
                  <a:pt x="527322" y="1337836"/>
                </a:lnTo>
                <a:lnTo>
                  <a:pt x="517557" y="1337836"/>
                </a:lnTo>
                <a:lnTo>
                  <a:pt x="507792" y="1337836"/>
                </a:lnTo>
                <a:lnTo>
                  <a:pt x="498027" y="1337836"/>
                </a:lnTo>
                <a:lnTo>
                  <a:pt x="498027" y="1328071"/>
                </a:lnTo>
                <a:lnTo>
                  <a:pt x="507792" y="1328071"/>
                </a:lnTo>
                <a:lnTo>
                  <a:pt x="507792" y="1318306"/>
                </a:lnTo>
                <a:lnTo>
                  <a:pt x="517557" y="1318306"/>
                </a:lnTo>
                <a:lnTo>
                  <a:pt x="517557" y="1308541"/>
                </a:lnTo>
                <a:lnTo>
                  <a:pt x="527322" y="1308541"/>
                </a:lnTo>
                <a:lnTo>
                  <a:pt x="527322" y="1298775"/>
                </a:lnTo>
                <a:lnTo>
                  <a:pt x="537088" y="1298775"/>
                </a:lnTo>
                <a:lnTo>
                  <a:pt x="537088" y="1289010"/>
                </a:lnTo>
                <a:lnTo>
                  <a:pt x="546853" y="1289010"/>
                </a:lnTo>
                <a:lnTo>
                  <a:pt x="546853" y="1279245"/>
                </a:lnTo>
                <a:lnTo>
                  <a:pt x="546853" y="1269480"/>
                </a:lnTo>
                <a:lnTo>
                  <a:pt x="556618" y="1269480"/>
                </a:lnTo>
                <a:lnTo>
                  <a:pt x="556618" y="1259714"/>
                </a:lnTo>
                <a:lnTo>
                  <a:pt x="556618" y="1249949"/>
                </a:lnTo>
                <a:lnTo>
                  <a:pt x="566383" y="1249949"/>
                </a:lnTo>
                <a:lnTo>
                  <a:pt x="566383" y="1240184"/>
                </a:lnTo>
                <a:lnTo>
                  <a:pt x="576148" y="1240184"/>
                </a:lnTo>
                <a:lnTo>
                  <a:pt x="576148" y="1230419"/>
                </a:lnTo>
                <a:lnTo>
                  <a:pt x="576148" y="1220654"/>
                </a:lnTo>
                <a:lnTo>
                  <a:pt x="576148" y="1210888"/>
                </a:lnTo>
                <a:lnTo>
                  <a:pt x="576148" y="1201123"/>
                </a:lnTo>
                <a:lnTo>
                  <a:pt x="585914" y="1201123"/>
                </a:lnTo>
                <a:lnTo>
                  <a:pt x="595679" y="1201123"/>
                </a:lnTo>
                <a:lnTo>
                  <a:pt x="605444" y="1201123"/>
                </a:lnTo>
                <a:lnTo>
                  <a:pt x="605444" y="1191358"/>
                </a:lnTo>
                <a:lnTo>
                  <a:pt x="615209" y="1191358"/>
                </a:lnTo>
                <a:lnTo>
                  <a:pt x="615209" y="1181593"/>
                </a:lnTo>
                <a:lnTo>
                  <a:pt x="615209" y="1171827"/>
                </a:lnTo>
                <a:lnTo>
                  <a:pt x="624975" y="1171827"/>
                </a:lnTo>
                <a:lnTo>
                  <a:pt x="624975" y="1162062"/>
                </a:lnTo>
                <a:lnTo>
                  <a:pt x="615209" y="1162062"/>
                </a:lnTo>
                <a:lnTo>
                  <a:pt x="615209" y="1152297"/>
                </a:lnTo>
                <a:lnTo>
                  <a:pt x="615209" y="1142532"/>
                </a:lnTo>
                <a:lnTo>
                  <a:pt x="615209" y="1132767"/>
                </a:lnTo>
                <a:lnTo>
                  <a:pt x="624975" y="1132767"/>
                </a:lnTo>
                <a:lnTo>
                  <a:pt x="624975" y="1123001"/>
                </a:lnTo>
                <a:lnTo>
                  <a:pt x="615209" y="1123001"/>
                </a:lnTo>
                <a:lnTo>
                  <a:pt x="615209" y="1113236"/>
                </a:lnTo>
                <a:lnTo>
                  <a:pt x="605444" y="1113236"/>
                </a:lnTo>
                <a:lnTo>
                  <a:pt x="605444" y="1103471"/>
                </a:lnTo>
                <a:lnTo>
                  <a:pt x="595679" y="1103471"/>
                </a:lnTo>
                <a:lnTo>
                  <a:pt x="595679" y="1093706"/>
                </a:lnTo>
                <a:lnTo>
                  <a:pt x="595679" y="1083940"/>
                </a:lnTo>
                <a:lnTo>
                  <a:pt x="595679" y="1074175"/>
                </a:lnTo>
                <a:lnTo>
                  <a:pt x="595679" y="1064410"/>
                </a:lnTo>
                <a:lnTo>
                  <a:pt x="585914" y="1064410"/>
                </a:lnTo>
                <a:lnTo>
                  <a:pt x="576148" y="1064410"/>
                </a:lnTo>
                <a:lnTo>
                  <a:pt x="576148" y="1054645"/>
                </a:lnTo>
                <a:lnTo>
                  <a:pt x="566383" y="1054645"/>
                </a:lnTo>
                <a:lnTo>
                  <a:pt x="556618" y="1054645"/>
                </a:lnTo>
                <a:lnTo>
                  <a:pt x="556618" y="1044879"/>
                </a:lnTo>
                <a:lnTo>
                  <a:pt x="546853" y="1044879"/>
                </a:lnTo>
                <a:lnTo>
                  <a:pt x="546853" y="1054645"/>
                </a:lnTo>
                <a:lnTo>
                  <a:pt x="537088" y="1054645"/>
                </a:lnTo>
                <a:lnTo>
                  <a:pt x="537088" y="1064410"/>
                </a:lnTo>
                <a:lnTo>
                  <a:pt x="537088" y="1074175"/>
                </a:lnTo>
                <a:lnTo>
                  <a:pt x="527322" y="1074175"/>
                </a:lnTo>
                <a:lnTo>
                  <a:pt x="517557" y="1074175"/>
                </a:lnTo>
                <a:lnTo>
                  <a:pt x="507792" y="1074175"/>
                </a:lnTo>
                <a:lnTo>
                  <a:pt x="507792" y="1064410"/>
                </a:lnTo>
                <a:lnTo>
                  <a:pt x="498027" y="1064410"/>
                </a:lnTo>
                <a:lnTo>
                  <a:pt x="488261" y="1064410"/>
                </a:lnTo>
                <a:lnTo>
                  <a:pt x="488261" y="1074175"/>
                </a:lnTo>
                <a:lnTo>
                  <a:pt x="478496" y="1074175"/>
                </a:lnTo>
                <a:lnTo>
                  <a:pt x="468731" y="1074175"/>
                </a:lnTo>
                <a:lnTo>
                  <a:pt x="458966" y="1074175"/>
                </a:lnTo>
                <a:lnTo>
                  <a:pt x="458966" y="1064410"/>
                </a:lnTo>
                <a:lnTo>
                  <a:pt x="449201" y="1064410"/>
                </a:lnTo>
                <a:lnTo>
                  <a:pt x="449201" y="1074175"/>
                </a:lnTo>
                <a:lnTo>
                  <a:pt x="439435" y="1074175"/>
                </a:lnTo>
                <a:lnTo>
                  <a:pt x="439435" y="1064410"/>
                </a:lnTo>
                <a:lnTo>
                  <a:pt x="429670" y="1064410"/>
                </a:lnTo>
                <a:lnTo>
                  <a:pt x="419905" y="1064410"/>
                </a:lnTo>
                <a:lnTo>
                  <a:pt x="419905" y="1054645"/>
                </a:lnTo>
                <a:lnTo>
                  <a:pt x="410140" y="1054645"/>
                </a:lnTo>
                <a:lnTo>
                  <a:pt x="400374" y="1054645"/>
                </a:lnTo>
                <a:lnTo>
                  <a:pt x="390609" y="1054645"/>
                </a:lnTo>
                <a:lnTo>
                  <a:pt x="380844" y="1054645"/>
                </a:lnTo>
                <a:lnTo>
                  <a:pt x="371079" y="1054645"/>
                </a:lnTo>
                <a:lnTo>
                  <a:pt x="371079" y="1064410"/>
                </a:lnTo>
                <a:lnTo>
                  <a:pt x="361313" y="1064410"/>
                </a:lnTo>
                <a:lnTo>
                  <a:pt x="361313" y="1074175"/>
                </a:lnTo>
                <a:lnTo>
                  <a:pt x="351548" y="1074175"/>
                </a:lnTo>
                <a:lnTo>
                  <a:pt x="341783" y="1074175"/>
                </a:lnTo>
                <a:lnTo>
                  <a:pt x="332018" y="1074175"/>
                </a:lnTo>
                <a:lnTo>
                  <a:pt x="332018" y="1083940"/>
                </a:lnTo>
                <a:lnTo>
                  <a:pt x="322253" y="1083940"/>
                </a:lnTo>
                <a:lnTo>
                  <a:pt x="322253" y="1093706"/>
                </a:lnTo>
                <a:lnTo>
                  <a:pt x="322253" y="1103471"/>
                </a:lnTo>
                <a:lnTo>
                  <a:pt x="332018" y="1103471"/>
                </a:lnTo>
                <a:lnTo>
                  <a:pt x="332018" y="1113236"/>
                </a:lnTo>
                <a:lnTo>
                  <a:pt x="322253" y="1113236"/>
                </a:lnTo>
                <a:lnTo>
                  <a:pt x="322253" y="1123001"/>
                </a:lnTo>
                <a:lnTo>
                  <a:pt x="312487" y="1123001"/>
                </a:lnTo>
                <a:lnTo>
                  <a:pt x="312487" y="1132767"/>
                </a:lnTo>
                <a:lnTo>
                  <a:pt x="312487" y="1142532"/>
                </a:lnTo>
                <a:lnTo>
                  <a:pt x="312487" y="1152297"/>
                </a:lnTo>
                <a:lnTo>
                  <a:pt x="302722" y="1152297"/>
                </a:lnTo>
                <a:lnTo>
                  <a:pt x="302722" y="1162062"/>
                </a:lnTo>
                <a:lnTo>
                  <a:pt x="302722" y="1171827"/>
                </a:lnTo>
                <a:lnTo>
                  <a:pt x="312487" y="1171827"/>
                </a:lnTo>
                <a:lnTo>
                  <a:pt x="312487" y="1181593"/>
                </a:lnTo>
                <a:lnTo>
                  <a:pt x="312487" y="1191358"/>
                </a:lnTo>
                <a:lnTo>
                  <a:pt x="312487" y="1201123"/>
                </a:lnTo>
                <a:lnTo>
                  <a:pt x="312487" y="1210888"/>
                </a:lnTo>
                <a:lnTo>
                  <a:pt x="322253" y="1210888"/>
                </a:lnTo>
                <a:lnTo>
                  <a:pt x="332018" y="1210888"/>
                </a:lnTo>
                <a:lnTo>
                  <a:pt x="332018" y="1220654"/>
                </a:lnTo>
                <a:lnTo>
                  <a:pt x="332018" y="1230419"/>
                </a:lnTo>
                <a:lnTo>
                  <a:pt x="332018" y="1240184"/>
                </a:lnTo>
                <a:lnTo>
                  <a:pt x="341783" y="1240184"/>
                </a:lnTo>
                <a:lnTo>
                  <a:pt x="341783" y="1249949"/>
                </a:lnTo>
                <a:lnTo>
                  <a:pt x="351548" y="1249949"/>
                </a:lnTo>
                <a:lnTo>
                  <a:pt x="351548" y="1259714"/>
                </a:lnTo>
                <a:lnTo>
                  <a:pt x="361313" y="1259714"/>
                </a:lnTo>
                <a:lnTo>
                  <a:pt x="361313" y="1269480"/>
                </a:lnTo>
                <a:lnTo>
                  <a:pt x="371079" y="1269480"/>
                </a:lnTo>
                <a:lnTo>
                  <a:pt x="380844" y="1269480"/>
                </a:lnTo>
                <a:lnTo>
                  <a:pt x="380844" y="1279245"/>
                </a:lnTo>
                <a:lnTo>
                  <a:pt x="390609" y="1279245"/>
                </a:lnTo>
                <a:lnTo>
                  <a:pt x="390609" y="1289010"/>
                </a:lnTo>
                <a:lnTo>
                  <a:pt x="400374" y="1289010"/>
                </a:lnTo>
                <a:lnTo>
                  <a:pt x="410140" y="1289010"/>
                </a:lnTo>
                <a:lnTo>
                  <a:pt x="410140" y="1298775"/>
                </a:lnTo>
                <a:lnTo>
                  <a:pt x="400374" y="1298775"/>
                </a:lnTo>
                <a:lnTo>
                  <a:pt x="400374" y="1308541"/>
                </a:lnTo>
                <a:lnTo>
                  <a:pt x="400374" y="1318306"/>
                </a:lnTo>
                <a:lnTo>
                  <a:pt x="390609" y="1318306"/>
                </a:lnTo>
                <a:lnTo>
                  <a:pt x="380844" y="1318306"/>
                </a:lnTo>
                <a:lnTo>
                  <a:pt x="371079" y="1318306"/>
                </a:lnTo>
                <a:lnTo>
                  <a:pt x="361313" y="1318306"/>
                </a:lnTo>
                <a:lnTo>
                  <a:pt x="351548" y="1318306"/>
                </a:lnTo>
                <a:lnTo>
                  <a:pt x="351548" y="1308541"/>
                </a:lnTo>
                <a:lnTo>
                  <a:pt x="341783" y="1308541"/>
                </a:lnTo>
                <a:lnTo>
                  <a:pt x="341783" y="1298775"/>
                </a:lnTo>
                <a:lnTo>
                  <a:pt x="332018" y="1298775"/>
                </a:lnTo>
                <a:lnTo>
                  <a:pt x="322253" y="1298775"/>
                </a:lnTo>
                <a:lnTo>
                  <a:pt x="312487" y="1298775"/>
                </a:lnTo>
                <a:lnTo>
                  <a:pt x="312487" y="1289010"/>
                </a:lnTo>
                <a:lnTo>
                  <a:pt x="312487" y="1279245"/>
                </a:lnTo>
                <a:lnTo>
                  <a:pt x="302722" y="1279245"/>
                </a:lnTo>
                <a:lnTo>
                  <a:pt x="302722" y="1269480"/>
                </a:lnTo>
                <a:lnTo>
                  <a:pt x="292957" y="1269480"/>
                </a:lnTo>
                <a:lnTo>
                  <a:pt x="283192" y="1269480"/>
                </a:lnTo>
                <a:lnTo>
                  <a:pt x="273426" y="1269480"/>
                </a:lnTo>
                <a:lnTo>
                  <a:pt x="273426" y="1259714"/>
                </a:lnTo>
                <a:lnTo>
                  <a:pt x="273426" y="1249949"/>
                </a:lnTo>
                <a:lnTo>
                  <a:pt x="263661" y="1249949"/>
                </a:lnTo>
                <a:lnTo>
                  <a:pt x="263661" y="1240184"/>
                </a:lnTo>
                <a:lnTo>
                  <a:pt x="253896" y="1240184"/>
                </a:lnTo>
                <a:lnTo>
                  <a:pt x="253896" y="1230419"/>
                </a:lnTo>
                <a:lnTo>
                  <a:pt x="244131" y="1230419"/>
                </a:lnTo>
                <a:lnTo>
                  <a:pt x="244131" y="1220654"/>
                </a:lnTo>
                <a:lnTo>
                  <a:pt x="244131" y="1210888"/>
                </a:lnTo>
                <a:lnTo>
                  <a:pt x="253896" y="1210888"/>
                </a:lnTo>
                <a:lnTo>
                  <a:pt x="253896" y="1201123"/>
                </a:lnTo>
                <a:lnTo>
                  <a:pt x="244131" y="1201123"/>
                </a:lnTo>
                <a:lnTo>
                  <a:pt x="244131" y="1191358"/>
                </a:lnTo>
                <a:lnTo>
                  <a:pt x="234365" y="1191358"/>
                </a:lnTo>
                <a:lnTo>
                  <a:pt x="234365" y="1181593"/>
                </a:lnTo>
                <a:lnTo>
                  <a:pt x="224600" y="1181593"/>
                </a:lnTo>
                <a:lnTo>
                  <a:pt x="214835" y="1181593"/>
                </a:lnTo>
                <a:lnTo>
                  <a:pt x="205070" y="1181593"/>
                </a:lnTo>
                <a:lnTo>
                  <a:pt x="205070" y="1171827"/>
                </a:lnTo>
                <a:lnTo>
                  <a:pt x="205070" y="1162062"/>
                </a:lnTo>
                <a:lnTo>
                  <a:pt x="195305" y="1162062"/>
                </a:lnTo>
                <a:lnTo>
                  <a:pt x="185539" y="1162062"/>
                </a:lnTo>
                <a:lnTo>
                  <a:pt x="185539" y="1171827"/>
                </a:lnTo>
                <a:lnTo>
                  <a:pt x="175774" y="1171827"/>
                </a:lnTo>
                <a:lnTo>
                  <a:pt x="166009" y="1171827"/>
                </a:lnTo>
                <a:lnTo>
                  <a:pt x="166009" y="1162062"/>
                </a:lnTo>
                <a:lnTo>
                  <a:pt x="166009" y="1152297"/>
                </a:lnTo>
                <a:lnTo>
                  <a:pt x="166009" y="1142532"/>
                </a:lnTo>
                <a:lnTo>
                  <a:pt x="166009" y="1132767"/>
                </a:lnTo>
                <a:lnTo>
                  <a:pt x="166009" y="1123001"/>
                </a:lnTo>
                <a:lnTo>
                  <a:pt x="156244" y="1123001"/>
                </a:lnTo>
                <a:lnTo>
                  <a:pt x="156244" y="1132767"/>
                </a:lnTo>
                <a:lnTo>
                  <a:pt x="146478" y="1132767"/>
                </a:lnTo>
                <a:lnTo>
                  <a:pt x="146478" y="1142532"/>
                </a:lnTo>
                <a:lnTo>
                  <a:pt x="136713" y="1142532"/>
                </a:lnTo>
                <a:lnTo>
                  <a:pt x="136713" y="1152297"/>
                </a:lnTo>
                <a:lnTo>
                  <a:pt x="136713" y="1162062"/>
                </a:lnTo>
                <a:lnTo>
                  <a:pt x="126948" y="1162062"/>
                </a:lnTo>
                <a:lnTo>
                  <a:pt x="126948" y="1171827"/>
                </a:lnTo>
                <a:lnTo>
                  <a:pt x="126948" y="1181593"/>
                </a:lnTo>
                <a:lnTo>
                  <a:pt x="126948" y="1191358"/>
                </a:lnTo>
                <a:lnTo>
                  <a:pt x="126948" y="1201123"/>
                </a:lnTo>
                <a:lnTo>
                  <a:pt x="136713" y="1201123"/>
                </a:lnTo>
                <a:lnTo>
                  <a:pt x="136713" y="1210888"/>
                </a:lnTo>
                <a:lnTo>
                  <a:pt x="146478" y="1210888"/>
                </a:lnTo>
                <a:lnTo>
                  <a:pt x="146478" y="1220654"/>
                </a:lnTo>
                <a:lnTo>
                  <a:pt x="146478" y="1230419"/>
                </a:lnTo>
                <a:lnTo>
                  <a:pt x="146478" y="1240184"/>
                </a:lnTo>
                <a:lnTo>
                  <a:pt x="156244" y="1240184"/>
                </a:lnTo>
                <a:lnTo>
                  <a:pt x="156244" y="1249949"/>
                </a:lnTo>
                <a:lnTo>
                  <a:pt x="166009" y="1249949"/>
                </a:lnTo>
                <a:lnTo>
                  <a:pt x="166009" y="1259714"/>
                </a:lnTo>
                <a:lnTo>
                  <a:pt x="166009" y="1269480"/>
                </a:lnTo>
                <a:lnTo>
                  <a:pt x="175774" y="1269480"/>
                </a:lnTo>
                <a:lnTo>
                  <a:pt x="175774" y="1279245"/>
                </a:lnTo>
                <a:lnTo>
                  <a:pt x="185539" y="1279245"/>
                </a:lnTo>
                <a:lnTo>
                  <a:pt x="185539" y="1289010"/>
                </a:lnTo>
                <a:lnTo>
                  <a:pt x="185539" y="1298775"/>
                </a:lnTo>
                <a:lnTo>
                  <a:pt x="195305" y="1298775"/>
                </a:lnTo>
                <a:lnTo>
                  <a:pt x="195305" y="1308541"/>
                </a:lnTo>
                <a:lnTo>
                  <a:pt x="205070" y="1308541"/>
                </a:lnTo>
                <a:lnTo>
                  <a:pt x="214835" y="1308541"/>
                </a:lnTo>
                <a:lnTo>
                  <a:pt x="224600" y="1308541"/>
                </a:lnTo>
                <a:lnTo>
                  <a:pt x="224600" y="1318306"/>
                </a:lnTo>
                <a:lnTo>
                  <a:pt x="224600" y="1328071"/>
                </a:lnTo>
                <a:lnTo>
                  <a:pt x="224600" y="1337836"/>
                </a:lnTo>
                <a:lnTo>
                  <a:pt x="224600" y="1347602"/>
                </a:lnTo>
                <a:lnTo>
                  <a:pt x="224600" y="1357367"/>
                </a:lnTo>
                <a:lnTo>
                  <a:pt x="224600" y="1367132"/>
                </a:lnTo>
                <a:lnTo>
                  <a:pt x="214835" y="1367132"/>
                </a:lnTo>
                <a:lnTo>
                  <a:pt x="205070" y="1367132"/>
                </a:lnTo>
                <a:lnTo>
                  <a:pt x="205070" y="1357367"/>
                </a:lnTo>
                <a:lnTo>
                  <a:pt x="205070" y="1347602"/>
                </a:lnTo>
                <a:lnTo>
                  <a:pt x="205070" y="1337836"/>
                </a:lnTo>
                <a:lnTo>
                  <a:pt x="205070" y="1328071"/>
                </a:lnTo>
                <a:lnTo>
                  <a:pt x="195305" y="1328071"/>
                </a:lnTo>
                <a:lnTo>
                  <a:pt x="185539" y="1328071"/>
                </a:lnTo>
                <a:lnTo>
                  <a:pt x="185539" y="1318306"/>
                </a:lnTo>
                <a:lnTo>
                  <a:pt x="185539" y="1308541"/>
                </a:lnTo>
                <a:lnTo>
                  <a:pt x="175774" y="1308541"/>
                </a:lnTo>
                <a:lnTo>
                  <a:pt x="166009" y="1308541"/>
                </a:lnTo>
                <a:lnTo>
                  <a:pt x="166009" y="1298775"/>
                </a:lnTo>
                <a:lnTo>
                  <a:pt x="156244" y="1298775"/>
                </a:lnTo>
                <a:lnTo>
                  <a:pt x="156244" y="1289010"/>
                </a:lnTo>
                <a:lnTo>
                  <a:pt x="146478" y="1289010"/>
                </a:lnTo>
                <a:lnTo>
                  <a:pt x="146478" y="1279245"/>
                </a:lnTo>
                <a:lnTo>
                  <a:pt x="146478" y="1269480"/>
                </a:lnTo>
                <a:lnTo>
                  <a:pt x="136713" y="1269480"/>
                </a:lnTo>
                <a:lnTo>
                  <a:pt x="136713" y="1259714"/>
                </a:lnTo>
                <a:lnTo>
                  <a:pt x="136713" y="1249949"/>
                </a:lnTo>
                <a:lnTo>
                  <a:pt x="136713" y="1240184"/>
                </a:lnTo>
                <a:lnTo>
                  <a:pt x="136713" y="1230419"/>
                </a:lnTo>
                <a:lnTo>
                  <a:pt x="126948" y="1230419"/>
                </a:lnTo>
                <a:lnTo>
                  <a:pt x="126948" y="1220654"/>
                </a:lnTo>
                <a:lnTo>
                  <a:pt x="117183" y="1220654"/>
                </a:lnTo>
                <a:lnTo>
                  <a:pt x="117183" y="1210888"/>
                </a:lnTo>
                <a:lnTo>
                  <a:pt x="107418" y="1210888"/>
                </a:lnTo>
                <a:close/>
                <a:moveTo>
                  <a:pt x="537088" y="996053"/>
                </a:moveTo>
                <a:lnTo>
                  <a:pt x="537088" y="986288"/>
                </a:lnTo>
                <a:lnTo>
                  <a:pt x="527322" y="986288"/>
                </a:lnTo>
                <a:lnTo>
                  <a:pt x="527322" y="996053"/>
                </a:lnTo>
                <a:close/>
                <a:moveTo>
                  <a:pt x="234365" y="1132767"/>
                </a:moveTo>
                <a:lnTo>
                  <a:pt x="234365" y="1123001"/>
                </a:lnTo>
                <a:lnTo>
                  <a:pt x="244131" y="1123001"/>
                </a:lnTo>
                <a:lnTo>
                  <a:pt x="244131" y="1113236"/>
                </a:lnTo>
                <a:lnTo>
                  <a:pt x="244131" y="1103471"/>
                </a:lnTo>
                <a:lnTo>
                  <a:pt x="234365" y="1103471"/>
                </a:lnTo>
                <a:lnTo>
                  <a:pt x="234365" y="1113236"/>
                </a:lnTo>
                <a:lnTo>
                  <a:pt x="224600" y="1113236"/>
                </a:lnTo>
                <a:lnTo>
                  <a:pt x="224600" y="1123001"/>
                </a:lnTo>
                <a:lnTo>
                  <a:pt x="224600" y="1132767"/>
                </a:lnTo>
                <a:close/>
                <a:moveTo>
                  <a:pt x="273426" y="1132767"/>
                </a:moveTo>
                <a:lnTo>
                  <a:pt x="273426" y="1142532"/>
                </a:lnTo>
                <a:lnTo>
                  <a:pt x="283192" y="1142532"/>
                </a:lnTo>
                <a:lnTo>
                  <a:pt x="283192" y="1132767"/>
                </a:lnTo>
                <a:lnTo>
                  <a:pt x="292957" y="1132767"/>
                </a:lnTo>
                <a:lnTo>
                  <a:pt x="292957" y="1123001"/>
                </a:lnTo>
                <a:lnTo>
                  <a:pt x="283192" y="1123001"/>
                </a:lnTo>
                <a:lnTo>
                  <a:pt x="273426" y="1123001"/>
                </a:lnTo>
                <a:close/>
                <a:moveTo>
                  <a:pt x="156244" y="917931"/>
                </a:moveTo>
                <a:lnTo>
                  <a:pt x="146478" y="917931"/>
                </a:lnTo>
                <a:lnTo>
                  <a:pt x="136713" y="917931"/>
                </a:lnTo>
                <a:lnTo>
                  <a:pt x="136713" y="908166"/>
                </a:lnTo>
                <a:lnTo>
                  <a:pt x="126948" y="908166"/>
                </a:lnTo>
                <a:lnTo>
                  <a:pt x="126948" y="898401"/>
                </a:lnTo>
                <a:lnTo>
                  <a:pt x="126948" y="888636"/>
                </a:lnTo>
                <a:lnTo>
                  <a:pt x="136713" y="888636"/>
                </a:lnTo>
                <a:lnTo>
                  <a:pt x="146478" y="888636"/>
                </a:lnTo>
                <a:lnTo>
                  <a:pt x="146478" y="898401"/>
                </a:lnTo>
                <a:lnTo>
                  <a:pt x="156244" y="898401"/>
                </a:lnTo>
                <a:lnTo>
                  <a:pt x="156244" y="908166"/>
                </a:lnTo>
                <a:lnTo>
                  <a:pt x="166009" y="908166"/>
                </a:lnTo>
                <a:lnTo>
                  <a:pt x="175774" y="908166"/>
                </a:lnTo>
                <a:lnTo>
                  <a:pt x="175774" y="917931"/>
                </a:lnTo>
                <a:lnTo>
                  <a:pt x="175774" y="927697"/>
                </a:lnTo>
                <a:lnTo>
                  <a:pt x="175774" y="937462"/>
                </a:lnTo>
                <a:lnTo>
                  <a:pt x="166009" y="937462"/>
                </a:lnTo>
                <a:lnTo>
                  <a:pt x="166009" y="927697"/>
                </a:lnTo>
                <a:lnTo>
                  <a:pt x="156244" y="927697"/>
                </a:lnTo>
                <a:close/>
                <a:moveTo>
                  <a:pt x="136713" y="1015584"/>
                </a:moveTo>
                <a:lnTo>
                  <a:pt x="126948" y="1015584"/>
                </a:lnTo>
                <a:lnTo>
                  <a:pt x="126948" y="1005819"/>
                </a:lnTo>
                <a:lnTo>
                  <a:pt x="136713" y="1005819"/>
                </a:lnTo>
                <a:close/>
                <a:moveTo>
                  <a:pt x="195305" y="537088"/>
                </a:moveTo>
                <a:lnTo>
                  <a:pt x="195305" y="546853"/>
                </a:lnTo>
                <a:lnTo>
                  <a:pt x="195305" y="556618"/>
                </a:lnTo>
                <a:lnTo>
                  <a:pt x="185539" y="556618"/>
                </a:lnTo>
                <a:lnTo>
                  <a:pt x="175774" y="556618"/>
                </a:lnTo>
                <a:lnTo>
                  <a:pt x="175774" y="546853"/>
                </a:lnTo>
                <a:lnTo>
                  <a:pt x="175774" y="537088"/>
                </a:lnTo>
                <a:lnTo>
                  <a:pt x="175774" y="527322"/>
                </a:lnTo>
                <a:lnTo>
                  <a:pt x="185539" y="527322"/>
                </a:lnTo>
                <a:lnTo>
                  <a:pt x="195305" y="527322"/>
                </a:lnTo>
                <a:close/>
                <a:moveTo>
                  <a:pt x="234365" y="263661"/>
                </a:moveTo>
                <a:lnTo>
                  <a:pt x="234365" y="253896"/>
                </a:lnTo>
                <a:lnTo>
                  <a:pt x="224600" y="253896"/>
                </a:lnTo>
                <a:lnTo>
                  <a:pt x="224600" y="244131"/>
                </a:lnTo>
                <a:lnTo>
                  <a:pt x="224600" y="234365"/>
                </a:lnTo>
                <a:lnTo>
                  <a:pt x="224600" y="224600"/>
                </a:lnTo>
                <a:lnTo>
                  <a:pt x="224600" y="214835"/>
                </a:lnTo>
                <a:lnTo>
                  <a:pt x="224600" y="205070"/>
                </a:lnTo>
                <a:lnTo>
                  <a:pt x="234365" y="205070"/>
                </a:lnTo>
                <a:lnTo>
                  <a:pt x="244131" y="205070"/>
                </a:lnTo>
                <a:lnTo>
                  <a:pt x="253896" y="205070"/>
                </a:lnTo>
                <a:lnTo>
                  <a:pt x="253896" y="214835"/>
                </a:lnTo>
                <a:lnTo>
                  <a:pt x="244131" y="214835"/>
                </a:lnTo>
                <a:lnTo>
                  <a:pt x="244131" y="224600"/>
                </a:lnTo>
                <a:lnTo>
                  <a:pt x="253896" y="224600"/>
                </a:lnTo>
                <a:lnTo>
                  <a:pt x="263661" y="224600"/>
                </a:lnTo>
                <a:lnTo>
                  <a:pt x="273426" y="224600"/>
                </a:lnTo>
                <a:lnTo>
                  <a:pt x="273426" y="234365"/>
                </a:lnTo>
                <a:lnTo>
                  <a:pt x="263661" y="234365"/>
                </a:lnTo>
                <a:lnTo>
                  <a:pt x="263661" y="244131"/>
                </a:lnTo>
                <a:lnTo>
                  <a:pt x="253896" y="244131"/>
                </a:lnTo>
                <a:lnTo>
                  <a:pt x="253896" y="253896"/>
                </a:lnTo>
                <a:lnTo>
                  <a:pt x="253896" y="263661"/>
                </a:lnTo>
                <a:lnTo>
                  <a:pt x="244131" y="263661"/>
                </a:lnTo>
                <a:close/>
                <a:moveTo>
                  <a:pt x="205070" y="488261"/>
                </a:moveTo>
                <a:lnTo>
                  <a:pt x="205070" y="478496"/>
                </a:lnTo>
                <a:lnTo>
                  <a:pt x="205070" y="468731"/>
                </a:lnTo>
                <a:lnTo>
                  <a:pt x="214835" y="468731"/>
                </a:lnTo>
                <a:lnTo>
                  <a:pt x="214835" y="458966"/>
                </a:lnTo>
                <a:lnTo>
                  <a:pt x="224600" y="458966"/>
                </a:lnTo>
                <a:lnTo>
                  <a:pt x="234365" y="458966"/>
                </a:lnTo>
                <a:lnTo>
                  <a:pt x="244131" y="458966"/>
                </a:lnTo>
                <a:lnTo>
                  <a:pt x="253896" y="458966"/>
                </a:lnTo>
                <a:lnTo>
                  <a:pt x="253896" y="468731"/>
                </a:lnTo>
                <a:lnTo>
                  <a:pt x="253896" y="478496"/>
                </a:lnTo>
                <a:lnTo>
                  <a:pt x="244131" y="478496"/>
                </a:lnTo>
                <a:lnTo>
                  <a:pt x="234365" y="478496"/>
                </a:lnTo>
                <a:lnTo>
                  <a:pt x="224600" y="478496"/>
                </a:lnTo>
                <a:lnTo>
                  <a:pt x="224600" y="488261"/>
                </a:lnTo>
                <a:lnTo>
                  <a:pt x="224600" y="498027"/>
                </a:lnTo>
                <a:lnTo>
                  <a:pt x="214835" y="498027"/>
                </a:lnTo>
                <a:lnTo>
                  <a:pt x="214835" y="488261"/>
                </a:lnTo>
                <a:close/>
                <a:moveTo>
                  <a:pt x="224600" y="556618"/>
                </a:moveTo>
                <a:lnTo>
                  <a:pt x="224600" y="566383"/>
                </a:lnTo>
                <a:lnTo>
                  <a:pt x="214835" y="566383"/>
                </a:lnTo>
                <a:lnTo>
                  <a:pt x="205070" y="566383"/>
                </a:lnTo>
                <a:lnTo>
                  <a:pt x="205070" y="556618"/>
                </a:lnTo>
                <a:lnTo>
                  <a:pt x="205070" y="546853"/>
                </a:lnTo>
                <a:lnTo>
                  <a:pt x="214835" y="546853"/>
                </a:lnTo>
                <a:lnTo>
                  <a:pt x="224600" y="546853"/>
                </a:lnTo>
                <a:close/>
                <a:moveTo>
                  <a:pt x="224600" y="595679"/>
                </a:moveTo>
                <a:lnTo>
                  <a:pt x="234365" y="595679"/>
                </a:lnTo>
                <a:lnTo>
                  <a:pt x="234365" y="605444"/>
                </a:lnTo>
                <a:lnTo>
                  <a:pt x="224600" y="605444"/>
                </a:lnTo>
                <a:lnTo>
                  <a:pt x="214835" y="605444"/>
                </a:lnTo>
                <a:lnTo>
                  <a:pt x="214835" y="595679"/>
                </a:lnTo>
                <a:close/>
                <a:moveTo>
                  <a:pt x="214835" y="605444"/>
                </a:moveTo>
                <a:lnTo>
                  <a:pt x="214835" y="615209"/>
                </a:lnTo>
                <a:lnTo>
                  <a:pt x="205070" y="615209"/>
                </a:lnTo>
                <a:lnTo>
                  <a:pt x="205070" y="605444"/>
                </a:lnTo>
                <a:close/>
                <a:moveTo>
                  <a:pt x="234365" y="1367132"/>
                </a:moveTo>
                <a:lnTo>
                  <a:pt x="234365" y="1376897"/>
                </a:lnTo>
                <a:lnTo>
                  <a:pt x="224600" y="1376897"/>
                </a:lnTo>
                <a:lnTo>
                  <a:pt x="224600" y="1367132"/>
                </a:lnTo>
                <a:close/>
                <a:moveTo>
                  <a:pt x="244131" y="1396428"/>
                </a:moveTo>
                <a:lnTo>
                  <a:pt x="234365" y="1396428"/>
                </a:lnTo>
                <a:lnTo>
                  <a:pt x="234365" y="1386662"/>
                </a:lnTo>
                <a:lnTo>
                  <a:pt x="234365" y="1376897"/>
                </a:lnTo>
                <a:lnTo>
                  <a:pt x="244131" y="1376897"/>
                </a:lnTo>
                <a:lnTo>
                  <a:pt x="253896" y="1376897"/>
                </a:lnTo>
                <a:lnTo>
                  <a:pt x="263661" y="1376897"/>
                </a:lnTo>
                <a:lnTo>
                  <a:pt x="263661" y="1386662"/>
                </a:lnTo>
                <a:lnTo>
                  <a:pt x="273426" y="1386662"/>
                </a:lnTo>
                <a:lnTo>
                  <a:pt x="283192" y="1386662"/>
                </a:lnTo>
                <a:lnTo>
                  <a:pt x="292957" y="1386662"/>
                </a:lnTo>
                <a:lnTo>
                  <a:pt x="302722" y="1386662"/>
                </a:lnTo>
                <a:lnTo>
                  <a:pt x="312487" y="1386662"/>
                </a:lnTo>
                <a:lnTo>
                  <a:pt x="322253" y="1386662"/>
                </a:lnTo>
                <a:lnTo>
                  <a:pt x="332018" y="1386662"/>
                </a:lnTo>
                <a:lnTo>
                  <a:pt x="341783" y="1386662"/>
                </a:lnTo>
                <a:lnTo>
                  <a:pt x="341783" y="1376897"/>
                </a:lnTo>
                <a:lnTo>
                  <a:pt x="351548" y="1376897"/>
                </a:lnTo>
                <a:lnTo>
                  <a:pt x="361313" y="1376897"/>
                </a:lnTo>
                <a:lnTo>
                  <a:pt x="371079" y="1376897"/>
                </a:lnTo>
                <a:lnTo>
                  <a:pt x="371079" y="1386662"/>
                </a:lnTo>
                <a:lnTo>
                  <a:pt x="380844" y="1386662"/>
                </a:lnTo>
                <a:lnTo>
                  <a:pt x="390609" y="1386662"/>
                </a:lnTo>
                <a:lnTo>
                  <a:pt x="400374" y="1386662"/>
                </a:lnTo>
                <a:lnTo>
                  <a:pt x="410140" y="1386662"/>
                </a:lnTo>
                <a:lnTo>
                  <a:pt x="410140" y="1396428"/>
                </a:lnTo>
                <a:lnTo>
                  <a:pt x="419905" y="1396428"/>
                </a:lnTo>
                <a:lnTo>
                  <a:pt x="419905" y="1386662"/>
                </a:lnTo>
                <a:lnTo>
                  <a:pt x="429670" y="1386662"/>
                </a:lnTo>
                <a:lnTo>
                  <a:pt x="429670" y="1396428"/>
                </a:lnTo>
                <a:lnTo>
                  <a:pt x="439435" y="1396428"/>
                </a:lnTo>
                <a:lnTo>
                  <a:pt x="449201" y="1396428"/>
                </a:lnTo>
                <a:lnTo>
                  <a:pt x="449201" y="1386662"/>
                </a:lnTo>
                <a:lnTo>
                  <a:pt x="458966" y="1386662"/>
                </a:lnTo>
                <a:lnTo>
                  <a:pt x="458966" y="1376897"/>
                </a:lnTo>
                <a:lnTo>
                  <a:pt x="468731" y="1376897"/>
                </a:lnTo>
                <a:lnTo>
                  <a:pt x="468731" y="1367132"/>
                </a:lnTo>
                <a:lnTo>
                  <a:pt x="468731" y="1357367"/>
                </a:lnTo>
                <a:lnTo>
                  <a:pt x="478496" y="1357367"/>
                </a:lnTo>
                <a:lnTo>
                  <a:pt x="488261" y="1357367"/>
                </a:lnTo>
                <a:lnTo>
                  <a:pt x="488261" y="1367132"/>
                </a:lnTo>
                <a:lnTo>
                  <a:pt x="488261" y="1376897"/>
                </a:lnTo>
                <a:lnTo>
                  <a:pt x="488261" y="1386662"/>
                </a:lnTo>
                <a:lnTo>
                  <a:pt x="478496" y="1386662"/>
                </a:lnTo>
                <a:lnTo>
                  <a:pt x="478496" y="1396428"/>
                </a:lnTo>
                <a:lnTo>
                  <a:pt x="468731" y="1396428"/>
                </a:lnTo>
                <a:lnTo>
                  <a:pt x="468731" y="1406193"/>
                </a:lnTo>
                <a:lnTo>
                  <a:pt x="458966" y="1406193"/>
                </a:lnTo>
                <a:lnTo>
                  <a:pt x="458966" y="1415958"/>
                </a:lnTo>
                <a:lnTo>
                  <a:pt x="449201" y="1415958"/>
                </a:lnTo>
                <a:lnTo>
                  <a:pt x="439435" y="1415958"/>
                </a:lnTo>
                <a:lnTo>
                  <a:pt x="429670" y="1415958"/>
                </a:lnTo>
                <a:lnTo>
                  <a:pt x="419905" y="1415958"/>
                </a:lnTo>
                <a:lnTo>
                  <a:pt x="410140" y="1415958"/>
                </a:lnTo>
                <a:lnTo>
                  <a:pt x="400374" y="1415958"/>
                </a:lnTo>
                <a:lnTo>
                  <a:pt x="390609" y="1415958"/>
                </a:lnTo>
                <a:lnTo>
                  <a:pt x="380844" y="1415958"/>
                </a:lnTo>
                <a:lnTo>
                  <a:pt x="380844" y="1406193"/>
                </a:lnTo>
                <a:lnTo>
                  <a:pt x="371079" y="1406193"/>
                </a:lnTo>
                <a:lnTo>
                  <a:pt x="361313" y="1406193"/>
                </a:lnTo>
                <a:lnTo>
                  <a:pt x="351548" y="1406193"/>
                </a:lnTo>
                <a:lnTo>
                  <a:pt x="341783" y="1406193"/>
                </a:lnTo>
                <a:lnTo>
                  <a:pt x="332018" y="1406193"/>
                </a:lnTo>
                <a:lnTo>
                  <a:pt x="322253" y="1406193"/>
                </a:lnTo>
                <a:lnTo>
                  <a:pt x="312487" y="1406193"/>
                </a:lnTo>
                <a:lnTo>
                  <a:pt x="302722" y="1406193"/>
                </a:lnTo>
                <a:lnTo>
                  <a:pt x="292957" y="1406193"/>
                </a:lnTo>
                <a:lnTo>
                  <a:pt x="283192" y="1406193"/>
                </a:lnTo>
                <a:lnTo>
                  <a:pt x="273426" y="1406193"/>
                </a:lnTo>
                <a:lnTo>
                  <a:pt x="273426" y="1396428"/>
                </a:lnTo>
                <a:lnTo>
                  <a:pt x="263661" y="1396428"/>
                </a:lnTo>
                <a:lnTo>
                  <a:pt x="253896" y="1396428"/>
                </a:lnTo>
                <a:close/>
                <a:moveTo>
                  <a:pt x="244131" y="673801"/>
                </a:moveTo>
                <a:lnTo>
                  <a:pt x="253896" y="673801"/>
                </a:lnTo>
                <a:lnTo>
                  <a:pt x="253896" y="683566"/>
                </a:lnTo>
                <a:lnTo>
                  <a:pt x="244131" y="683566"/>
                </a:lnTo>
                <a:close/>
                <a:moveTo>
                  <a:pt x="283192" y="976523"/>
                </a:moveTo>
                <a:lnTo>
                  <a:pt x="273426" y="976523"/>
                </a:lnTo>
                <a:lnTo>
                  <a:pt x="263661" y="976523"/>
                </a:lnTo>
                <a:lnTo>
                  <a:pt x="263661" y="966758"/>
                </a:lnTo>
                <a:lnTo>
                  <a:pt x="273426" y="966758"/>
                </a:lnTo>
                <a:lnTo>
                  <a:pt x="283192" y="966758"/>
                </a:lnTo>
                <a:lnTo>
                  <a:pt x="292957" y="966758"/>
                </a:lnTo>
                <a:lnTo>
                  <a:pt x="302722" y="966758"/>
                </a:lnTo>
                <a:lnTo>
                  <a:pt x="302722" y="976523"/>
                </a:lnTo>
                <a:lnTo>
                  <a:pt x="312487" y="976523"/>
                </a:lnTo>
                <a:lnTo>
                  <a:pt x="322253" y="976523"/>
                </a:lnTo>
                <a:lnTo>
                  <a:pt x="332018" y="976523"/>
                </a:lnTo>
                <a:lnTo>
                  <a:pt x="332018" y="986288"/>
                </a:lnTo>
                <a:lnTo>
                  <a:pt x="332018" y="996053"/>
                </a:lnTo>
                <a:lnTo>
                  <a:pt x="332018" y="1005819"/>
                </a:lnTo>
                <a:lnTo>
                  <a:pt x="322253" y="1005819"/>
                </a:lnTo>
                <a:lnTo>
                  <a:pt x="312487" y="1005819"/>
                </a:lnTo>
                <a:lnTo>
                  <a:pt x="312487" y="996053"/>
                </a:lnTo>
                <a:lnTo>
                  <a:pt x="302722" y="996053"/>
                </a:lnTo>
                <a:lnTo>
                  <a:pt x="292957" y="996053"/>
                </a:lnTo>
                <a:lnTo>
                  <a:pt x="292957" y="986288"/>
                </a:lnTo>
                <a:lnTo>
                  <a:pt x="292957" y="976523"/>
                </a:lnTo>
                <a:close/>
                <a:moveTo>
                  <a:pt x="253896" y="1044879"/>
                </a:moveTo>
                <a:lnTo>
                  <a:pt x="253896" y="1054645"/>
                </a:lnTo>
                <a:lnTo>
                  <a:pt x="244131" y="1054645"/>
                </a:lnTo>
                <a:lnTo>
                  <a:pt x="244131" y="1044879"/>
                </a:lnTo>
                <a:lnTo>
                  <a:pt x="244131" y="1035114"/>
                </a:lnTo>
                <a:lnTo>
                  <a:pt x="253896" y="1035114"/>
                </a:lnTo>
                <a:lnTo>
                  <a:pt x="253896" y="1025349"/>
                </a:lnTo>
                <a:lnTo>
                  <a:pt x="263661" y="1025349"/>
                </a:lnTo>
                <a:lnTo>
                  <a:pt x="273426" y="1025349"/>
                </a:lnTo>
                <a:lnTo>
                  <a:pt x="283192" y="1025349"/>
                </a:lnTo>
                <a:lnTo>
                  <a:pt x="292957" y="1025349"/>
                </a:lnTo>
                <a:lnTo>
                  <a:pt x="292957" y="1035114"/>
                </a:lnTo>
                <a:lnTo>
                  <a:pt x="292957" y="1044879"/>
                </a:lnTo>
                <a:lnTo>
                  <a:pt x="292957" y="1054645"/>
                </a:lnTo>
                <a:lnTo>
                  <a:pt x="283192" y="1054645"/>
                </a:lnTo>
                <a:lnTo>
                  <a:pt x="283192" y="1044879"/>
                </a:lnTo>
                <a:lnTo>
                  <a:pt x="273426" y="1044879"/>
                </a:lnTo>
                <a:lnTo>
                  <a:pt x="263661" y="1044879"/>
                </a:lnTo>
                <a:close/>
                <a:moveTo>
                  <a:pt x="302722" y="107418"/>
                </a:moveTo>
                <a:lnTo>
                  <a:pt x="292957" y="107418"/>
                </a:lnTo>
                <a:lnTo>
                  <a:pt x="292957" y="97652"/>
                </a:lnTo>
                <a:lnTo>
                  <a:pt x="292957" y="87887"/>
                </a:lnTo>
                <a:lnTo>
                  <a:pt x="302722" y="87887"/>
                </a:lnTo>
                <a:lnTo>
                  <a:pt x="302722" y="78122"/>
                </a:lnTo>
                <a:lnTo>
                  <a:pt x="302722" y="68357"/>
                </a:lnTo>
                <a:lnTo>
                  <a:pt x="302722" y="58591"/>
                </a:lnTo>
                <a:lnTo>
                  <a:pt x="302722" y="48826"/>
                </a:lnTo>
                <a:lnTo>
                  <a:pt x="302722" y="39061"/>
                </a:lnTo>
                <a:lnTo>
                  <a:pt x="312487" y="39061"/>
                </a:lnTo>
                <a:lnTo>
                  <a:pt x="312487" y="29296"/>
                </a:lnTo>
                <a:lnTo>
                  <a:pt x="322253" y="29296"/>
                </a:lnTo>
                <a:lnTo>
                  <a:pt x="322253" y="19530"/>
                </a:lnTo>
                <a:lnTo>
                  <a:pt x="332018" y="19530"/>
                </a:lnTo>
                <a:lnTo>
                  <a:pt x="332018" y="9765"/>
                </a:lnTo>
                <a:lnTo>
                  <a:pt x="341783" y="9765"/>
                </a:lnTo>
                <a:lnTo>
                  <a:pt x="341783" y="0"/>
                </a:lnTo>
                <a:lnTo>
                  <a:pt x="351548" y="0"/>
                </a:lnTo>
                <a:lnTo>
                  <a:pt x="361313" y="0"/>
                </a:lnTo>
                <a:lnTo>
                  <a:pt x="371079" y="0"/>
                </a:lnTo>
                <a:lnTo>
                  <a:pt x="371079" y="9765"/>
                </a:lnTo>
                <a:lnTo>
                  <a:pt x="380844" y="9765"/>
                </a:lnTo>
                <a:lnTo>
                  <a:pt x="380844" y="0"/>
                </a:lnTo>
                <a:lnTo>
                  <a:pt x="390609" y="0"/>
                </a:lnTo>
                <a:lnTo>
                  <a:pt x="400374" y="0"/>
                </a:lnTo>
                <a:lnTo>
                  <a:pt x="410140" y="0"/>
                </a:lnTo>
                <a:lnTo>
                  <a:pt x="419905" y="0"/>
                </a:lnTo>
                <a:lnTo>
                  <a:pt x="429670" y="0"/>
                </a:lnTo>
                <a:lnTo>
                  <a:pt x="439435" y="0"/>
                </a:lnTo>
                <a:lnTo>
                  <a:pt x="449201" y="0"/>
                </a:lnTo>
                <a:lnTo>
                  <a:pt x="458966" y="0"/>
                </a:lnTo>
                <a:lnTo>
                  <a:pt x="458966" y="9765"/>
                </a:lnTo>
                <a:lnTo>
                  <a:pt x="468731" y="9765"/>
                </a:lnTo>
                <a:lnTo>
                  <a:pt x="478496" y="9765"/>
                </a:lnTo>
                <a:lnTo>
                  <a:pt x="488261" y="9765"/>
                </a:lnTo>
                <a:lnTo>
                  <a:pt x="488261" y="19530"/>
                </a:lnTo>
                <a:lnTo>
                  <a:pt x="488261" y="29296"/>
                </a:lnTo>
                <a:lnTo>
                  <a:pt x="498027" y="29296"/>
                </a:lnTo>
                <a:lnTo>
                  <a:pt x="498027" y="39061"/>
                </a:lnTo>
                <a:lnTo>
                  <a:pt x="507792" y="39061"/>
                </a:lnTo>
                <a:lnTo>
                  <a:pt x="507792" y="48826"/>
                </a:lnTo>
                <a:lnTo>
                  <a:pt x="517557" y="48826"/>
                </a:lnTo>
                <a:lnTo>
                  <a:pt x="517557" y="39061"/>
                </a:lnTo>
                <a:lnTo>
                  <a:pt x="527322" y="39061"/>
                </a:lnTo>
                <a:lnTo>
                  <a:pt x="527322" y="48826"/>
                </a:lnTo>
                <a:lnTo>
                  <a:pt x="537088" y="48826"/>
                </a:lnTo>
                <a:lnTo>
                  <a:pt x="537088" y="58591"/>
                </a:lnTo>
                <a:lnTo>
                  <a:pt x="546853" y="58591"/>
                </a:lnTo>
                <a:lnTo>
                  <a:pt x="546853" y="68357"/>
                </a:lnTo>
                <a:lnTo>
                  <a:pt x="546853" y="78122"/>
                </a:lnTo>
                <a:lnTo>
                  <a:pt x="556618" y="78122"/>
                </a:lnTo>
                <a:lnTo>
                  <a:pt x="556618" y="87887"/>
                </a:lnTo>
                <a:lnTo>
                  <a:pt x="566383" y="87887"/>
                </a:lnTo>
                <a:lnTo>
                  <a:pt x="566383" y="78122"/>
                </a:lnTo>
                <a:lnTo>
                  <a:pt x="576148" y="78122"/>
                </a:lnTo>
                <a:lnTo>
                  <a:pt x="585914" y="78122"/>
                </a:lnTo>
                <a:lnTo>
                  <a:pt x="595679" y="78122"/>
                </a:lnTo>
                <a:lnTo>
                  <a:pt x="605444" y="78122"/>
                </a:lnTo>
                <a:lnTo>
                  <a:pt x="605444" y="87887"/>
                </a:lnTo>
                <a:lnTo>
                  <a:pt x="605444" y="97652"/>
                </a:lnTo>
                <a:lnTo>
                  <a:pt x="615209" y="97652"/>
                </a:lnTo>
                <a:lnTo>
                  <a:pt x="624975" y="97652"/>
                </a:lnTo>
                <a:lnTo>
                  <a:pt x="624975" y="107418"/>
                </a:lnTo>
                <a:lnTo>
                  <a:pt x="634740" y="107418"/>
                </a:lnTo>
                <a:lnTo>
                  <a:pt x="634740" y="117183"/>
                </a:lnTo>
                <a:lnTo>
                  <a:pt x="634740" y="126948"/>
                </a:lnTo>
                <a:lnTo>
                  <a:pt x="644505" y="126948"/>
                </a:lnTo>
                <a:lnTo>
                  <a:pt x="654270" y="126948"/>
                </a:lnTo>
                <a:lnTo>
                  <a:pt x="664036" y="126948"/>
                </a:lnTo>
                <a:lnTo>
                  <a:pt x="673801" y="126948"/>
                </a:lnTo>
                <a:lnTo>
                  <a:pt x="673801" y="136713"/>
                </a:lnTo>
                <a:lnTo>
                  <a:pt x="683566" y="136713"/>
                </a:lnTo>
                <a:lnTo>
                  <a:pt x="683566" y="146478"/>
                </a:lnTo>
                <a:lnTo>
                  <a:pt x="693331" y="146478"/>
                </a:lnTo>
                <a:lnTo>
                  <a:pt x="703096" y="146478"/>
                </a:lnTo>
                <a:lnTo>
                  <a:pt x="712862" y="146478"/>
                </a:lnTo>
                <a:lnTo>
                  <a:pt x="712862" y="156244"/>
                </a:lnTo>
                <a:lnTo>
                  <a:pt x="712862" y="166009"/>
                </a:lnTo>
                <a:lnTo>
                  <a:pt x="722627" y="166009"/>
                </a:lnTo>
                <a:lnTo>
                  <a:pt x="732392" y="166009"/>
                </a:lnTo>
                <a:lnTo>
                  <a:pt x="742157" y="166009"/>
                </a:lnTo>
                <a:lnTo>
                  <a:pt x="742157" y="175774"/>
                </a:lnTo>
                <a:lnTo>
                  <a:pt x="742157" y="185539"/>
                </a:lnTo>
                <a:lnTo>
                  <a:pt x="751923" y="185539"/>
                </a:lnTo>
                <a:lnTo>
                  <a:pt x="761688" y="185539"/>
                </a:lnTo>
                <a:lnTo>
                  <a:pt x="761688" y="195305"/>
                </a:lnTo>
                <a:lnTo>
                  <a:pt x="771453" y="195305"/>
                </a:lnTo>
                <a:lnTo>
                  <a:pt x="771453" y="205070"/>
                </a:lnTo>
                <a:lnTo>
                  <a:pt x="781218" y="205070"/>
                </a:lnTo>
                <a:lnTo>
                  <a:pt x="781218" y="214835"/>
                </a:lnTo>
                <a:lnTo>
                  <a:pt x="790984" y="214835"/>
                </a:lnTo>
                <a:lnTo>
                  <a:pt x="790984" y="224600"/>
                </a:lnTo>
                <a:lnTo>
                  <a:pt x="790984" y="234365"/>
                </a:lnTo>
                <a:lnTo>
                  <a:pt x="800749" y="234365"/>
                </a:lnTo>
                <a:lnTo>
                  <a:pt x="800749" y="244131"/>
                </a:lnTo>
                <a:lnTo>
                  <a:pt x="800749" y="253896"/>
                </a:lnTo>
                <a:lnTo>
                  <a:pt x="810514" y="253896"/>
                </a:lnTo>
                <a:lnTo>
                  <a:pt x="810514" y="263661"/>
                </a:lnTo>
                <a:lnTo>
                  <a:pt x="820279" y="263661"/>
                </a:lnTo>
                <a:lnTo>
                  <a:pt x="820279" y="273426"/>
                </a:lnTo>
                <a:lnTo>
                  <a:pt x="830044" y="273426"/>
                </a:lnTo>
                <a:lnTo>
                  <a:pt x="830044" y="283192"/>
                </a:lnTo>
                <a:lnTo>
                  <a:pt x="830044" y="292957"/>
                </a:lnTo>
                <a:lnTo>
                  <a:pt x="830044" y="302722"/>
                </a:lnTo>
                <a:lnTo>
                  <a:pt x="839810" y="302722"/>
                </a:lnTo>
                <a:lnTo>
                  <a:pt x="839810" y="312487"/>
                </a:lnTo>
                <a:lnTo>
                  <a:pt x="849575" y="312487"/>
                </a:lnTo>
                <a:lnTo>
                  <a:pt x="849575" y="322253"/>
                </a:lnTo>
                <a:lnTo>
                  <a:pt x="849575" y="332018"/>
                </a:lnTo>
                <a:lnTo>
                  <a:pt x="849575" y="341783"/>
                </a:lnTo>
                <a:lnTo>
                  <a:pt x="859340" y="341783"/>
                </a:lnTo>
                <a:lnTo>
                  <a:pt x="859340" y="351548"/>
                </a:lnTo>
                <a:lnTo>
                  <a:pt x="859340" y="361313"/>
                </a:lnTo>
                <a:lnTo>
                  <a:pt x="859340" y="371079"/>
                </a:lnTo>
                <a:lnTo>
                  <a:pt x="869105" y="371079"/>
                </a:lnTo>
                <a:lnTo>
                  <a:pt x="869105" y="380844"/>
                </a:lnTo>
                <a:lnTo>
                  <a:pt x="869105" y="390609"/>
                </a:lnTo>
                <a:lnTo>
                  <a:pt x="869105" y="400374"/>
                </a:lnTo>
                <a:lnTo>
                  <a:pt x="869105" y="410140"/>
                </a:lnTo>
                <a:lnTo>
                  <a:pt x="869105" y="419905"/>
                </a:lnTo>
                <a:lnTo>
                  <a:pt x="859340" y="419905"/>
                </a:lnTo>
                <a:lnTo>
                  <a:pt x="859340" y="429670"/>
                </a:lnTo>
                <a:lnTo>
                  <a:pt x="869105" y="429670"/>
                </a:lnTo>
                <a:lnTo>
                  <a:pt x="869105" y="439435"/>
                </a:lnTo>
                <a:lnTo>
                  <a:pt x="878871" y="439435"/>
                </a:lnTo>
                <a:lnTo>
                  <a:pt x="888636" y="439435"/>
                </a:lnTo>
                <a:lnTo>
                  <a:pt x="888636" y="449201"/>
                </a:lnTo>
                <a:lnTo>
                  <a:pt x="898401" y="449201"/>
                </a:lnTo>
                <a:lnTo>
                  <a:pt x="898401" y="458966"/>
                </a:lnTo>
                <a:lnTo>
                  <a:pt x="898401" y="468731"/>
                </a:lnTo>
                <a:lnTo>
                  <a:pt x="898401" y="478496"/>
                </a:lnTo>
                <a:lnTo>
                  <a:pt x="898401" y="488261"/>
                </a:lnTo>
                <a:lnTo>
                  <a:pt x="908166" y="488261"/>
                </a:lnTo>
                <a:lnTo>
                  <a:pt x="908166" y="498027"/>
                </a:lnTo>
                <a:lnTo>
                  <a:pt x="908166" y="507792"/>
                </a:lnTo>
                <a:lnTo>
                  <a:pt x="898401" y="507792"/>
                </a:lnTo>
                <a:lnTo>
                  <a:pt x="898401" y="517557"/>
                </a:lnTo>
                <a:lnTo>
                  <a:pt x="898401" y="527322"/>
                </a:lnTo>
                <a:lnTo>
                  <a:pt x="908166" y="527322"/>
                </a:lnTo>
                <a:lnTo>
                  <a:pt x="908166" y="537088"/>
                </a:lnTo>
                <a:lnTo>
                  <a:pt x="917931" y="537088"/>
                </a:lnTo>
                <a:lnTo>
                  <a:pt x="927697" y="537088"/>
                </a:lnTo>
                <a:lnTo>
                  <a:pt x="927697" y="546853"/>
                </a:lnTo>
                <a:lnTo>
                  <a:pt x="937462" y="546853"/>
                </a:lnTo>
                <a:lnTo>
                  <a:pt x="937462" y="556618"/>
                </a:lnTo>
                <a:lnTo>
                  <a:pt x="947227" y="556618"/>
                </a:lnTo>
                <a:lnTo>
                  <a:pt x="947227" y="566383"/>
                </a:lnTo>
                <a:lnTo>
                  <a:pt x="947227" y="576148"/>
                </a:lnTo>
                <a:lnTo>
                  <a:pt x="947227" y="585914"/>
                </a:lnTo>
                <a:lnTo>
                  <a:pt x="947227" y="595679"/>
                </a:lnTo>
                <a:lnTo>
                  <a:pt x="947227" y="605444"/>
                </a:lnTo>
                <a:lnTo>
                  <a:pt x="947227" y="615209"/>
                </a:lnTo>
                <a:lnTo>
                  <a:pt x="947227" y="624975"/>
                </a:lnTo>
                <a:lnTo>
                  <a:pt x="947227" y="634740"/>
                </a:lnTo>
                <a:lnTo>
                  <a:pt x="947227" y="644505"/>
                </a:lnTo>
                <a:lnTo>
                  <a:pt x="947227" y="654270"/>
                </a:lnTo>
                <a:lnTo>
                  <a:pt x="956992" y="654270"/>
                </a:lnTo>
                <a:lnTo>
                  <a:pt x="956992" y="664036"/>
                </a:lnTo>
                <a:lnTo>
                  <a:pt x="956992" y="673801"/>
                </a:lnTo>
                <a:lnTo>
                  <a:pt x="956992" y="683566"/>
                </a:lnTo>
                <a:lnTo>
                  <a:pt x="956992" y="693331"/>
                </a:lnTo>
                <a:lnTo>
                  <a:pt x="966758" y="693331"/>
                </a:lnTo>
                <a:lnTo>
                  <a:pt x="966758" y="703096"/>
                </a:lnTo>
                <a:lnTo>
                  <a:pt x="966758" y="712862"/>
                </a:lnTo>
                <a:lnTo>
                  <a:pt x="956992" y="712862"/>
                </a:lnTo>
                <a:lnTo>
                  <a:pt x="947227" y="712862"/>
                </a:lnTo>
                <a:lnTo>
                  <a:pt x="947227" y="703096"/>
                </a:lnTo>
                <a:lnTo>
                  <a:pt x="947227" y="693331"/>
                </a:lnTo>
                <a:lnTo>
                  <a:pt x="947227" y="683566"/>
                </a:lnTo>
                <a:lnTo>
                  <a:pt x="947227" y="673801"/>
                </a:lnTo>
                <a:lnTo>
                  <a:pt x="937462" y="673801"/>
                </a:lnTo>
                <a:lnTo>
                  <a:pt x="937462" y="664036"/>
                </a:lnTo>
                <a:lnTo>
                  <a:pt x="937462" y="654270"/>
                </a:lnTo>
                <a:lnTo>
                  <a:pt x="937462" y="644505"/>
                </a:lnTo>
                <a:lnTo>
                  <a:pt x="937462" y="634740"/>
                </a:lnTo>
                <a:lnTo>
                  <a:pt x="927697" y="634740"/>
                </a:lnTo>
                <a:lnTo>
                  <a:pt x="917931" y="634740"/>
                </a:lnTo>
                <a:lnTo>
                  <a:pt x="917931" y="624975"/>
                </a:lnTo>
                <a:lnTo>
                  <a:pt x="917931" y="615209"/>
                </a:lnTo>
                <a:lnTo>
                  <a:pt x="917931" y="605444"/>
                </a:lnTo>
                <a:lnTo>
                  <a:pt x="917931" y="595679"/>
                </a:lnTo>
                <a:lnTo>
                  <a:pt x="927697" y="595679"/>
                </a:lnTo>
                <a:lnTo>
                  <a:pt x="927697" y="585914"/>
                </a:lnTo>
                <a:lnTo>
                  <a:pt x="927697" y="576148"/>
                </a:lnTo>
                <a:lnTo>
                  <a:pt x="917931" y="576148"/>
                </a:lnTo>
                <a:lnTo>
                  <a:pt x="917931" y="566383"/>
                </a:lnTo>
                <a:lnTo>
                  <a:pt x="908166" y="566383"/>
                </a:lnTo>
                <a:lnTo>
                  <a:pt x="908166" y="556618"/>
                </a:lnTo>
                <a:lnTo>
                  <a:pt x="898401" y="556618"/>
                </a:lnTo>
                <a:lnTo>
                  <a:pt x="898401" y="546853"/>
                </a:lnTo>
                <a:lnTo>
                  <a:pt x="888636" y="546853"/>
                </a:lnTo>
                <a:lnTo>
                  <a:pt x="888636" y="537088"/>
                </a:lnTo>
                <a:lnTo>
                  <a:pt x="878871" y="537088"/>
                </a:lnTo>
                <a:lnTo>
                  <a:pt x="869105" y="537088"/>
                </a:lnTo>
                <a:lnTo>
                  <a:pt x="869105" y="527322"/>
                </a:lnTo>
                <a:lnTo>
                  <a:pt x="869105" y="517557"/>
                </a:lnTo>
                <a:lnTo>
                  <a:pt x="878871" y="517557"/>
                </a:lnTo>
                <a:lnTo>
                  <a:pt x="878871" y="507792"/>
                </a:lnTo>
                <a:lnTo>
                  <a:pt x="878871" y="498027"/>
                </a:lnTo>
                <a:lnTo>
                  <a:pt x="878871" y="488261"/>
                </a:lnTo>
                <a:lnTo>
                  <a:pt x="869105" y="488261"/>
                </a:lnTo>
                <a:lnTo>
                  <a:pt x="869105" y="478496"/>
                </a:lnTo>
                <a:lnTo>
                  <a:pt x="869105" y="468731"/>
                </a:lnTo>
                <a:lnTo>
                  <a:pt x="869105" y="458966"/>
                </a:lnTo>
                <a:lnTo>
                  <a:pt x="869105" y="449201"/>
                </a:lnTo>
                <a:lnTo>
                  <a:pt x="859340" y="449201"/>
                </a:lnTo>
                <a:lnTo>
                  <a:pt x="849575" y="449201"/>
                </a:lnTo>
                <a:lnTo>
                  <a:pt x="849575" y="439435"/>
                </a:lnTo>
                <a:lnTo>
                  <a:pt x="849575" y="429670"/>
                </a:lnTo>
                <a:lnTo>
                  <a:pt x="849575" y="419905"/>
                </a:lnTo>
                <a:lnTo>
                  <a:pt x="849575" y="410140"/>
                </a:lnTo>
                <a:lnTo>
                  <a:pt x="849575" y="400374"/>
                </a:lnTo>
                <a:lnTo>
                  <a:pt x="849575" y="390609"/>
                </a:lnTo>
                <a:lnTo>
                  <a:pt x="849575" y="380844"/>
                </a:lnTo>
                <a:lnTo>
                  <a:pt x="849575" y="371079"/>
                </a:lnTo>
                <a:lnTo>
                  <a:pt x="839810" y="371079"/>
                </a:lnTo>
                <a:lnTo>
                  <a:pt x="839810" y="361313"/>
                </a:lnTo>
                <a:lnTo>
                  <a:pt x="839810" y="351548"/>
                </a:lnTo>
                <a:lnTo>
                  <a:pt x="830044" y="351548"/>
                </a:lnTo>
                <a:lnTo>
                  <a:pt x="830044" y="341783"/>
                </a:lnTo>
                <a:lnTo>
                  <a:pt x="830044" y="332018"/>
                </a:lnTo>
                <a:lnTo>
                  <a:pt x="830044" y="322253"/>
                </a:lnTo>
                <a:lnTo>
                  <a:pt x="830044" y="312487"/>
                </a:lnTo>
                <a:lnTo>
                  <a:pt x="820279" y="312487"/>
                </a:lnTo>
                <a:lnTo>
                  <a:pt x="820279" y="302722"/>
                </a:lnTo>
                <a:lnTo>
                  <a:pt x="820279" y="292957"/>
                </a:lnTo>
                <a:lnTo>
                  <a:pt x="810514" y="292957"/>
                </a:lnTo>
                <a:lnTo>
                  <a:pt x="810514" y="283192"/>
                </a:lnTo>
                <a:lnTo>
                  <a:pt x="800749" y="283192"/>
                </a:lnTo>
                <a:lnTo>
                  <a:pt x="790984" y="283192"/>
                </a:lnTo>
                <a:lnTo>
                  <a:pt x="781218" y="283192"/>
                </a:lnTo>
                <a:lnTo>
                  <a:pt x="781218" y="292957"/>
                </a:lnTo>
                <a:lnTo>
                  <a:pt x="771453" y="292957"/>
                </a:lnTo>
                <a:lnTo>
                  <a:pt x="761688" y="292957"/>
                </a:lnTo>
                <a:lnTo>
                  <a:pt x="751923" y="292957"/>
                </a:lnTo>
                <a:lnTo>
                  <a:pt x="751923" y="283192"/>
                </a:lnTo>
                <a:lnTo>
                  <a:pt x="742157" y="283192"/>
                </a:lnTo>
                <a:lnTo>
                  <a:pt x="742157" y="273426"/>
                </a:lnTo>
                <a:lnTo>
                  <a:pt x="751923" y="273426"/>
                </a:lnTo>
                <a:lnTo>
                  <a:pt x="751923" y="263661"/>
                </a:lnTo>
                <a:lnTo>
                  <a:pt x="761688" y="263661"/>
                </a:lnTo>
                <a:lnTo>
                  <a:pt x="761688" y="253896"/>
                </a:lnTo>
                <a:lnTo>
                  <a:pt x="771453" y="253896"/>
                </a:lnTo>
                <a:lnTo>
                  <a:pt x="771453" y="244131"/>
                </a:lnTo>
                <a:lnTo>
                  <a:pt x="771453" y="234365"/>
                </a:lnTo>
                <a:lnTo>
                  <a:pt x="761688" y="234365"/>
                </a:lnTo>
                <a:lnTo>
                  <a:pt x="761688" y="224600"/>
                </a:lnTo>
                <a:lnTo>
                  <a:pt x="751923" y="224600"/>
                </a:lnTo>
                <a:lnTo>
                  <a:pt x="742157" y="224600"/>
                </a:lnTo>
                <a:lnTo>
                  <a:pt x="742157" y="214835"/>
                </a:lnTo>
                <a:lnTo>
                  <a:pt x="732392" y="214835"/>
                </a:lnTo>
                <a:lnTo>
                  <a:pt x="732392" y="205070"/>
                </a:lnTo>
                <a:lnTo>
                  <a:pt x="722627" y="205070"/>
                </a:lnTo>
                <a:lnTo>
                  <a:pt x="722627" y="195305"/>
                </a:lnTo>
                <a:lnTo>
                  <a:pt x="722627" y="185539"/>
                </a:lnTo>
                <a:lnTo>
                  <a:pt x="712862" y="185539"/>
                </a:lnTo>
                <a:lnTo>
                  <a:pt x="703096" y="185539"/>
                </a:lnTo>
                <a:lnTo>
                  <a:pt x="693331" y="185539"/>
                </a:lnTo>
                <a:lnTo>
                  <a:pt x="683566" y="185539"/>
                </a:lnTo>
                <a:lnTo>
                  <a:pt x="673801" y="185539"/>
                </a:lnTo>
                <a:lnTo>
                  <a:pt x="673801" y="175774"/>
                </a:lnTo>
                <a:lnTo>
                  <a:pt x="664036" y="175774"/>
                </a:lnTo>
                <a:lnTo>
                  <a:pt x="664036" y="166009"/>
                </a:lnTo>
                <a:lnTo>
                  <a:pt x="654270" y="166009"/>
                </a:lnTo>
                <a:lnTo>
                  <a:pt x="644505" y="166009"/>
                </a:lnTo>
                <a:lnTo>
                  <a:pt x="634740" y="166009"/>
                </a:lnTo>
                <a:lnTo>
                  <a:pt x="634740" y="156244"/>
                </a:lnTo>
                <a:lnTo>
                  <a:pt x="624975" y="156244"/>
                </a:lnTo>
                <a:lnTo>
                  <a:pt x="624975" y="146478"/>
                </a:lnTo>
                <a:lnTo>
                  <a:pt x="615209" y="146478"/>
                </a:lnTo>
                <a:lnTo>
                  <a:pt x="615209" y="136713"/>
                </a:lnTo>
                <a:lnTo>
                  <a:pt x="615209" y="126948"/>
                </a:lnTo>
                <a:lnTo>
                  <a:pt x="615209" y="117183"/>
                </a:lnTo>
                <a:lnTo>
                  <a:pt x="615209" y="107418"/>
                </a:lnTo>
                <a:lnTo>
                  <a:pt x="605444" y="107418"/>
                </a:lnTo>
                <a:lnTo>
                  <a:pt x="595679" y="107418"/>
                </a:lnTo>
                <a:lnTo>
                  <a:pt x="585914" y="107418"/>
                </a:lnTo>
                <a:lnTo>
                  <a:pt x="576148" y="107418"/>
                </a:lnTo>
                <a:lnTo>
                  <a:pt x="566383" y="107418"/>
                </a:lnTo>
                <a:lnTo>
                  <a:pt x="566383" y="117183"/>
                </a:lnTo>
                <a:lnTo>
                  <a:pt x="556618" y="117183"/>
                </a:lnTo>
                <a:lnTo>
                  <a:pt x="556618" y="126948"/>
                </a:lnTo>
                <a:lnTo>
                  <a:pt x="546853" y="126948"/>
                </a:lnTo>
                <a:lnTo>
                  <a:pt x="546853" y="117183"/>
                </a:lnTo>
                <a:lnTo>
                  <a:pt x="537088" y="117183"/>
                </a:lnTo>
                <a:lnTo>
                  <a:pt x="527322" y="117183"/>
                </a:lnTo>
                <a:lnTo>
                  <a:pt x="527322" y="126948"/>
                </a:lnTo>
                <a:lnTo>
                  <a:pt x="517557" y="126948"/>
                </a:lnTo>
                <a:lnTo>
                  <a:pt x="517557" y="136713"/>
                </a:lnTo>
                <a:lnTo>
                  <a:pt x="517557" y="146478"/>
                </a:lnTo>
                <a:lnTo>
                  <a:pt x="527322" y="146478"/>
                </a:lnTo>
                <a:lnTo>
                  <a:pt x="537088" y="146478"/>
                </a:lnTo>
                <a:lnTo>
                  <a:pt x="537088" y="156244"/>
                </a:lnTo>
                <a:lnTo>
                  <a:pt x="537088" y="166009"/>
                </a:lnTo>
                <a:lnTo>
                  <a:pt x="546853" y="166009"/>
                </a:lnTo>
                <a:lnTo>
                  <a:pt x="546853" y="175774"/>
                </a:lnTo>
                <a:lnTo>
                  <a:pt x="537088" y="175774"/>
                </a:lnTo>
                <a:lnTo>
                  <a:pt x="527322" y="175774"/>
                </a:lnTo>
                <a:lnTo>
                  <a:pt x="527322" y="185539"/>
                </a:lnTo>
                <a:lnTo>
                  <a:pt x="527322" y="195305"/>
                </a:lnTo>
                <a:lnTo>
                  <a:pt x="517557" y="195305"/>
                </a:lnTo>
                <a:lnTo>
                  <a:pt x="507792" y="195305"/>
                </a:lnTo>
                <a:lnTo>
                  <a:pt x="507792" y="205070"/>
                </a:lnTo>
                <a:lnTo>
                  <a:pt x="498027" y="205070"/>
                </a:lnTo>
                <a:lnTo>
                  <a:pt x="488261" y="205070"/>
                </a:lnTo>
                <a:lnTo>
                  <a:pt x="488261" y="195305"/>
                </a:lnTo>
                <a:lnTo>
                  <a:pt x="488261" y="185539"/>
                </a:lnTo>
                <a:lnTo>
                  <a:pt x="488261" y="175774"/>
                </a:lnTo>
                <a:lnTo>
                  <a:pt x="488261" y="166009"/>
                </a:lnTo>
                <a:lnTo>
                  <a:pt x="488261" y="156244"/>
                </a:lnTo>
                <a:lnTo>
                  <a:pt x="478496" y="156244"/>
                </a:lnTo>
                <a:lnTo>
                  <a:pt x="478496" y="166009"/>
                </a:lnTo>
                <a:lnTo>
                  <a:pt x="468731" y="166009"/>
                </a:lnTo>
                <a:lnTo>
                  <a:pt x="468731" y="175774"/>
                </a:lnTo>
                <a:lnTo>
                  <a:pt x="458966" y="175774"/>
                </a:lnTo>
                <a:lnTo>
                  <a:pt x="458966" y="166009"/>
                </a:lnTo>
                <a:lnTo>
                  <a:pt x="449201" y="166009"/>
                </a:lnTo>
                <a:lnTo>
                  <a:pt x="449201" y="156244"/>
                </a:lnTo>
                <a:lnTo>
                  <a:pt x="439435" y="156244"/>
                </a:lnTo>
                <a:lnTo>
                  <a:pt x="439435" y="146478"/>
                </a:lnTo>
                <a:lnTo>
                  <a:pt x="429670" y="146478"/>
                </a:lnTo>
                <a:lnTo>
                  <a:pt x="419905" y="146478"/>
                </a:lnTo>
                <a:lnTo>
                  <a:pt x="419905" y="156244"/>
                </a:lnTo>
                <a:lnTo>
                  <a:pt x="410140" y="156244"/>
                </a:lnTo>
                <a:lnTo>
                  <a:pt x="410140" y="166009"/>
                </a:lnTo>
                <a:lnTo>
                  <a:pt x="400374" y="166009"/>
                </a:lnTo>
                <a:lnTo>
                  <a:pt x="400374" y="175774"/>
                </a:lnTo>
                <a:lnTo>
                  <a:pt x="390609" y="175774"/>
                </a:lnTo>
                <a:lnTo>
                  <a:pt x="380844" y="175774"/>
                </a:lnTo>
                <a:lnTo>
                  <a:pt x="371079" y="175774"/>
                </a:lnTo>
                <a:lnTo>
                  <a:pt x="371079" y="166009"/>
                </a:lnTo>
                <a:lnTo>
                  <a:pt x="371079" y="156244"/>
                </a:lnTo>
                <a:lnTo>
                  <a:pt x="380844" y="156244"/>
                </a:lnTo>
                <a:lnTo>
                  <a:pt x="390609" y="156244"/>
                </a:lnTo>
                <a:lnTo>
                  <a:pt x="390609" y="146478"/>
                </a:lnTo>
                <a:lnTo>
                  <a:pt x="400374" y="146478"/>
                </a:lnTo>
                <a:lnTo>
                  <a:pt x="400374" y="136713"/>
                </a:lnTo>
                <a:lnTo>
                  <a:pt x="410140" y="136713"/>
                </a:lnTo>
                <a:lnTo>
                  <a:pt x="419905" y="136713"/>
                </a:lnTo>
                <a:lnTo>
                  <a:pt x="419905" y="126948"/>
                </a:lnTo>
                <a:lnTo>
                  <a:pt x="429670" y="126948"/>
                </a:lnTo>
                <a:lnTo>
                  <a:pt x="439435" y="126948"/>
                </a:lnTo>
                <a:lnTo>
                  <a:pt x="449201" y="126948"/>
                </a:lnTo>
                <a:lnTo>
                  <a:pt x="449201" y="136713"/>
                </a:lnTo>
                <a:lnTo>
                  <a:pt x="449201" y="146478"/>
                </a:lnTo>
                <a:lnTo>
                  <a:pt x="458966" y="146478"/>
                </a:lnTo>
                <a:lnTo>
                  <a:pt x="468731" y="146478"/>
                </a:lnTo>
                <a:lnTo>
                  <a:pt x="478496" y="146478"/>
                </a:lnTo>
                <a:lnTo>
                  <a:pt x="478496" y="136713"/>
                </a:lnTo>
                <a:lnTo>
                  <a:pt x="478496" y="126948"/>
                </a:lnTo>
                <a:lnTo>
                  <a:pt x="468731" y="126948"/>
                </a:lnTo>
                <a:lnTo>
                  <a:pt x="468731" y="117183"/>
                </a:lnTo>
                <a:lnTo>
                  <a:pt x="458966" y="117183"/>
                </a:lnTo>
                <a:lnTo>
                  <a:pt x="458966" y="107418"/>
                </a:lnTo>
                <a:lnTo>
                  <a:pt x="458966" y="97652"/>
                </a:lnTo>
                <a:lnTo>
                  <a:pt x="449201" y="97652"/>
                </a:lnTo>
                <a:lnTo>
                  <a:pt x="449201" y="107418"/>
                </a:lnTo>
                <a:lnTo>
                  <a:pt x="439435" y="107418"/>
                </a:lnTo>
                <a:lnTo>
                  <a:pt x="439435" y="117183"/>
                </a:lnTo>
                <a:lnTo>
                  <a:pt x="429670" y="117183"/>
                </a:lnTo>
                <a:lnTo>
                  <a:pt x="429670" y="107418"/>
                </a:lnTo>
                <a:lnTo>
                  <a:pt x="429670" y="97652"/>
                </a:lnTo>
                <a:lnTo>
                  <a:pt x="439435" y="97652"/>
                </a:lnTo>
                <a:lnTo>
                  <a:pt x="439435" y="87887"/>
                </a:lnTo>
                <a:lnTo>
                  <a:pt x="449201" y="87887"/>
                </a:lnTo>
                <a:lnTo>
                  <a:pt x="449201" y="78122"/>
                </a:lnTo>
                <a:lnTo>
                  <a:pt x="458966" y="78122"/>
                </a:lnTo>
                <a:lnTo>
                  <a:pt x="458966" y="68357"/>
                </a:lnTo>
                <a:lnTo>
                  <a:pt x="458966" y="58591"/>
                </a:lnTo>
                <a:lnTo>
                  <a:pt x="449201" y="58591"/>
                </a:lnTo>
                <a:lnTo>
                  <a:pt x="449201" y="48826"/>
                </a:lnTo>
                <a:lnTo>
                  <a:pt x="439435" y="48826"/>
                </a:lnTo>
                <a:lnTo>
                  <a:pt x="439435" y="39061"/>
                </a:lnTo>
                <a:lnTo>
                  <a:pt x="439435" y="29296"/>
                </a:lnTo>
                <a:lnTo>
                  <a:pt x="449201" y="29296"/>
                </a:lnTo>
                <a:lnTo>
                  <a:pt x="458966" y="29296"/>
                </a:lnTo>
                <a:lnTo>
                  <a:pt x="458966" y="19530"/>
                </a:lnTo>
                <a:lnTo>
                  <a:pt x="449201" y="19530"/>
                </a:lnTo>
                <a:lnTo>
                  <a:pt x="439435" y="19530"/>
                </a:lnTo>
                <a:lnTo>
                  <a:pt x="429670" y="19530"/>
                </a:lnTo>
                <a:lnTo>
                  <a:pt x="429670" y="29296"/>
                </a:lnTo>
                <a:lnTo>
                  <a:pt x="429670" y="39061"/>
                </a:lnTo>
                <a:lnTo>
                  <a:pt x="429670" y="48826"/>
                </a:lnTo>
                <a:lnTo>
                  <a:pt x="419905" y="48826"/>
                </a:lnTo>
                <a:lnTo>
                  <a:pt x="419905" y="58591"/>
                </a:lnTo>
                <a:lnTo>
                  <a:pt x="410140" y="58591"/>
                </a:lnTo>
                <a:lnTo>
                  <a:pt x="410140" y="48826"/>
                </a:lnTo>
                <a:lnTo>
                  <a:pt x="410140" y="39061"/>
                </a:lnTo>
                <a:lnTo>
                  <a:pt x="400374" y="39061"/>
                </a:lnTo>
                <a:lnTo>
                  <a:pt x="390609" y="39061"/>
                </a:lnTo>
                <a:lnTo>
                  <a:pt x="390609" y="48826"/>
                </a:lnTo>
                <a:lnTo>
                  <a:pt x="390609" y="58591"/>
                </a:lnTo>
                <a:lnTo>
                  <a:pt x="390609" y="68357"/>
                </a:lnTo>
                <a:lnTo>
                  <a:pt x="400374" y="68357"/>
                </a:lnTo>
                <a:lnTo>
                  <a:pt x="410140" y="68357"/>
                </a:lnTo>
                <a:lnTo>
                  <a:pt x="410140" y="78122"/>
                </a:lnTo>
                <a:lnTo>
                  <a:pt x="400374" y="78122"/>
                </a:lnTo>
                <a:lnTo>
                  <a:pt x="390609" y="78122"/>
                </a:lnTo>
                <a:lnTo>
                  <a:pt x="390609" y="87887"/>
                </a:lnTo>
                <a:lnTo>
                  <a:pt x="400374" y="87887"/>
                </a:lnTo>
                <a:lnTo>
                  <a:pt x="400374" y="97652"/>
                </a:lnTo>
                <a:lnTo>
                  <a:pt x="390609" y="97652"/>
                </a:lnTo>
                <a:lnTo>
                  <a:pt x="390609" y="107418"/>
                </a:lnTo>
                <a:lnTo>
                  <a:pt x="380844" y="107418"/>
                </a:lnTo>
                <a:lnTo>
                  <a:pt x="371079" y="107418"/>
                </a:lnTo>
                <a:lnTo>
                  <a:pt x="361313" y="107418"/>
                </a:lnTo>
                <a:lnTo>
                  <a:pt x="351548" y="107418"/>
                </a:lnTo>
                <a:lnTo>
                  <a:pt x="341783" y="107418"/>
                </a:lnTo>
                <a:lnTo>
                  <a:pt x="341783" y="97652"/>
                </a:lnTo>
                <a:lnTo>
                  <a:pt x="332018" y="97652"/>
                </a:lnTo>
                <a:lnTo>
                  <a:pt x="332018" y="87887"/>
                </a:lnTo>
                <a:lnTo>
                  <a:pt x="341783" y="87887"/>
                </a:lnTo>
                <a:lnTo>
                  <a:pt x="341783" y="78122"/>
                </a:lnTo>
                <a:lnTo>
                  <a:pt x="332018" y="78122"/>
                </a:lnTo>
                <a:lnTo>
                  <a:pt x="322253" y="78122"/>
                </a:lnTo>
                <a:lnTo>
                  <a:pt x="312487" y="78122"/>
                </a:lnTo>
                <a:lnTo>
                  <a:pt x="312487" y="87887"/>
                </a:lnTo>
                <a:lnTo>
                  <a:pt x="312487" y="97652"/>
                </a:lnTo>
                <a:lnTo>
                  <a:pt x="322253" y="97652"/>
                </a:lnTo>
                <a:lnTo>
                  <a:pt x="322253" y="107418"/>
                </a:lnTo>
                <a:lnTo>
                  <a:pt x="322253" y="117183"/>
                </a:lnTo>
                <a:lnTo>
                  <a:pt x="312487" y="117183"/>
                </a:lnTo>
                <a:lnTo>
                  <a:pt x="312487" y="107418"/>
                </a:lnTo>
                <a:close/>
                <a:moveTo>
                  <a:pt x="468731" y="78122"/>
                </a:moveTo>
                <a:lnTo>
                  <a:pt x="458966" y="78122"/>
                </a:lnTo>
                <a:lnTo>
                  <a:pt x="458966" y="87887"/>
                </a:lnTo>
                <a:lnTo>
                  <a:pt x="468731" y="87887"/>
                </a:lnTo>
                <a:lnTo>
                  <a:pt x="478496" y="87887"/>
                </a:lnTo>
                <a:lnTo>
                  <a:pt x="488261" y="87887"/>
                </a:lnTo>
                <a:lnTo>
                  <a:pt x="488261" y="78122"/>
                </a:lnTo>
                <a:lnTo>
                  <a:pt x="498027" y="78122"/>
                </a:lnTo>
                <a:lnTo>
                  <a:pt x="498027" y="68357"/>
                </a:lnTo>
                <a:lnTo>
                  <a:pt x="498027" y="58591"/>
                </a:lnTo>
                <a:lnTo>
                  <a:pt x="488261" y="58591"/>
                </a:lnTo>
                <a:lnTo>
                  <a:pt x="488261" y="48826"/>
                </a:lnTo>
                <a:lnTo>
                  <a:pt x="478496" y="48826"/>
                </a:lnTo>
                <a:lnTo>
                  <a:pt x="478496" y="39061"/>
                </a:lnTo>
                <a:lnTo>
                  <a:pt x="468731" y="39061"/>
                </a:lnTo>
                <a:lnTo>
                  <a:pt x="468731" y="48826"/>
                </a:lnTo>
                <a:lnTo>
                  <a:pt x="468731" y="58591"/>
                </a:lnTo>
                <a:lnTo>
                  <a:pt x="468731" y="68357"/>
                </a:lnTo>
                <a:close/>
                <a:moveTo>
                  <a:pt x="771453" y="283192"/>
                </a:moveTo>
                <a:lnTo>
                  <a:pt x="781218" y="283192"/>
                </a:lnTo>
                <a:lnTo>
                  <a:pt x="781218" y="273426"/>
                </a:lnTo>
                <a:lnTo>
                  <a:pt x="781218" y="263661"/>
                </a:lnTo>
                <a:lnTo>
                  <a:pt x="771453" y="263661"/>
                </a:lnTo>
                <a:lnTo>
                  <a:pt x="771453" y="273426"/>
                </a:lnTo>
                <a:close/>
                <a:moveTo>
                  <a:pt x="351548" y="380844"/>
                </a:moveTo>
                <a:lnTo>
                  <a:pt x="341783" y="380844"/>
                </a:lnTo>
                <a:lnTo>
                  <a:pt x="341783" y="371079"/>
                </a:lnTo>
                <a:lnTo>
                  <a:pt x="332018" y="371079"/>
                </a:lnTo>
                <a:lnTo>
                  <a:pt x="332018" y="361313"/>
                </a:lnTo>
                <a:lnTo>
                  <a:pt x="332018" y="351548"/>
                </a:lnTo>
                <a:lnTo>
                  <a:pt x="341783" y="351548"/>
                </a:lnTo>
                <a:lnTo>
                  <a:pt x="341783" y="341783"/>
                </a:lnTo>
                <a:lnTo>
                  <a:pt x="351548" y="341783"/>
                </a:lnTo>
                <a:lnTo>
                  <a:pt x="361313" y="341783"/>
                </a:lnTo>
                <a:lnTo>
                  <a:pt x="371079" y="341783"/>
                </a:lnTo>
                <a:lnTo>
                  <a:pt x="380844" y="341783"/>
                </a:lnTo>
                <a:lnTo>
                  <a:pt x="380844" y="351548"/>
                </a:lnTo>
                <a:lnTo>
                  <a:pt x="390609" y="351548"/>
                </a:lnTo>
                <a:lnTo>
                  <a:pt x="390609" y="361313"/>
                </a:lnTo>
                <a:lnTo>
                  <a:pt x="390609" y="371079"/>
                </a:lnTo>
                <a:lnTo>
                  <a:pt x="380844" y="371079"/>
                </a:lnTo>
                <a:lnTo>
                  <a:pt x="380844" y="380844"/>
                </a:lnTo>
                <a:lnTo>
                  <a:pt x="371079" y="380844"/>
                </a:lnTo>
                <a:lnTo>
                  <a:pt x="361313" y="380844"/>
                </a:lnTo>
                <a:close/>
                <a:moveTo>
                  <a:pt x="351548" y="400374"/>
                </a:moveTo>
                <a:lnTo>
                  <a:pt x="351548" y="410140"/>
                </a:lnTo>
                <a:lnTo>
                  <a:pt x="341783" y="410140"/>
                </a:lnTo>
                <a:lnTo>
                  <a:pt x="341783" y="400374"/>
                </a:lnTo>
                <a:close/>
                <a:moveTo>
                  <a:pt x="341783" y="419905"/>
                </a:moveTo>
                <a:lnTo>
                  <a:pt x="332018" y="419905"/>
                </a:lnTo>
                <a:lnTo>
                  <a:pt x="332018" y="410140"/>
                </a:lnTo>
                <a:lnTo>
                  <a:pt x="341783" y="410140"/>
                </a:lnTo>
                <a:close/>
                <a:moveTo>
                  <a:pt x="341783" y="517557"/>
                </a:moveTo>
                <a:lnTo>
                  <a:pt x="332018" y="517557"/>
                </a:lnTo>
                <a:lnTo>
                  <a:pt x="332018" y="507792"/>
                </a:lnTo>
                <a:lnTo>
                  <a:pt x="341783" y="507792"/>
                </a:lnTo>
                <a:lnTo>
                  <a:pt x="351548" y="507792"/>
                </a:lnTo>
                <a:lnTo>
                  <a:pt x="351548" y="517557"/>
                </a:lnTo>
                <a:lnTo>
                  <a:pt x="361313" y="517557"/>
                </a:lnTo>
                <a:lnTo>
                  <a:pt x="361313" y="527322"/>
                </a:lnTo>
                <a:lnTo>
                  <a:pt x="351548" y="527322"/>
                </a:lnTo>
                <a:lnTo>
                  <a:pt x="351548" y="537088"/>
                </a:lnTo>
                <a:lnTo>
                  <a:pt x="341783" y="537088"/>
                </a:lnTo>
                <a:lnTo>
                  <a:pt x="341783" y="527322"/>
                </a:lnTo>
                <a:close/>
                <a:moveTo>
                  <a:pt x="380844" y="458966"/>
                </a:moveTo>
                <a:lnTo>
                  <a:pt x="390609" y="458966"/>
                </a:lnTo>
                <a:lnTo>
                  <a:pt x="400374" y="458966"/>
                </a:lnTo>
                <a:lnTo>
                  <a:pt x="410140" y="458966"/>
                </a:lnTo>
                <a:lnTo>
                  <a:pt x="410140" y="468731"/>
                </a:lnTo>
                <a:lnTo>
                  <a:pt x="410140" y="478496"/>
                </a:lnTo>
                <a:lnTo>
                  <a:pt x="410140" y="488261"/>
                </a:lnTo>
                <a:lnTo>
                  <a:pt x="400374" y="488261"/>
                </a:lnTo>
                <a:lnTo>
                  <a:pt x="390609" y="488261"/>
                </a:lnTo>
                <a:lnTo>
                  <a:pt x="390609" y="478496"/>
                </a:lnTo>
                <a:lnTo>
                  <a:pt x="380844" y="478496"/>
                </a:lnTo>
                <a:lnTo>
                  <a:pt x="380844" y="468731"/>
                </a:lnTo>
                <a:lnTo>
                  <a:pt x="371079" y="468731"/>
                </a:lnTo>
                <a:lnTo>
                  <a:pt x="371079" y="458966"/>
                </a:lnTo>
                <a:lnTo>
                  <a:pt x="371079" y="449201"/>
                </a:lnTo>
                <a:lnTo>
                  <a:pt x="361313" y="449201"/>
                </a:lnTo>
                <a:lnTo>
                  <a:pt x="361313" y="439435"/>
                </a:lnTo>
                <a:lnTo>
                  <a:pt x="361313" y="429670"/>
                </a:lnTo>
                <a:lnTo>
                  <a:pt x="371079" y="429670"/>
                </a:lnTo>
                <a:lnTo>
                  <a:pt x="371079" y="439435"/>
                </a:lnTo>
                <a:lnTo>
                  <a:pt x="380844" y="439435"/>
                </a:lnTo>
                <a:lnTo>
                  <a:pt x="380844" y="449201"/>
                </a:lnTo>
                <a:close/>
                <a:moveTo>
                  <a:pt x="390609" y="576148"/>
                </a:moveTo>
                <a:lnTo>
                  <a:pt x="380844" y="576148"/>
                </a:lnTo>
                <a:lnTo>
                  <a:pt x="380844" y="566383"/>
                </a:lnTo>
                <a:lnTo>
                  <a:pt x="390609" y="566383"/>
                </a:lnTo>
                <a:lnTo>
                  <a:pt x="400374" y="566383"/>
                </a:lnTo>
                <a:lnTo>
                  <a:pt x="410140" y="566383"/>
                </a:lnTo>
                <a:lnTo>
                  <a:pt x="410140" y="576148"/>
                </a:lnTo>
                <a:lnTo>
                  <a:pt x="400374" y="576148"/>
                </a:lnTo>
                <a:close/>
                <a:moveTo>
                  <a:pt x="390609" y="664036"/>
                </a:moveTo>
                <a:lnTo>
                  <a:pt x="390609" y="673801"/>
                </a:lnTo>
                <a:lnTo>
                  <a:pt x="380844" y="673801"/>
                </a:lnTo>
                <a:lnTo>
                  <a:pt x="380844" y="664036"/>
                </a:lnTo>
                <a:close/>
                <a:moveTo>
                  <a:pt x="429670" y="78122"/>
                </a:moveTo>
                <a:lnTo>
                  <a:pt x="429670" y="87887"/>
                </a:lnTo>
                <a:lnTo>
                  <a:pt x="419905" y="87887"/>
                </a:lnTo>
                <a:lnTo>
                  <a:pt x="419905" y="78122"/>
                </a:lnTo>
                <a:close/>
                <a:moveTo>
                  <a:pt x="410140" y="195305"/>
                </a:moveTo>
                <a:lnTo>
                  <a:pt x="410140" y="205070"/>
                </a:lnTo>
                <a:lnTo>
                  <a:pt x="400374" y="205070"/>
                </a:lnTo>
                <a:lnTo>
                  <a:pt x="400374" y="195305"/>
                </a:lnTo>
                <a:close/>
                <a:moveTo>
                  <a:pt x="419905" y="449201"/>
                </a:moveTo>
                <a:lnTo>
                  <a:pt x="429670" y="449201"/>
                </a:lnTo>
                <a:lnTo>
                  <a:pt x="429670" y="458966"/>
                </a:lnTo>
                <a:lnTo>
                  <a:pt x="439435" y="458966"/>
                </a:lnTo>
                <a:lnTo>
                  <a:pt x="439435" y="468731"/>
                </a:lnTo>
                <a:lnTo>
                  <a:pt x="449201" y="468731"/>
                </a:lnTo>
                <a:lnTo>
                  <a:pt x="449201" y="478496"/>
                </a:lnTo>
                <a:lnTo>
                  <a:pt x="439435" y="478496"/>
                </a:lnTo>
                <a:lnTo>
                  <a:pt x="439435" y="488261"/>
                </a:lnTo>
                <a:lnTo>
                  <a:pt x="439435" y="498027"/>
                </a:lnTo>
                <a:lnTo>
                  <a:pt x="429670" y="498027"/>
                </a:lnTo>
                <a:lnTo>
                  <a:pt x="429670" y="488261"/>
                </a:lnTo>
                <a:lnTo>
                  <a:pt x="429670" y="478496"/>
                </a:lnTo>
                <a:lnTo>
                  <a:pt x="429670" y="468731"/>
                </a:lnTo>
                <a:lnTo>
                  <a:pt x="419905" y="468731"/>
                </a:lnTo>
                <a:lnTo>
                  <a:pt x="419905" y="458966"/>
                </a:lnTo>
                <a:lnTo>
                  <a:pt x="410140" y="458966"/>
                </a:lnTo>
                <a:lnTo>
                  <a:pt x="410140" y="449201"/>
                </a:lnTo>
                <a:lnTo>
                  <a:pt x="410140" y="439435"/>
                </a:lnTo>
                <a:lnTo>
                  <a:pt x="419905" y="439435"/>
                </a:lnTo>
                <a:close/>
                <a:moveTo>
                  <a:pt x="439435" y="761688"/>
                </a:moveTo>
                <a:lnTo>
                  <a:pt x="429670" y="761688"/>
                </a:lnTo>
                <a:lnTo>
                  <a:pt x="419905" y="761688"/>
                </a:lnTo>
                <a:lnTo>
                  <a:pt x="419905" y="751923"/>
                </a:lnTo>
                <a:lnTo>
                  <a:pt x="410140" y="751923"/>
                </a:lnTo>
                <a:lnTo>
                  <a:pt x="410140" y="742157"/>
                </a:lnTo>
                <a:lnTo>
                  <a:pt x="400374" y="742157"/>
                </a:lnTo>
                <a:lnTo>
                  <a:pt x="400374" y="732392"/>
                </a:lnTo>
                <a:lnTo>
                  <a:pt x="400374" y="722627"/>
                </a:lnTo>
                <a:lnTo>
                  <a:pt x="410140" y="722627"/>
                </a:lnTo>
                <a:lnTo>
                  <a:pt x="419905" y="722627"/>
                </a:lnTo>
                <a:lnTo>
                  <a:pt x="419905" y="732392"/>
                </a:lnTo>
                <a:lnTo>
                  <a:pt x="429670" y="732392"/>
                </a:lnTo>
                <a:lnTo>
                  <a:pt x="439435" y="732392"/>
                </a:lnTo>
                <a:lnTo>
                  <a:pt x="439435" y="722627"/>
                </a:lnTo>
                <a:lnTo>
                  <a:pt x="429670" y="722627"/>
                </a:lnTo>
                <a:lnTo>
                  <a:pt x="429670" y="712862"/>
                </a:lnTo>
                <a:lnTo>
                  <a:pt x="439435" y="712862"/>
                </a:lnTo>
                <a:lnTo>
                  <a:pt x="439435" y="703096"/>
                </a:lnTo>
                <a:lnTo>
                  <a:pt x="439435" y="693331"/>
                </a:lnTo>
                <a:lnTo>
                  <a:pt x="449201" y="693331"/>
                </a:lnTo>
                <a:lnTo>
                  <a:pt x="458966" y="693331"/>
                </a:lnTo>
                <a:lnTo>
                  <a:pt x="468731" y="693331"/>
                </a:lnTo>
                <a:lnTo>
                  <a:pt x="468731" y="703096"/>
                </a:lnTo>
                <a:lnTo>
                  <a:pt x="478496" y="703096"/>
                </a:lnTo>
                <a:lnTo>
                  <a:pt x="488261" y="703096"/>
                </a:lnTo>
                <a:lnTo>
                  <a:pt x="488261" y="712862"/>
                </a:lnTo>
                <a:lnTo>
                  <a:pt x="498027" y="712862"/>
                </a:lnTo>
                <a:lnTo>
                  <a:pt x="498027" y="722627"/>
                </a:lnTo>
                <a:lnTo>
                  <a:pt x="498027" y="732392"/>
                </a:lnTo>
                <a:lnTo>
                  <a:pt x="507792" y="732392"/>
                </a:lnTo>
                <a:lnTo>
                  <a:pt x="507792" y="742157"/>
                </a:lnTo>
                <a:lnTo>
                  <a:pt x="498027" y="742157"/>
                </a:lnTo>
                <a:lnTo>
                  <a:pt x="488261" y="742157"/>
                </a:lnTo>
                <a:lnTo>
                  <a:pt x="488261" y="751923"/>
                </a:lnTo>
                <a:lnTo>
                  <a:pt x="478496" y="751923"/>
                </a:lnTo>
                <a:lnTo>
                  <a:pt x="478496" y="761688"/>
                </a:lnTo>
                <a:lnTo>
                  <a:pt x="478496" y="771453"/>
                </a:lnTo>
                <a:lnTo>
                  <a:pt x="478496" y="781218"/>
                </a:lnTo>
                <a:lnTo>
                  <a:pt x="478496" y="790984"/>
                </a:lnTo>
                <a:lnTo>
                  <a:pt x="478496" y="800749"/>
                </a:lnTo>
                <a:lnTo>
                  <a:pt x="468731" y="800749"/>
                </a:lnTo>
                <a:lnTo>
                  <a:pt x="458966" y="800749"/>
                </a:lnTo>
                <a:lnTo>
                  <a:pt x="458966" y="790984"/>
                </a:lnTo>
                <a:lnTo>
                  <a:pt x="458966" y="781218"/>
                </a:lnTo>
                <a:lnTo>
                  <a:pt x="449201" y="781218"/>
                </a:lnTo>
                <a:lnTo>
                  <a:pt x="439435" y="781218"/>
                </a:lnTo>
                <a:lnTo>
                  <a:pt x="439435" y="771453"/>
                </a:lnTo>
                <a:close/>
                <a:moveTo>
                  <a:pt x="449201" y="732392"/>
                </a:moveTo>
                <a:lnTo>
                  <a:pt x="439435" y="732392"/>
                </a:lnTo>
                <a:lnTo>
                  <a:pt x="439435" y="742157"/>
                </a:lnTo>
                <a:lnTo>
                  <a:pt x="439435" y="751923"/>
                </a:lnTo>
                <a:lnTo>
                  <a:pt x="449201" y="751923"/>
                </a:lnTo>
                <a:lnTo>
                  <a:pt x="449201" y="742157"/>
                </a:lnTo>
                <a:close/>
                <a:moveTo>
                  <a:pt x="419905" y="947227"/>
                </a:moveTo>
                <a:lnTo>
                  <a:pt x="410140" y="947227"/>
                </a:lnTo>
                <a:lnTo>
                  <a:pt x="400374" y="947227"/>
                </a:lnTo>
                <a:lnTo>
                  <a:pt x="400374" y="937462"/>
                </a:lnTo>
                <a:lnTo>
                  <a:pt x="410140" y="937462"/>
                </a:lnTo>
                <a:lnTo>
                  <a:pt x="419905" y="937462"/>
                </a:lnTo>
                <a:close/>
                <a:moveTo>
                  <a:pt x="410140" y="1279245"/>
                </a:moveTo>
                <a:lnTo>
                  <a:pt x="419905" y="1279245"/>
                </a:lnTo>
                <a:lnTo>
                  <a:pt x="419905" y="1289010"/>
                </a:lnTo>
                <a:lnTo>
                  <a:pt x="410140" y="1289010"/>
                </a:lnTo>
                <a:close/>
                <a:moveTo>
                  <a:pt x="478496" y="185539"/>
                </a:moveTo>
                <a:lnTo>
                  <a:pt x="478496" y="195305"/>
                </a:lnTo>
                <a:lnTo>
                  <a:pt x="468731" y="195305"/>
                </a:lnTo>
                <a:lnTo>
                  <a:pt x="468731" y="185539"/>
                </a:lnTo>
                <a:close/>
                <a:moveTo>
                  <a:pt x="478496" y="312487"/>
                </a:moveTo>
                <a:lnTo>
                  <a:pt x="478496" y="322253"/>
                </a:lnTo>
                <a:lnTo>
                  <a:pt x="468731" y="322253"/>
                </a:lnTo>
                <a:lnTo>
                  <a:pt x="468731" y="312487"/>
                </a:lnTo>
                <a:lnTo>
                  <a:pt x="468731" y="302722"/>
                </a:lnTo>
                <a:lnTo>
                  <a:pt x="458966" y="302722"/>
                </a:lnTo>
                <a:lnTo>
                  <a:pt x="449201" y="302722"/>
                </a:lnTo>
                <a:lnTo>
                  <a:pt x="449201" y="292957"/>
                </a:lnTo>
                <a:lnTo>
                  <a:pt x="449201" y="283192"/>
                </a:lnTo>
                <a:lnTo>
                  <a:pt x="458966" y="283192"/>
                </a:lnTo>
                <a:lnTo>
                  <a:pt x="468731" y="283192"/>
                </a:lnTo>
                <a:lnTo>
                  <a:pt x="468731" y="292957"/>
                </a:lnTo>
                <a:lnTo>
                  <a:pt x="478496" y="292957"/>
                </a:lnTo>
                <a:lnTo>
                  <a:pt x="478496" y="283192"/>
                </a:lnTo>
                <a:lnTo>
                  <a:pt x="488261" y="283192"/>
                </a:lnTo>
                <a:lnTo>
                  <a:pt x="498027" y="283192"/>
                </a:lnTo>
                <a:lnTo>
                  <a:pt x="498027" y="292957"/>
                </a:lnTo>
                <a:lnTo>
                  <a:pt x="498027" y="302722"/>
                </a:lnTo>
                <a:lnTo>
                  <a:pt x="488261" y="302722"/>
                </a:lnTo>
                <a:lnTo>
                  <a:pt x="488261" y="312487"/>
                </a:lnTo>
                <a:close/>
                <a:moveTo>
                  <a:pt x="449201" y="322253"/>
                </a:moveTo>
                <a:lnTo>
                  <a:pt x="449201" y="332018"/>
                </a:lnTo>
                <a:lnTo>
                  <a:pt x="439435" y="332018"/>
                </a:lnTo>
                <a:lnTo>
                  <a:pt x="439435" y="322253"/>
                </a:lnTo>
                <a:close/>
                <a:moveTo>
                  <a:pt x="488261" y="390609"/>
                </a:moveTo>
                <a:lnTo>
                  <a:pt x="478496" y="390609"/>
                </a:lnTo>
                <a:lnTo>
                  <a:pt x="468731" y="390609"/>
                </a:lnTo>
                <a:lnTo>
                  <a:pt x="468731" y="380844"/>
                </a:lnTo>
                <a:lnTo>
                  <a:pt x="478496" y="380844"/>
                </a:lnTo>
                <a:lnTo>
                  <a:pt x="488261" y="380844"/>
                </a:lnTo>
                <a:close/>
                <a:moveTo>
                  <a:pt x="458966" y="488261"/>
                </a:moveTo>
                <a:lnTo>
                  <a:pt x="468731" y="488261"/>
                </a:lnTo>
                <a:lnTo>
                  <a:pt x="468731" y="498027"/>
                </a:lnTo>
                <a:lnTo>
                  <a:pt x="458966" y="498027"/>
                </a:lnTo>
                <a:close/>
                <a:moveTo>
                  <a:pt x="458966" y="498027"/>
                </a:moveTo>
                <a:lnTo>
                  <a:pt x="458966" y="507792"/>
                </a:lnTo>
                <a:lnTo>
                  <a:pt x="449201" y="507792"/>
                </a:lnTo>
                <a:lnTo>
                  <a:pt x="449201" y="498027"/>
                </a:lnTo>
                <a:close/>
                <a:moveTo>
                  <a:pt x="439435" y="517557"/>
                </a:moveTo>
                <a:lnTo>
                  <a:pt x="429670" y="517557"/>
                </a:lnTo>
                <a:lnTo>
                  <a:pt x="429670" y="507792"/>
                </a:lnTo>
                <a:lnTo>
                  <a:pt x="439435" y="507792"/>
                </a:lnTo>
                <a:close/>
                <a:moveTo>
                  <a:pt x="488261" y="634740"/>
                </a:moveTo>
                <a:lnTo>
                  <a:pt x="478496" y="634740"/>
                </a:lnTo>
                <a:lnTo>
                  <a:pt x="468731" y="634740"/>
                </a:lnTo>
                <a:lnTo>
                  <a:pt x="468731" y="624975"/>
                </a:lnTo>
                <a:lnTo>
                  <a:pt x="468731" y="615209"/>
                </a:lnTo>
                <a:lnTo>
                  <a:pt x="478496" y="615209"/>
                </a:lnTo>
                <a:lnTo>
                  <a:pt x="488261" y="615209"/>
                </a:lnTo>
                <a:lnTo>
                  <a:pt x="498027" y="615209"/>
                </a:lnTo>
                <a:lnTo>
                  <a:pt x="507792" y="615209"/>
                </a:lnTo>
                <a:lnTo>
                  <a:pt x="507792" y="624975"/>
                </a:lnTo>
                <a:lnTo>
                  <a:pt x="498027" y="624975"/>
                </a:lnTo>
                <a:lnTo>
                  <a:pt x="498027" y="634740"/>
                </a:lnTo>
                <a:lnTo>
                  <a:pt x="498027" y="644505"/>
                </a:lnTo>
                <a:lnTo>
                  <a:pt x="507792" y="644505"/>
                </a:lnTo>
                <a:lnTo>
                  <a:pt x="517557" y="644505"/>
                </a:lnTo>
                <a:lnTo>
                  <a:pt x="527322" y="644505"/>
                </a:lnTo>
                <a:lnTo>
                  <a:pt x="527322" y="654270"/>
                </a:lnTo>
                <a:lnTo>
                  <a:pt x="537088" y="654270"/>
                </a:lnTo>
                <a:lnTo>
                  <a:pt x="537088" y="664036"/>
                </a:lnTo>
                <a:lnTo>
                  <a:pt x="527322" y="664036"/>
                </a:lnTo>
                <a:lnTo>
                  <a:pt x="517557" y="664036"/>
                </a:lnTo>
                <a:lnTo>
                  <a:pt x="517557" y="654270"/>
                </a:lnTo>
                <a:lnTo>
                  <a:pt x="507792" y="654270"/>
                </a:lnTo>
                <a:lnTo>
                  <a:pt x="507792" y="664036"/>
                </a:lnTo>
                <a:lnTo>
                  <a:pt x="507792" y="673801"/>
                </a:lnTo>
                <a:lnTo>
                  <a:pt x="507792" y="683566"/>
                </a:lnTo>
                <a:lnTo>
                  <a:pt x="507792" y="693331"/>
                </a:lnTo>
                <a:lnTo>
                  <a:pt x="507792" y="703096"/>
                </a:lnTo>
                <a:lnTo>
                  <a:pt x="517557" y="703096"/>
                </a:lnTo>
                <a:lnTo>
                  <a:pt x="517557" y="712862"/>
                </a:lnTo>
                <a:lnTo>
                  <a:pt x="507792" y="712862"/>
                </a:lnTo>
                <a:lnTo>
                  <a:pt x="498027" y="712862"/>
                </a:lnTo>
                <a:lnTo>
                  <a:pt x="498027" y="703096"/>
                </a:lnTo>
                <a:lnTo>
                  <a:pt x="498027" y="693331"/>
                </a:lnTo>
                <a:lnTo>
                  <a:pt x="498027" y="683566"/>
                </a:lnTo>
                <a:lnTo>
                  <a:pt x="488261" y="683566"/>
                </a:lnTo>
                <a:lnTo>
                  <a:pt x="488261" y="673801"/>
                </a:lnTo>
                <a:lnTo>
                  <a:pt x="488261" y="664036"/>
                </a:lnTo>
                <a:lnTo>
                  <a:pt x="488261" y="654270"/>
                </a:lnTo>
                <a:lnTo>
                  <a:pt x="488261" y="644505"/>
                </a:lnTo>
                <a:close/>
                <a:moveTo>
                  <a:pt x="458966" y="830044"/>
                </a:moveTo>
                <a:lnTo>
                  <a:pt x="468731" y="830044"/>
                </a:lnTo>
                <a:lnTo>
                  <a:pt x="468731" y="839810"/>
                </a:lnTo>
                <a:lnTo>
                  <a:pt x="458966" y="839810"/>
                </a:lnTo>
                <a:lnTo>
                  <a:pt x="449201" y="839810"/>
                </a:lnTo>
                <a:lnTo>
                  <a:pt x="449201" y="830044"/>
                </a:lnTo>
                <a:close/>
                <a:moveTo>
                  <a:pt x="458966" y="908166"/>
                </a:moveTo>
                <a:lnTo>
                  <a:pt x="458966" y="898401"/>
                </a:lnTo>
                <a:lnTo>
                  <a:pt x="468731" y="898401"/>
                </a:lnTo>
                <a:lnTo>
                  <a:pt x="468731" y="908166"/>
                </a:lnTo>
                <a:lnTo>
                  <a:pt x="468731" y="917931"/>
                </a:lnTo>
                <a:lnTo>
                  <a:pt x="458966" y="917931"/>
                </a:lnTo>
                <a:close/>
                <a:moveTo>
                  <a:pt x="507792" y="234365"/>
                </a:moveTo>
                <a:lnTo>
                  <a:pt x="507792" y="244131"/>
                </a:lnTo>
                <a:lnTo>
                  <a:pt x="498027" y="244131"/>
                </a:lnTo>
                <a:lnTo>
                  <a:pt x="488261" y="244131"/>
                </a:lnTo>
                <a:lnTo>
                  <a:pt x="488261" y="234365"/>
                </a:lnTo>
                <a:lnTo>
                  <a:pt x="478496" y="234365"/>
                </a:lnTo>
                <a:lnTo>
                  <a:pt x="478496" y="224600"/>
                </a:lnTo>
                <a:lnTo>
                  <a:pt x="478496" y="214835"/>
                </a:lnTo>
                <a:lnTo>
                  <a:pt x="488261" y="214835"/>
                </a:lnTo>
                <a:lnTo>
                  <a:pt x="488261" y="224600"/>
                </a:lnTo>
                <a:lnTo>
                  <a:pt x="498027" y="224600"/>
                </a:lnTo>
                <a:lnTo>
                  <a:pt x="507792" y="224600"/>
                </a:lnTo>
                <a:close/>
                <a:moveTo>
                  <a:pt x="478496" y="458966"/>
                </a:moveTo>
                <a:lnTo>
                  <a:pt x="488261" y="458966"/>
                </a:lnTo>
                <a:lnTo>
                  <a:pt x="498027" y="458966"/>
                </a:lnTo>
                <a:lnTo>
                  <a:pt x="507792" y="458966"/>
                </a:lnTo>
                <a:lnTo>
                  <a:pt x="517557" y="458966"/>
                </a:lnTo>
                <a:lnTo>
                  <a:pt x="527322" y="458966"/>
                </a:lnTo>
                <a:lnTo>
                  <a:pt x="527322" y="468731"/>
                </a:lnTo>
                <a:lnTo>
                  <a:pt x="527322" y="478496"/>
                </a:lnTo>
                <a:lnTo>
                  <a:pt x="537088" y="478496"/>
                </a:lnTo>
                <a:lnTo>
                  <a:pt x="546853" y="478496"/>
                </a:lnTo>
                <a:lnTo>
                  <a:pt x="546853" y="488261"/>
                </a:lnTo>
                <a:lnTo>
                  <a:pt x="537088" y="488261"/>
                </a:lnTo>
                <a:lnTo>
                  <a:pt x="537088" y="498027"/>
                </a:lnTo>
                <a:lnTo>
                  <a:pt x="537088" y="507792"/>
                </a:lnTo>
                <a:lnTo>
                  <a:pt x="527322" y="507792"/>
                </a:lnTo>
                <a:lnTo>
                  <a:pt x="527322" y="517557"/>
                </a:lnTo>
                <a:lnTo>
                  <a:pt x="517557" y="517557"/>
                </a:lnTo>
                <a:lnTo>
                  <a:pt x="517557" y="507792"/>
                </a:lnTo>
                <a:lnTo>
                  <a:pt x="507792" y="507792"/>
                </a:lnTo>
                <a:lnTo>
                  <a:pt x="507792" y="498027"/>
                </a:lnTo>
                <a:lnTo>
                  <a:pt x="498027" y="498027"/>
                </a:lnTo>
                <a:lnTo>
                  <a:pt x="498027" y="488261"/>
                </a:lnTo>
                <a:lnTo>
                  <a:pt x="498027" y="478496"/>
                </a:lnTo>
                <a:lnTo>
                  <a:pt x="498027" y="468731"/>
                </a:lnTo>
                <a:lnTo>
                  <a:pt x="488261" y="468731"/>
                </a:lnTo>
                <a:lnTo>
                  <a:pt x="488261" y="478496"/>
                </a:lnTo>
                <a:lnTo>
                  <a:pt x="478496" y="478496"/>
                </a:lnTo>
                <a:lnTo>
                  <a:pt x="478496" y="488261"/>
                </a:lnTo>
                <a:lnTo>
                  <a:pt x="468731" y="488261"/>
                </a:lnTo>
                <a:lnTo>
                  <a:pt x="468731" y="478496"/>
                </a:lnTo>
                <a:lnTo>
                  <a:pt x="468731" y="468731"/>
                </a:lnTo>
                <a:lnTo>
                  <a:pt x="478496" y="468731"/>
                </a:lnTo>
                <a:close/>
                <a:moveTo>
                  <a:pt x="517557" y="537088"/>
                </a:moveTo>
                <a:lnTo>
                  <a:pt x="507792" y="537088"/>
                </a:lnTo>
                <a:lnTo>
                  <a:pt x="507792" y="527322"/>
                </a:lnTo>
                <a:lnTo>
                  <a:pt x="507792" y="517557"/>
                </a:lnTo>
                <a:lnTo>
                  <a:pt x="517557" y="517557"/>
                </a:lnTo>
                <a:lnTo>
                  <a:pt x="517557" y="527322"/>
                </a:lnTo>
                <a:close/>
                <a:moveTo>
                  <a:pt x="517557" y="576148"/>
                </a:moveTo>
                <a:lnTo>
                  <a:pt x="507792" y="576148"/>
                </a:lnTo>
                <a:lnTo>
                  <a:pt x="498027" y="576148"/>
                </a:lnTo>
                <a:lnTo>
                  <a:pt x="498027" y="566383"/>
                </a:lnTo>
                <a:lnTo>
                  <a:pt x="498027" y="556618"/>
                </a:lnTo>
                <a:lnTo>
                  <a:pt x="488261" y="556618"/>
                </a:lnTo>
                <a:lnTo>
                  <a:pt x="488261" y="546853"/>
                </a:lnTo>
                <a:lnTo>
                  <a:pt x="488261" y="537088"/>
                </a:lnTo>
                <a:lnTo>
                  <a:pt x="488261" y="527322"/>
                </a:lnTo>
                <a:lnTo>
                  <a:pt x="498027" y="527322"/>
                </a:lnTo>
                <a:lnTo>
                  <a:pt x="498027" y="537088"/>
                </a:lnTo>
                <a:lnTo>
                  <a:pt x="498027" y="546853"/>
                </a:lnTo>
                <a:lnTo>
                  <a:pt x="507792" y="546853"/>
                </a:lnTo>
                <a:lnTo>
                  <a:pt x="517557" y="546853"/>
                </a:lnTo>
                <a:lnTo>
                  <a:pt x="517557" y="556618"/>
                </a:lnTo>
                <a:lnTo>
                  <a:pt x="517557" y="566383"/>
                </a:lnTo>
                <a:close/>
                <a:moveTo>
                  <a:pt x="517557" y="878871"/>
                </a:moveTo>
                <a:lnTo>
                  <a:pt x="507792" y="878871"/>
                </a:lnTo>
                <a:lnTo>
                  <a:pt x="507792" y="869105"/>
                </a:lnTo>
                <a:lnTo>
                  <a:pt x="517557" y="869105"/>
                </a:lnTo>
                <a:close/>
                <a:moveTo>
                  <a:pt x="537088" y="302722"/>
                </a:moveTo>
                <a:lnTo>
                  <a:pt x="537088" y="312487"/>
                </a:lnTo>
                <a:lnTo>
                  <a:pt x="537088" y="322253"/>
                </a:lnTo>
                <a:lnTo>
                  <a:pt x="527322" y="322253"/>
                </a:lnTo>
                <a:lnTo>
                  <a:pt x="517557" y="322253"/>
                </a:lnTo>
                <a:lnTo>
                  <a:pt x="517557" y="312487"/>
                </a:lnTo>
                <a:lnTo>
                  <a:pt x="527322" y="312487"/>
                </a:lnTo>
                <a:lnTo>
                  <a:pt x="527322" y="302722"/>
                </a:lnTo>
                <a:close/>
                <a:moveTo>
                  <a:pt x="527322" y="371079"/>
                </a:moveTo>
                <a:lnTo>
                  <a:pt x="527322" y="361313"/>
                </a:lnTo>
                <a:lnTo>
                  <a:pt x="527322" y="351548"/>
                </a:lnTo>
                <a:lnTo>
                  <a:pt x="537088" y="351548"/>
                </a:lnTo>
                <a:lnTo>
                  <a:pt x="537088" y="361313"/>
                </a:lnTo>
                <a:lnTo>
                  <a:pt x="537088" y="371079"/>
                </a:lnTo>
                <a:close/>
                <a:moveTo>
                  <a:pt x="576148" y="468731"/>
                </a:moveTo>
                <a:lnTo>
                  <a:pt x="576148" y="478496"/>
                </a:lnTo>
                <a:lnTo>
                  <a:pt x="566383" y="478496"/>
                </a:lnTo>
                <a:lnTo>
                  <a:pt x="566383" y="468731"/>
                </a:lnTo>
                <a:close/>
                <a:moveTo>
                  <a:pt x="556618" y="527322"/>
                </a:moveTo>
                <a:lnTo>
                  <a:pt x="556618" y="537088"/>
                </a:lnTo>
                <a:lnTo>
                  <a:pt x="546853" y="537088"/>
                </a:lnTo>
                <a:lnTo>
                  <a:pt x="546853" y="527322"/>
                </a:lnTo>
                <a:close/>
                <a:moveTo>
                  <a:pt x="556618" y="556618"/>
                </a:moveTo>
                <a:lnTo>
                  <a:pt x="566383" y="556618"/>
                </a:lnTo>
                <a:lnTo>
                  <a:pt x="576148" y="556618"/>
                </a:lnTo>
                <a:lnTo>
                  <a:pt x="576148" y="566383"/>
                </a:lnTo>
                <a:lnTo>
                  <a:pt x="576148" y="576148"/>
                </a:lnTo>
                <a:lnTo>
                  <a:pt x="566383" y="576148"/>
                </a:lnTo>
                <a:lnTo>
                  <a:pt x="556618" y="576148"/>
                </a:lnTo>
                <a:lnTo>
                  <a:pt x="556618" y="566383"/>
                </a:lnTo>
                <a:lnTo>
                  <a:pt x="546853" y="566383"/>
                </a:lnTo>
                <a:lnTo>
                  <a:pt x="546853" y="556618"/>
                </a:lnTo>
                <a:lnTo>
                  <a:pt x="546853" y="546853"/>
                </a:lnTo>
                <a:lnTo>
                  <a:pt x="556618" y="546853"/>
                </a:lnTo>
                <a:close/>
                <a:moveTo>
                  <a:pt x="517557" y="595679"/>
                </a:moveTo>
                <a:lnTo>
                  <a:pt x="527322" y="595679"/>
                </a:lnTo>
                <a:lnTo>
                  <a:pt x="537088" y="595679"/>
                </a:lnTo>
                <a:lnTo>
                  <a:pt x="537088" y="605444"/>
                </a:lnTo>
                <a:lnTo>
                  <a:pt x="527322" y="605444"/>
                </a:lnTo>
                <a:lnTo>
                  <a:pt x="517557" y="605444"/>
                </a:lnTo>
                <a:close/>
                <a:moveTo>
                  <a:pt x="566383" y="732392"/>
                </a:moveTo>
                <a:lnTo>
                  <a:pt x="566383" y="742157"/>
                </a:lnTo>
                <a:lnTo>
                  <a:pt x="556618" y="742157"/>
                </a:lnTo>
                <a:lnTo>
                  <a:pt x="556618" y="732392"/>
                </a:lnTo>
                <a:close/>
                <a:moveTo>
                  <a:pt x="556618" y="771453"/>
                </a:moveTo>
                <a:lnTo>
                  <a:pt x="556618" y="781218"/>
                </a:lnTo>
                <a:lnTo>
                  <a:pt x="546853" y="781218"/>
                </a:lnTo>
                <a:lnTo>
                  <a:pt x="546853" y="771453"/>
                </a:lnTo>
                <a:close/>
                <a:moveTo>
                  <a:pt x="576148" y="830044"/>
                </a:moveTo>
                <a:lnTo>
                  <a:pt x="576148" y="820279"/>
                </a:lnTo>
                <a:lnTo>
                  <a:pt x="576148" y="810514"/>
                </a:lnTo>
                <a:lnTo>
                  <a:pt x="585914" y="810514"/>
                </a:lnTo>
                <a:lnTo>
                  <a:pt x="585914" y="800749"/>
                </a:lnTo>
                <a:lnTo>
                  <a:pt x="585914" y="790984"/>
                </a:lnTo>
                <a:lnTo>
                  <a:pt x="595679" y="790984"/>
                </a:lnTo>
                <a:lnTo>
                  <a:pt x="595679" y="781218"/>
                </a:lnTo>
                <a:lnTo>
                  <a:pt x="595679" y="771453"/>
                </a:lnTo>
                <a:lnTo>
                  <a:pt x="605444" y="771453"/>
                </a:lnTo>
                <a:lnTo>
                  <a:pt x="605444" y="781218"/>
                </a:lnTo>
                <a:lnTo>
                  <a:pt x="615209" y="781218"/>
                </a:lnTo>
                <a:lnTo>
                  <a:pt x="615209" y="771453"/>
                </a:lnTo>
                <a:lnTo>
                  <a:pt x="624975" y="771453"/>
                </a:lnTo>
                <a:lnTo>
                  <a:pt x="624975" y="761688"/>
                </a:lnTo>
                <a:lnTo>
                  <a:pt x="634740" y="761688"/>
                </a:lnTo>
                <a:lnTo>
                  <a:pt x="634740" y="751923"/>
                </a:lnTo>
                <a:lnTo>
                  <a:pt x="644505" y="751923"/>
                </a:lnTo>
                <a:lnTo>
                  <a:pt x="654270" y="751923"/>
                </a:lnTo>
                <a:lnTo>
                  <a:pt x="654270" y="761688"/>
                </a:lnTo>
                <a:lnTo>
                  <a:pt x="664036" y="761688"/>
                </a:lnTo>
                <a:lnTo>
                  <a:pt x="664036" y="771453"/>
                </a:lnTo>
                <a:lnTo>
                  <a:pt x="664036" y="781218"/>
                </a:lnTo>
                <a:lnTo>
                  <a:pt x="654270" y="781218"/>
                </a:lnTo>
                <a:lnTo>
                  <a:pt x="644505" y="781218"/>
                </a:lnTo>
                <a:lnTo>
                  <a:pt x="634740" y="781218"/>
                </a:lnTo>
                <a:lnTo>
                  <a:pt x="634740" y="790984"/>
                </a:lnTo>
                <a:lnTo>
                  <a:pt x="634740" y="800749"/>
                </a:lnTo>
                <a:lnTo>
                  <a:pt x="644505" y="800749"/>
                </a:lnTo>
                <a:lnTo>
                  <a:pt x="644505" y="810514"/>
                </a:lnTo>
                <a:lnTo>
                  <a:pt x="644505" y="820279"/>
                </a:lnTo>
                <a:lnTo>
                  <a:pt x="644505" y="830044"/>
                </a:lnTo>
                <a:lnTo>
                  <a:pt x="644505" y="839810"/>
                </a:lnTo>
                <a:lnTo>
                  <a:pt x="634740" y="839810"/>
                </a:lnTo>
                <a:lnTo>
                  <a:pt x="634740" y="849575"/>
                </a:lnTo>
                <a:lnTo>
                  <a:pt x="634740" y="859340"/>
                </a:lnTo>
                <a:lnTo>
                  <a:pt x="624975" y="859340"/>
                </a:lnTo>
                <a:lnTo>
                  <a:pt x="624975" y="869105"/>
                </a:lnTo>
                <a:lnTo>
                  <a:pt x="634740" y="869105"/>
                </a:lnTo>
                <a:lnTo>
                  <a:pt x="634740" y="878871"/>
                </a:lnTo>
                <a:lnTo>
                  <a:pt x="644505" y="878871"/>
                </a:lnTo>
                <a:lnTo>
                  <a:pt x="644505" y="869105"/>
                </a:lnTo>
                <a:lnTo>
                  <a:pt x="654270" y="869105"/>
                </a:lnTo>
                <a:lnTo>
                  <a:pt x="654270" y="859340"/>
                </a:lnTo>
                <a:lnTo>
                  <a:pt x="654270" y="849575"/>
                </a:lnTo>
                <a:lnTo>
                  <a:pt x="654270" y="839810"/>
                </a:lnTo>
                <a:lnTo>
                  <a:pt x="654270" y="830044"/>
                </a:lnTo>
                <a:lnTo>
                  <a:pt x="664036" y="830044"/>
                </a:lnTo>
                <a:lnTo>
                  <a:pt x="673801" y="830044"/>
                </a:lnTo>
                <a:lnTo>
                  <a:pt x="683566" y="830044"/>
                </a:lnTo>
                <a:lnTo>
                  <a:pt x="693331" y="830044"/>
                </a:lnTo>
                <a:lnTo>
                  <a:pt x="693331" y="820279"/>
                </a:lnTo>
                <a:lnTo>
                  <a:pt x="703096" y="820279"/>
                </a:lnTo>
                <a:lnTo>
                  <a:pt x="712862" y="820279"/>
                </a:lnTo>
                <a:lnTo>
                  <a:pt x="712862" y="830044"/>
                </a:lnTo>
                <a:lnTo>
                  <a:pt x="722627" y="830044"/>
                </a:lnTo>
                <a:lnTo>
                  <a:pt x="722627" y="820279"/>
                </a:lnTo>
                <a:lnTo>
                  <a:pt x="722627" y="810514"/>
                </a:lnTo>
                <a:lnTo>
                  <a:pt x="732392" y="810514"/>
                </a:lnTo>
                <a:lnTo>
                  <a:pt x="732392" y="820279"/>
                </a:lnTo>
                <a:lnTo>
                  <a:pt x="742157" y="820279"/>
                </a:lnTo>
                <a:lnTo>
                  <a:pt x="742157" y="830044"/>
                </a:lnTo>
                <a:lnTo>
                  <a:pt x="742157" y="839810"/>
                </a:lnTo>
                <a:lnTo>
                  <a:pt x="751923" y="839810"/>
                </a:lnTo>
                <a:lnTo>
                  <a:pt x="751923" y="849575"/>
                </a:lnTo>
                <a:lnTo>
                  <a:pt x="751923" y="859340"/>
                </a:lnTo>
                <a:lnTo>
                  <a:pt x="761688" y="859340"/>
                </a:lnTo>
                <a:lnTo>
                  <a:pt x="761688" y="849575"/>
                </a:lnTo>
                <a:lnTo>
                  <a:pt x="761688" y="839810"/>
                </a:lnTo>
                <a:lnTo>
                  <a:pt x="761688" y="830044"/>
                </a:lnTo>
                <a:lnTo>
                  <a:pt x="761688" y="820279"/>
                </a:lnTo>
                <a:lnTo>
                  <a:pt x="771453" y="820279"/>
                </a:lnTo>
                <a:lnTo>
                  <a:pt x="781218" y="820279"/>
                </a:lnTo>
                <a:lnTo>
                  <a:pt x="781218" y="830044"/>
                </a:lnTo>
                <a:lnTo>
                  <a:pt x="790984" y="830044"/>
                </a:lnTo>
                <a:lnTo>
                  <a:pt x="790984" y="839810"/>
                </a:lnTo>
                <a:lnTo>
                  <a:pt x="790984" y="849575"/>
                </a:lnTo>
                <a:lnTo>
                  <a:pt x="781218" y="849575"/>
                </a:lnTo>
                <a:lnTo>
                  <a:pt x="781218" y="859340"/>
                </a:lnTo>
                <a:lnTo>
                  <a:pt x="790984" y="859340"/>
                </a:lnTo>
                <a:lnTo>
                  <a:pt x="800749" y="859340"/>
                </a:lnTo>
                <a:lnTo>
                  <a:pt x="810514" y="859340"/>
                </a:lnTo>
                <a:lnTo>
                  <a:pt x="810514" y="849575"/>
                </a:lnTo>
                <a:lnTo>
                  <a:pt x="820279" y="849575"/>
                </a:lnTo>
                <a:lnTo>
                  <a:pt x="830044" y="849575"/>
                </a:lnTo>
                <a:lnTo>
                  <a:pt x="830044" y="859340"/>
                </a:lnTo>
                <a:lnTo>
                  <a:pt x="830044" y="869105"/>
                </a:lnTo>
                <a:lnTo>
                  <a:pt x="820279" y="869105"/>
                </a:lnTo>
                <a:lnTo>
                  <a:pt x="810514" y="869105"/>
                </a:lnTo>
                <a:lnTo>
                  <a:pt x="800749" y="869105"/>
                </a:lnTo>
                <a:lnTo>
                  <a:pt x="790984" y="869105"/>
                </a:lnTo>
                <a:lnTo>
                  <a:pt x="781218" y="869105"/>
                </a:lnTo>
                <a:lnTo>
                  <a:pt x="781218" y="878871"/>
                </a:lnTo>
                <a:lnTo>
                  <a:pt x="771453" y="878871"/>
                </a:lnTo>
                <a:lnTo>
                  <a:pt x="771453" y="888636"/>
                </a:lnTo>
                <a:lnTo>
                  <a:pt x="781218" y="888636"/>
                </a:lnTo>
                <a:lnTo>
                  <a:pt x="790984" y="888636"/>
                </a:lnTo>
                <a:lnTo>
                  <a:pt x="790984" y="898401"/>
                </a:lnTo>
                <a:lnTo>
                  <a:pt x="781218" y="898401"/>
                </a:lnTo>
                <a:lnTo>
                  <a:pt x="771453" y="898401"/>
                </a:lnTo>
                <a:lnTo>
                  <a:pt x="771453" y="908166"/>
                </a:lnTo>
                <a:lnTo>
                  <a:pt x="761688" y="908166"/>
                </a:lnTo>
                <a:lnTo>
                  <a:pt x="761688" y="917931"/>
                </a:lnTo>
                <a:lnTo>
                  <a:pt x="751923" y="917931"/>
                </a:lnTo>
                <a:lnTo>
                  <a:pt x="751923" y="908166"/>
                </a:lnTo>
                <a:lnTo>
                  <a:pt x="751923" y="898401"/>
                </a:lnTo>
                <a:lnTo>
                  <a:pt x="751923" y="888636"/>
                </a:lnTo>
                <a:lnTo>
                  <a:pt x="742157" y="888636"/>
                </a:lnTo>
                <a:lnTo>
                  <a:pt x="742157" y="878871"/>
                </a:lnTo>
                <a:lnTo>
                  <a:pt x="742157" y="869105"/>
                </a:lnTo>
                <a:lnTo>
                  <a:pt x="732392" y="869105"/>
                </a:lnTo>
                <a:lnTo>
                  <a:pt x="732392" y="878871"/>
                </a:lnTo>
                <a:lnTo>
                  <a:pt x="722627" y="878871"/>
                </a:lnTo>
                <a:lnTo>
                  <a:pt x="722627" y="869105"/>
                </a:lnTo>
                <a:lnTo>
                  <a:pt x="722627" y="859340"/>
                </a:lnTo>
                <a:lnTo>
                  <a:pt x="712862" y="859340"/>
                </a:lnTo>
                <a:lnTo>
                  <a:pt x="703096" y="859340"/>
                </a:lnTo>
                <a:lnTo>
                  <a:pt x="693331" y="859340"/>
                </a:lnTo>
                <a:lnTo>
                  <a:pt x="693331" y="869105"/>
                </a:lnTo>
                <a:lnTo>
                  <a:pt x="683566" y="869105"/>
                </a:lnTo>
                <a:lnTo>
                  <a:pt x="683566" y="878871"/>
                </a:lnTo>
                <a:lnTo>
                  <a:pt x="673801" y="878871"/>
                </a:lnTo>
                <a:lnTo>
                  <a:pt x="673801" y="888636"/>
                </a:lnTo>
                <a:lnTo>
                  <a:pt x="673801" y="898401"/>
                </a:lnTo>
                <a:lnTo>
                  <a:pt x="664036" y="898401"/>
                </a:lnTo>
                <a:lnTo>
                  <a:pt x="664036" y="908166"/>
                </a:lnTo>
                <a:lnTo>
                  <a:pt x="654270" y="908166"/>
                </a:lnTo>
                <a:lnTo>
                  <a:pt x="654270" y="917931"/>
                </a:lnTo>
                <a:lnTo>
                  <a:pt x="644505" y="917931"/>
                </a:lnTo>
                <a:lnTo>
                  <a:pt x="634740" y="917931"/>
                </a:lnTo>
                <a:lnTo>
                  <a:pt x="634740" y="908166"/>
                </a:lnTo>
                <a:lnTo>
                  <a:pt x="644505" y="908166"/>
                </a:lnTo>
                <a:lnTo>
                  <a:pt x="644505" y="898401"/>
                </a:lnTo>
                <a:lnTo>
                  <a:pt x="644505" y="888636"/>
                </a:lnTo>
                <a:lnTo>
                  <a:pt x="634740" y="888636"/>
                </a:lnTo>
                <a:lnTo>
                  <a:pt x="634740" y="898401"/>
                </a:lnTo>
                <a:lnTo>
                  <a:pt x="624975" y="898401"/>
                </a:lnTo>
                <a:lnTo>
                  <a:pt x="624975" y="908166"/>
                </a:lnTo>
                <a:lnTo>
                  <a:pt x="615209" y="908166"/>
                </a:lnTo>
                <a:lnTo>
                  <a:pt x="605444" y="908166"/>
                </a:lnTo>
                <a:lnTo>
                  <a:pt x="595679" y="908166"/>
                </a:lnTo>
                <a:lnTo>
                  <a:pt x="595679" y="898401"/>
                </a:lnTo>
                <a:lnTo>
                  <a:pt x="595679" y="888636"/>
                </a:lnTo>
                <a:lnTo>
                  <a:pt x="585914" y="888636"/>
                </a:lnTo>
                <a:lnTo>
                  <a:pt x="585914" y="878871"/>
                </a:lnTo>
                <a:lnTo>
                  <a:pt x="585914" y="869105"/>
                </a:lnTo>
                <a:lnTo>
                  <a:pt x="585914" y="859340"/>
                </a:lnTo>
                <a:lnTo>
                  <a:pt x="585914" y="849575"/>
                </a:lnTo>
                <a:lnTo>
                  <a:pt x="585914" y="839810"/>
                </a:lnTo>
                <a:lnTo>
                  <a:pt x="576148" y="839810"/>
                </a:lnTo>
                <a:close/>
                <a:moveTo>
                  <a:pt x="732392" y="830044"/>
                </a:moveTo>
                <a:lnTo>
                  <a:pt x="722627" y="830044"/>
                </a:lnTo>
                <a:lnTo>
                  <a:pt x="722627" y="839810"/>
                </a:lnTo>
                <a:lnTo>
                  <a:pt x="732392" y="839810"/>
                </a:lnTo>
                <a:close/>
                <a:moveTo>
                  <a:pt x="556618" y="839810"/>
                </a:moveTo>
                <a:lnTo>
                  <a:pt x="556618" y="849575"/>
                </a:lnTo>
                <a:lnTo>
                  <a:pt x="546853" y="849575"/>
                </a:lnTo>
                <a:lnTo>
                  <a:pt x="546853" y="839810"/>
                </a:lnTo>
                <a:close/>
                <a:moveTo>
                  <a:pt x="517557" y="927697"/>
                </a:moveTo>
                <a:lnTo>
                  <a:pt x="517557" y="917931"/>
                </a:lnTo>
                <a:lnTo>
                  <a:pt x="527322" y="917931"/>
                </a:lnTo>
                <a:lnTo>
                  <a:pt x="527322" y="908166"/>
                </a:lnTo>
                <a:lnTo>
                  <a:pt x="537088" y="908166"/>
                </a:lnTo>
                <a:lnTo>
                  <a:pt x="537088" y="917931"/>
                </a:lnTo>
                <a:lnTo>
                  <a:pt x="546853" y="917931"/>
                </a:lnTo>
                <a:lnTo>
                  <a:pt x="546853" y="908166"/>
                </a:lnTo>
                <a:lnTo>
                  <a:pt x="556618" y="908166"/>
                </a:lnTo>
                <a:lnTo>
                  <a:pt x="556618" y="917931"/>
                </a:lnTo>
                <a:lnTo>
                  <a:pt x="566383" y="917931"/>
                </a:lnTo>
                <a:lnTo>
                  <a:pt x="566383" y="927697"/>
                </a:lnTo>
                <a:lnTo>
                  <a:pt x="556618" y="927697"/>
                </a:lnTo>
                <a:lnTo>
                  <a:pt x="546853" y="927697"/>
                </a:lnTo>
                <a:lnTo>
                  <a:pt x="537088" y="927697"/>
                </a:lnTo>
                <a:lnTo>
                  <a:pt x="537088" y="937462"/>
                </a:lnTo>
                <a:lnTo>
                  <a:pt x="527322" y="937462"/>
                </a:lnTo>
                <a:lnTo>
                  <a:pt x="527322" y="927697"/>
                </a:lnTo>
                <a:close/>
                <a:moveTo>
                  <a:pt x="595679" y="986288"/>
                </a:moveTo>
                <a:lnTo>
                  <a:pt x="585914" y="986288"/>
                </a:lnTo>
                <a:lnTo>
                  <a:pt x="585914" y="976523"/>
                </a:lnTo>
                <a:lnTo>
                  <a:pt x="595679" y="976523"/>
                </a:lnTo>
                <a:close/>
                <a:moveTo>
                  <a:pt x="527322" y="1259714"/>
                </a:moveTo>
                <a:lnTo>
                  <a:pt x="527322" y="1269480"/>
                </a:lnTo>
                <a:lnTo>
                  <a:pt x="517557" y="1269480"/>
                </a:lnTo>
                <a:lnTo>
                  <a:pt x="517557" y="1259714"/>
                </a:lnTo>
                <a:close/>
                <a:moveTo>
                  <a:pt x="624975" y="253896"/>
                </a:moveTo>
                <a:lnTo>
                  <a:pt x="624975" y="263661"/>
                </a:lnTo>
                <a:lnTo>
                  <a:pt x="615209" y="263661"/>
                </a:lnTo>
                <a:lnTo>
                  <a:pt x="615209" y="253896"/>
                </a:lnTo>
                <a:close/>
                <a:moveTo>
                  <a:pt x="605444" y="341783"/>
                </a:moveTo>
                <a:lnTo>
                  <a:pt x="605444" y="351548"/>
                </a:lnTo>
                <a:lnTo>
                  <a:pt x="595679" y="351548"/>
                </a:lnTo>
                <a:lnTo>
                  <a:pt x="595679" y="341783"/>
                </a:lnTo>
                <a:close/>
                <a:moveTo>
                  <a:pt x="615209" y="371079"/>
                </a:moveTo>
                <a:lnTo>
                  <a:pt x="624975" y="371079"/>
                </a:lnTo>
                <a:lnTo>
                  <a:pt x="624975" y="380844"/>
                </a:lnTo>
                <a:lnTo>
                  <a:pt x="615209" y="380844"/>
                </a:lnTo>
                <a:lnTo>
                  <a:pt x="605444" y="380844"/>
                </a:lnTo>
                <a:lnTo>
                  <a:pt x="605444" y="371079"/>
                </a:lnTo>
                <a:close/>
                <a:moveTo>
                  <a:pt x="605444" y="419905"/>
                </a:moveTo>
                <a:lnTo>
                  <a:pt x="595679" y="419905"/>
                </a:lnTo>
                <a:lnTo>
                  <a:pt x="595679" y="410140"/>
                </a:lnTo>
                <a:lnTo>
                  <a:pt x="605444" y="410140"/>
                </a:lnTo>
                <a:close/>
                <a:moveTo>
                  <a:pt x="634740" y="468731"/>
                </a:moveTo>
                <a:lnTo>
                  <a:pt x="634740" y="478496"/>
                </a:lnTo>
                <a:lnTo>
                  <a:pt x="624975" y="478496"/>
                </a:lnTo>
                <a:lnTo>
                  <a:pt x="624975" y="468731"/>
                </a:lnTo>
                <a:lnTo>
                  <a:pt x="624975" y="458966"/>
                </a:lnTo>
                <a:lnTo>
                  <a:pt x="634740" y="458966"/>
                </a:lnTo>
                <a:lnTo>
                  <a:pt x="634740" y="449201"/>
                </a:lnTo>
                <a:lnTo>
                  <a:pt x="634740" y="439435"/>
                </a:lnTo>
                <a:lnTo>
                  <a:pt x="644505" y="439435"/>
                </a:lnTo>
                <a:lnTo>
                  <a:pt x="644505" y="449201"/>
                </a:lnTo>
                <a:lnTo>
                  <a:pt x="654270" y="449201"/>
                </a:lnTo>
                <a:lnTo>
                  <a:pt x="664036" y="449201"/>
                </a:lnTo>
                <a:lnTo>
                  <a:pt x="664036" y="458966"/>
                </a:lnTo>
                <a:lnTo>
                  <a:pt x="654270" y="458966"/>
                </a:lnTo>
                <a:lnTo>
                  <a:pt x="644505" y="458966"/>
                </a:lnTo>
                <a:lnTo>
                  <a:pt x="644505" y="468731"/>
                </a:lnTo>
                <a:close/>
                <a:moveTo>
                  <a:pt x="585914" y="527322"/>
                </a:moveTo>
                <a:lnTo>
                  <a:pt x="585914" y="517557"/>
                </a:lnTo>
                <a:lnTo>
                  <a:pt x="595679" y="517557"/>
                </a:lnTo>
                <a:lnTo>
                  <a:pt x="595679" y="527322"/>
                </a:lnTo>
                <a:close/>
                <a:moveTo>
                  <a:pt x="605444" y="527322"/>
                </a:moveTo>
                <a:lnTo>
                  <a:pt x="605444" y="537088"/>
                </a:lnTo>
                <a:lnTo>
                  <a:pt x="595679" y="537088"/>
                </a:lnTo>
                <a:lnTo>
                  <a:pt x="595679" y="527322"/>
                </a:lnTo>
                <a:close/>
                <a:moveTo>
                  <a:pt x="595679" y="576148"/>
                </a:moveTo>
                <a:lnTo>
                  <a:pt x="605444" y="576148"/>
                </a:lnTo>
                <a:lnTo>
                  <a:pt x="615209" y="576148"/>
                </a:lnTo>
                <a:lnTo>
                  <a:pt x="615209" y="585914"/>
                </a:lnTo>
                <a:lnTo>
                  <a:pt x="605444" y="585914"/>
                </a:lnTo>
                <a:lnTo>
                  <a:pt x="595679" y="585914"/>
                </a:lnTo>
                <a:close/>
                <a:moveTo>
                  <a:pt x="634740" y="624975"/>
                </a:moveTo>
                <a:lnTo>
                  <a:pt x="634740" y="634740"/>
                </a:lnTo>
                <a:lnTo>
                  <a:pt x="624975" y="634740"/>
                </a:lnTo>
                <a:lnTo>
                  <a:pt x="624975" y="624975"/>
                </a:lnTo>
                <a:lnTo>
                  <a:pt x="624975" y="615209"/>
                </a:lnTo>
                <a:lnTo>
                  <a:pt x="634740" y="615209"/>
                </a:lnTo>
                <a:close/>
                <a:moveTo>
                  <a:pt x="615209" y="712862"/>
                </a:moveTo>
                <a:lnTo>
                  <a:pt x="624975" y="712862"/>
                </a:lnTo>
                <a:lnTo>
                  <a:pt x="634740" y="712862"/>
                </a:lnTo>
                <a:lnTo>
                  <a:pt x="634740" y="703096"/>
                </a:lnTo>
                <a:lnTo>
                  <a:pt x="634740" y="693331"/>
                </a:lnTo>
                <a:lnTo>
                  <a:pt x="644505" y="693331"/>
                </a:lnTo>
                <a:lnTo>
                  <a:pt x="644505" y="683566"/>
                </a:lnTo>
                <a:lnTo>
                  <a:pt x="654270" y="683566"/>
                </a:lnTo>
                <a:lnTo>
                  <a:pt x="654270" y="673801"/>
                </a:lnTo>
                <a:lnTo>
                  <a:pt x="664036" y="673801"/>
                </a:lnTo>
                <a:lnTo>
                  <a:pt x="664036" y="664036"/>
                </a:lnTo>
                <a:lnTo>
                  <a:pt x="673801" y="664036"/>
                </a:lnTo>
                <a:lnTo>
                  <a:pt x="673801" y="673801"/>
                </a:lnTo>
                <a:lnTo>
                  <a:pt x="683566" y="673801"/>
                </a:lnTo>
                <a:lnTo>
                  <a:pt x="693331" y="673801"/>
                </a:lnTo>
                <a:lnTo>
                  <a:pt x="693331" y="683566"/>
                </a:lnTo>
                <a:lnTo>
                  <a:pt x="693331" y="693331"/>
                </a:lnTo>
                <a:lnTo>
                  <a:pt x="683566" y="693331"/>
                </a:lnTo>
                <a:lnTo>
                  <a:pt x="683566" y="703096"/>
                </a:lnTo>
                <a:lnTo>
                  <a:pt x="683566" y="712862"/>
                </a:lnTo>
                <a:lnTo>
                  <a:pt x="683566" y="722627"/>
                </a:lnTo>
                <a:lnTo>
                  <a:pt x="673801" y="722627"/>
                </a:lnTo>
                <a:lnTo>
                  <a:pt x="664036" y="722627"/>
                </a:lnTo>
                <a:lnTo>
                  <a:pt x="654270" y="722627"/>
                </a:lnTo>
                <a:lnTo>
                  <a:pt x="654270" y="732392"/>
                </a:lnTo>
                <a:lnTo>
                  <a:pt x="644505" y="732392"/>
                </a:lnTo>
                <a:lnTo>
                  <a:pt x="644505" y="722627"/>
                </a:lnTo>
                <a:lnTo>
                  <a:pt x="634740" y="722627"/>
                </a:lnTo>
                <a:lnTo>
                  <a:pt x="624975" y="722627"/>
                </a:lnTo>
                <a:lnTo>
                  <a:pt x="615209" y="722627"/>
                </a:lnTo>
                <a:close/>
                <a:moveTo>
                  <a:pt x="615209" y="986288"/>
                </a:moveTo>
                <a:lnTo>
                  <a:pt x="615209" y="996053"/>
                </a:lnTo>
                <a:lnTo>
                  <a:pt x="605444" y="996053"/>
                </a:lnTo>
                <a:lnTo>
                  <a:pt x="595679" y="996053"/>
                </a:lnTo>
                <a:lnTo>
                  <a:pt x="595679" y="986288"/>
                </a:lnTo>
                <a:lnTo>
                  <a:pt x="605444" y="986288"/>
                </a:lnTo>
                <a:close/>
                <a:moveTo>
                  <a:pt x="712862" y="283192"/>
                </a:moveTo>
                <a:lnTo>
                  <a:pt x="703096" y="283192"/>
                </a:lnTo>
                <a:lnTo>
                  <a:pt x="703096" y="273426"/>
                </a:lnTo>
                <a:lnTo>
                  <a:pt x="703096" y="263661"/>
                </a:lnTo>
                <a:lnTo>
                  <a:pt x="712862" y="263661"/>
                </a:lnTo>
                <a:lnTo>
                  <a:pt x="712862" y="253896"/>
                </a:lnTo>
                <a:lnTo>
                  <a:pt x="722627" y="253896"/>
                </a:lnTo>
                <a:lnTo>
                  <a:pt x="722627" y="263661"/>
                </a:lnTo>
                <a:lnTo>
                  <a:pt x="732392" y="263661"/>
                </a:lnTo>
                <a:lnTo>
                  <a:pt x="732392" y="273426"/>
                </a:lnTo>
                <a:lnTo>
                  <a:pt x="722627" y="273426"/>
                </a:lnTo>
                <a:lnTo>
                  <a:pt x="722627" y="283192"/>
                </a:lnTo>
                <a:lnTo>
                  <a:pt x="722627" y="292957"/>
                </a:lnTo>
                <a:lnTo>
                  <a:pt x="712862" y="292957"/>
                </a:lnTo>
                <a:close/>
                <a:moveTo>
                  <a:pt x="673801" y="283192"/>
                </a:moveTo>
                <a:lnTo>
                  <a:pt x="673801" y="273426"/>
                </a:lnTo>
                <a:lnTo>
                  <a:pt x="673801" y="263661"/>
                </a:lnTo>
                <a:lnTo>
                  <a:pt x="683566" y="263661"/>
                </a:lnTo>
                <a:lnTo>
                  <a:pt x="683566" y="273426"/>
                </a:lnTo>
                <a:lnTo>
                  <a:pt x="683566" y="283192"/>
                </a:lnTo>
                <a:close/>
                <a:moveTo>
                  <a:pt x="703096" y="429670"/>
                </a:moveTo>
                <a:lnTo>
                  <a:pt x="712862" y="429670"/>
                </a:lnTo>
                <a:lnTo>
                  <a:pt x="712862" y="439435"/>
                </a:lnTo>
                <a:lnTo>
                  <a:pt x="703096" y="439435"/>
                </a:lnTo>
                <a:lnTo>
                  <a:pt x="693331" y="439435"/>
                </a:lnTo>
                <a:lnTo>
                  <a:pt x="693331" y="429670"/>
                </a:lnTo>
                <a:close/>
                <a:moveTo>
                  <a:pt x="644505" y="507792"/>
                </a:moveTo>
                <a:lnTo>
                  <a:pt x="644505" y="517557"/>
                </a:lnTo>
                <a:lnTo>
                  <a:pt x="634740" y="517557"/>
                </a:lnTo>
                <a:lnTo>
                  <a:pt x="634740" y="507792"/>
                </a:lnTo>
                <a:close/>
                <a:moveTo>
                  <a:pt x="722627" y="517557"/>
                </a:moveTo>
                <a:lnTo>
                  <a:pt x="712862" y="517557"/>
                </a:lnTo>
                <a:lnTo>
                  <a:pt x="703096" y="517557"/>
                </a:lnTo>
                <a:lnTo>
                  <a:pt x="703096" y="507792"/>
                </a:lnTo>
                <a:lnTo>
                  <a:pt x="712862" y="507792"/>
                </a:lnTo>
                <a:lnTo>
                  <a:pt x="712862" y="498027"/>
                </a:lnTo>
                <a:lnTo>
                  <a:pt x="722627" y="498027"/>
                </a:lnTo>
                <a:lnTo>
                  <a:pt x="722627" y="507792"/>
                </a:lnTo>
                <a:close/>
                <a:moveTo>
                  <a:pt x="673801" y="517557"/>
                </a:moveTo>
                <a:lnTo>
                  <a:pt x="673801" y="527322"/>
                </a:lnTo>
                <a:lnTo>
                  <a:pt x="664036" y="527322"/>
                </a:lnTo>
                <a:lnTo>
                  <a:pt x="664036" y="517557"/>
                </a:lnTo>
                <a:close/>
                <a:moveTo>
                  <a:pt x="664036" y="566383"/>
                </a:moveTo>
                <a:lnTo>
                  <a:pt x="664036" y="576148"/>
                </a:lnTo>
                <a:lnTo>
                  <a:pt x="654270" y="576148"/>
                </a:lnTo>
                <a:lnTo>
                  <a:pt x="654270" y="566383"/>
                </a:lnTo>
                <a:close/>
                <a:moveTo>
                  <a:pt x="693331" y="644505"/>
                </a:moveTo>
                <a:lnTo>
                  <a:pt x="703096" y="644505"/>
                </a:lnTo>
                <a:lnTo>
                  <a:pt x="703096" y="654270"/>
                </a:lnTo>
                <a:lnTo>
                  <a:pt x="712862" y="654270"/>
                </a:lnTo>
                <a:lnTo>
                  <a:pt x="712862" y="664036"/>
                </a:lnTo>
                <a:lnTo>
                  <a:pt x="712862" y="673801"/>
                </a:lnTo>
                <a:lnTo>
                  <a:pt x="703096" y="673801"/>
                </a:lnTo>
                <a:lnTo>
                  <a:pt x="703096" y="664036"/>
                </a:lnTo>
                <a:lnTo>
                  <a:pt x="693331" y="664036"/>
                </a:lnTo>
                <a:lnTo>
                  <a:pt x="693331" y="654270"/>
                </a:lnTo>
                <a:close/>
                <a:moveTo>
                  <a:pt x="644505" y="654270"/>
                </a:moveTo>
                <a:lnTo>
                  <a:pt x="644505" y="664036"/>
                </a:lnTo>
                <a:lnTo>
                  <a:pt x="634740" y="664036"/>
                </a:lnTo>
                <a:lnTo>
                  <a:pt x="634740" y="654270"/>
                </a:lnTo>
                <a:close/>
                <a:moveTo>
                  <a:pt x="703096" y="722627"/>
                </a:moveTo>
                <a:lnTo>
                  <a:pt x="703096" y="732392"/>
                </a:lnTo>
                <a:lnTo>
                  <a:pt x="693331" y="732392"/>
                </a:lnTo>
                <a:lnTo>
                  <a:pt x="693331" y="722627"/>
                </a:lnTo>
                <a:close/>
                <a:moveTo>
                  <a:pt x="712862" y="790984"/>
                </a:moveTo>
                <a:lnTo>
                  <a:pt x="703096" y="790984"/>
                </a:lnTo>
                <a:lnTo>
                  <a:pt x="703096" y="781218"/>
                </a:lnTo>
                <a:lnTo>
                  <a:pt x="693331" y="781218"/>
                </a:lnTo>
                <a:lnTo>
                  <a:pt x="693331" y="771453"/>
                </a:lnTo>
                <a:lnTo>
                  <a:pt x="703096" y="771453"/>
                </a:lnTo>
                <a:lnTo>
                  <a:pt x="703096" y="761688"/>
                </a:lnTo>
                <a:lnTo>
                  <a:pt x="703096" y="751923"/>
                </a:lnTo>
                <a:lnTo>
                  <a:pt x="712862" y="751923"/>
                </a:lnTo>
                <a:lnTo>
                  <a:pt x="712862" y="761688"/>
                </a:lnTo>
                <a:lnTo>
                  <a:pt x="722627" y="761688"/>
                </a:lnTo>
                <a:lnTo>
                  <a:pt x="722627" y="771453"/>
                </a:lnTo>
                <a:lnTo>
                  <a:pt x="722627" y="781218"/>
                </a:lnTo>
                <a:lnTo>
                  <a:pt x="732392" y="781218"/>
                </a:lnTo>
                <a:lnTo>
                  <a:pt x="732392" y="790984"/>
                </a:lnTo>
                <a:lnTo>
                  <a:pt x="732392" y="800749"/>
                </a:lnTo>
                <a:lnTo>
                  <a:pt x="722627" y="800749"/>
                </a:lnTo>
                <a:lnTo>
                  <a:pt x="712862" y="800749"/>
                </a:lnTo>
                <a:close/>
                <a:moveTo>
                  <a:pt x="664036" y="790984"/>
                </a:moveTo>
                <a:lnTo>
                  <a:pt x="664036" y="781218"/>
                </a:lnTo>
                <a:lnTo>
                  <a:pt x="673801" y="781218"/>
                </a:lnTo>
                <a:lnTo>
                  <a:pt x="673801" y="790984"/>
                </a:lnTo>
                <a:close/>
                <a:moveTo>
                  <a:pt x="683566" y="790984"/>
                </a:moveTo>
                <a:lnTo>
                  <a:pt x="683566" y="800749"/>
                </a:lnTo>
                <a:lnTo>
                  <a:pt x="673801" y="800749"/>
                </a:lnTo>
                <a:lnTo>
                  <a:pt x="673801" y="790984"/>
                </a:lnTo>
                <a:close/>
                <a:moveTo>
                  <a:pt x="771453" y="312487"/>
                </a:moveTo>
                <a:lnTo>
                  <a:pt x="771453" y="322253"/>
                </a:lnTo>
                <a:lnTo>
                  <a:pt x="761688" y="322253"/>
                </a:lnTo>
                <a:lnTo>
                  <a:pt x="761688" y="312487"/>
                </a:lnTo>
                <a:close/>
                <a:moveTo>
                  <a:pt x="790984" y="371079"/>
                </a:moveTo>
                <a:lnTo>
                  <a:pt x="781218" y="371079"/>
                </a:lnTo>
                <a:lnTo>
                  <a:pt x="781218" y="361313"/>
                </a:lnTo>
                <a:lnTo>
                  <a:pt x="790984" y="361313"/>
                </a:lnTo>
                <a:close/>
                <a:moveTo>
                  <a:pt x="781218" y="556618"/>
                </a:moveTo>
                <a:lnTo>
                  <a:pt x="771453" y="556618"/>
                </a:lnTo>
                <a:lnTo>
                  <a:pt x="771453" y="546853"/>
                </a:lnTo>
                <a:lnTo>
                  <a:pt x="781218" y="546853"/>
                </a:lnTo>
                <a:close/>
                <a:moveTo>
                  <a:pt x="722627" y="585914"/>
                </a:moveTo>
                <a:lnTo>
                  <a:pt x="722627" y="595679"/>
                </a:lnTo>
                <a:lnTo>
                  <a:pt x="712862" y="595679"/>
                </a:lnTo>
                <a:lnTo>
                  <a:pt x="712862" y="585914"/>
                </a:lnTo>
                <a:close/>
                <a:moveTo>
                  <a:pt x="742157" y="712862"/>
                </a:moveTo>
                <a:lnTo>
                  <a:pt x="732392" y="712862"/>
                </a:lnTo>
                <a:lnTo>
                  <a:pt x="722627" y="712862"/>
                </a:lnTo>
                <a:lnTo>
                  <a:pt x="722627" y="703096"/>
                </a:lnTo>
                <a:lnTo>
                  <a:pt x="722627" y="693331"/>
                </a:lnTo>
                <a:lnTo>
                  <a:pt x="712862" y="693331"/>
                </a:lnTo>
                <a:lnTo>
                  <a:pt x="712862" y="683566"/>
                </a:lnTo>
                <a:lnTo>
                  <a:pt x="712862" y="673801"/>
                </a:lnTo>
                <a:lnTo>
                  <a:pt x="722627" y="673801"/>
                </a:lnTo>
                <a:lnTo>
                  <a:pt x="722627" y="683566"/>
                </a:lnTo>
                <a:lnTo>
                  <a:pt x="732392" y="683566"/>
                </a:lnTo>
                <a:lnTo>
                  <a:pt x="732392" y="693331"/>
                </a:lnTo>
                <a:lnTo>
                  <a:pt x="732392" y="703096"/>
                </a:lnTo>
                <a:lnTo>
                  <a:pt x="742157" y="703096"/>
                </a:lnTo>
                <a:close/>
                <a:moveTo>
                  <a:pt x="790984" y="732392"/>
                </a:moveTo>
                <a:lnTo>
                  <a:pt x="781218" y="732392"/>
                </a:lnTo>
                <a:lnTo>
                  <a:pt x="771453" y="732392"/>
                </a:lnTo>
                <a:lnTo>
                  <a:pt x="771453" y="722627"/>
                </a:lnTo>
                <a:lnTo>
                  <a:pt x="761688" y="722627"/>
                </a:lnTo>
                <a:lnTo>
                  <a:pt x="761688" y="712862"/>
                </a:lnTo>
                <a:lnTo>
                  <a:pt x="771453" y="712862"/>
                </a:lnTo>
                <a:lnTo>
                  <a:pt x="781218" y="712862"/>
                </a:lnTo>
                <a:lnTo>
                  <a:pt x="781218" y="722627"/>
                </a:lnTo>
                <a:lnTo>
                  <a:pt x="790984" y="722627"/>
                </a:lnTo>
                <a:close/>
                <a:moveTo>
                  <a:pt x="810514" y="751923"/>
                </a:moveTo>
                <a:lnTo>
                  <a:pt x="800749" y="751923"/>
                </a:lnTo>
                <a:lnTo>
                  <a:pt x="800749" y="761688"/>
                </a:lnTo>
                <a:lnTo>
                  <a:pt x="790984" y="761688"/>
                </a:lnTo>
                <a:lnTo>
                  <a:pt x="781218" y="761688"/>
                </a:lnTo>
                <a:lnTo>
                  <a:pt x="781218" y="751923"/>
                </a:lnTo>
                <a:lnTo>
                  <a:pt x="790984" y="751923"/>
                </a:lnTo>
                <a:lnTo>
                  <a:pt x="790984" y="742157"/>
                </a:lnTo>
                <a:lnTo>
                  <a:pt x="790984" y="732392"/>
                </a:lnTo>
                <a:lnTo>
                  <a:pt x="800749" y="732392"/>
                </a:lnTo>
                <a:lnTo>
                  <a:pt x="800749" y="722627"/>
                </a:lnTo>
                <a:lnTo>
                  <a:pt x="810514" y="722627"/>
                </a:lnTo>
                <a:lnTo>
                  <a:pt x="820279" y="722627"/>
                </a:lnTo>
                <a:lnTo>
                  <a:pt x="830044" y="722627"/>
                </a:lnTo>
                <a:lnTo>
                  <a:pt x="830044" y="732392"/>
                </a:lnTo>
                <a:lnTo>
                  <a:pt x="830044" y="742157"/>
                </a:lnTo>
                <a:lnTo>
                  <a:pt x="820279" y="742157"/>
                </a:lnTo>
                <a:lnTo>
                  <a:pt x="810514" y="742157"/>
                </a:lnTo>
                <a:close/>
                <a:moveTo>
                  <a:pt x="751923" y="761688"/>
                </a:moveTo>
                <a:lnTo>
                  <a:pt x="742157" y="761688"/>
                </a:lnTo>
                <a:lnTo>
                  <a:pt x="732392" y="761688"/>
                </a:lnTo>
                <a:lnTo>
                  <a:pt x="722627" y="761688"/>
                </a:lnTo>
                <a:lnTo>
                  <a:pt x="722627" y="751923"/>
                </a:lnTo>
                <a:lnTo>
                  <a:pt x="732392" y="751923"/>
                </a:lnTo>
                <a:lnTo>
                  <a:pt x="742157" y="751923"/>
                </a:lnTo>
                <a:lnTo>
                  <a:pt x="742157" y="742157"/>
                </a:lnTo>
                <a:lnTo>
                  <a:pt x="751923" y="742157"/>
                </a:lnTo>
                <a:lnTo>
                  <a:pt x="751923" y="751923"/>
                </a:lnTo>
                <a:lnTo>
                  <a:pt x="761688" y="751923"/>
                </a:lnTo>
                <a:lnTo>
                  <a:pt x="761688" y="761688"/>
                </a:lnTo>
                <a:close/>
                <a:moveTo>
                  <a:pt x="830044" y="605444"/>
                </a:moveTo>
                <a:lnTo>
                  <a:pt x="820279" y="605444"/>
                </a:lnTo>
                <a:lnTo>
                  <a:pt x="820279" y="595679"/>
                </a:lnTo>
                <a:lnTo>
                  <a:pt x="830044" y="595679"/>
                </a:lnTo>
                <a:close/>
                <a:moveTo>
                  <a:pt x="849575" y="732392"/>
                </a:moveTo>
                <a:lnTo>
                  <a:pt x="849575" y="742157"/>
                </a:lnTo>
                <a:lnTo>
                  <a:pt x="839810" y="742157"/>
                </a:lnTo>
                <a:lnTo>
                  <a:pt x="839810" y="732392"/>
                </a:lnTo>
                <a:close/>
                <a:moveTo>
                  <a:pt x="810514" y="820279"/>
                </a:moveTo>
                <a:lnTo>
                  <a:pt x="800749" y="820279"/>
                </a:lnTo>
                <a:lnTo>
                  <a:pt x="800749" y="810514"/>
                </a:lnTo>
                <a:lnTo>
                  <a:pt x="800749" y="800749"/>
                </a:lnTo>
                <a:lnTo>
                  <a:pt x="810514" y="800749"/>
                </a:lnTo>
                <a:lnTo>
                  <a:pt x="820279" y="800749"/>
                </a:lnTo>
                <a:lnTo>
                  <a:pt x="820279" y="810514"/>
                </a:lnTo>
                <a:lnTo>
                  <a:pt x="830044" y="810514"/>
                </a:lnTo>
                <a:lnTo>
                  <a:pt x="830044" y="820279"/>
                </a:lnTo>
                <a:lnTo>
                  <a:pt x="830044" y="830044"/>
                </a:lnTo>
                <a:lnTo>
                  <a:pt x="820279" y="830044"/>
                </a:lnTo>
                <a:lnTo>
                  <a:pt x="810514" y="830044"/>
                </a:lnTo>
                <a:close/>
                <a:moveTo>
                  <a:pt x="898401" y="849575"/>
                </a:moveTo>
                <a:lnTo>
                  <a:pt x="898401" y="859340"/>
                </a:lnTo>
                <a:lnTo>
                  <a:pt x="888636" y="859340"/>
                </a:lnTo>
                <a:lnTo>
                  <a:pt x="888636" y="849575"/>
                </a:lnTo>
                <a:close/>
                <a:moveTo>
                  <a:pt x="898401" y="956992"/>
                </a:moveTo>
                <a:lnTo>
                  <a:pt x="888636" y="956992"/>
                </a:lnTo>
                <a:lnTo>
                  <a:pt x="878871" y="956992"/>
                </a:lnTo>
                <a:lnTo>
                  <a:pt x="878871" y="947227"/>
                </a:lnTo>
                <a:lnTo>
                  <a:pt x="869105" y="947227"/>
                </a:lnTo>
                <a:lnTo>
                  <a:pt x="869105" y="937462"/>
                </a:lnTo>
                <a:lnTo>
                  <a:pt x="878871" y="937462"/>
                </a:lnTo>
                <a:lnTo>
                  <a:pt x="878871" y="927697"/>
                </a:lnTo>
                <a:lnTo>
                  <a:pt x="878871" y="917931"/>
                </a:lnTo>
                <a:lnTo>
                  <a:pt x="888636" y="917931"/>
                </a:lnTo>
                <a:lnTo>
                  <a:pt x="898401" y="917931"/>
                </a:lnTo>
                <a:lnTo>
                  <a:pt x="898401" y="927697"/>
                </a:lnTo>
                <a:lnTo>
                  <a:pt x="908166" y="927697"/>
                </a:lnTo>
                <a:lnTo>
                  <a:pt x="908166" y="937462"/>
                </a:lnTo>
                <a:lnTo>
                  <a:pt x="908166" y="947227"/>
                </a:lnTo>
                <a:lnTo>
                  <a:pt x="908166" y="956992"/>
                </a:lnTo>
                <a:close/>
                <a:moveTo>
                  <a:pt x="937462" y="1083940"/>
                </a:moveTo>
                <a:lnTo>
                  <a:pt x="937462" y="1093706"/>
                </a:lnTo>
                <a:lnTo>
                  <a:pt x="927697" y="1093706"/>
                </a:lnTo>
                <a:lnTo>
                  <a:pt x="917931" y="1093706"/>
                </a:lnTo>
                <a:lnTo>
                  <a:pt x="908166" y="1093706"/>
                </a:lnTo>
                <a:lnTo>
                  <a:pt x="908166" y="1083940"/>
                </a:lnTo>
                <a:lnTo>
                  <a:pt x="908166" y="1074175"/>
                </a:lnTo>
                <a:lnTo>
                  <a:pt x="908166" y="1064410"/>
                </a:lnTo>
                <a:lnTo>
                  <a:pt x="908166" y="1054645"/>
                </a:lnTo>
                <a:lnTo>
                  <a:pt x="908166" y="1044879"/>
                </a:lnTo>
                <a:lnTo>
                  <a:pt x="917931" y="1044879"/>
                </a:lnTo>
                <a:lnTo>
                  <a:pt x="917931" y="1054645"/>
                </a:lnTo>
                <a:lnTo>
                  <a:pt x="927697" y="1054645"/>
                </a:lnTo>
                <a:lnTo>
                  <a:pt x="927697" y="1064410"/>
                </a:lnTo>
                <a:lnTo>
                  <a:pt x="937462" y="1064410"/>
                </a:lnTo>
                <a:lnTo>
                  <a:pt x="947227" y="1064410"/>
                </a:lnTo>
                <a:lnTo>
                  <a:pt x="947227" y="1054645"/>
                </a:lnTo>
                <a:lnTo>
                  <a:pt x="947227" y="1044879"/>
                </a:lnTo>
                <a:lnTo>
                  <a:pt x="947227" y="1035114"/>
                </a:lnTo>
                <a:lnTo>
                  <a:pt x="956992" y="1035114"/>
                </a:lnTo>
                <a:lnTo>
                  <a:pt x="956992" y="1025349"/>
                </a:lnTo>
                <a:lnTo>
                  <a:pt x="956992" y="1015584"/>
                </a:lnTo>
                <a:lnTo>
                  <a:pt x="966758" y="1015584"/>
                </a:lnTo>
                <a:lnTo>
                  <a:pt x="976523" y="1015584"/>
                </a:lnTo>
                <a:lnTo>
                  <a:pt x="976523" y="1025349"/>
                </a:lnTo>
                <a:lnTo>
                  <a:pt x="976523" y="1035114"/>
                </a:lnTo>
                <a:lnTo>
                  <a:pt x="986288" y="1035114"/>
                </a:lnTo>
                <a:lnTo>
                  <a:pt x="986288" y="1044879"/>
                </a:lnTo>
                <a:lnTo>
                  <a:pt x="986288" y="1054645"/>
                </a:lnTo>
                <a:lnTo>
                  <a:pt x="976523" y="1054645"/>
                </a:lnTo>
                <a:lnTo>
                  <a:pt x="966758" y="1054645"/>
                </a:lnTo>
                <a:lnTo>
                  <a:pt x="966758" y="1064410"/>
                </a:lnTo>
                <a:lnTo>
                  <a:pt x="956992" y="1064410"/>
                </a:lnTo>
                <a:lnTo>
                  <a:pt x="956992" y="1074175"/>
                </a:lnTo>
                <a:lnTo>
                  <a:pt x="947227" y="1074175"/>
                </a:lnTo>
                <a:lnTo>
                  <a:pt x="937462" y="1074175"/>
                </a:lnTo>
                <a:close/>
                <a:moveTo>
                  <a:pt x="927697" y="751923"/>
                </a:moveTo>
                <a:lnTo>
                  <a:pt x="937462" y="751923"/>
                </a:lnTo>
                <a:lnTo>
                  <a:pt x="937462" y="742157"/>
                </a:lnTo>
                <a:lnTo>
                  <a:pt x="937462" y="732392"/>
                </a:lnTo>
                <a:lnTo>
                  <a:pt x="927697" y="732392"/>
                </a:lnTo>
                <a:lnTo>
                  <a:pt x="917931" y="732392"/>
                </a:lnTo>
                <a:lnTo>
                  <a:pt x="917931" y="722627"/>
                </a:lnTo>
                <a:lnTo>
                  <a:pt x="927697" y="722627"/>
                </a:lnTo>
                <a:lnTo>
                  <a:pt x="937462" y="722627"/>
                </a:lnTo>
                <a:lnTo>
                  <a:pt x="937462" y="712862"/>
                </a:lnTo>
                <a:lnTo>
                  <a:pt x="947227" y="712862"/>
                </a:lnTo>
                <a:lnTo>
                  <a:pt x="947227" y="722627"/>
                </a:lnTo>
                <a:lnTo>
                  <a:pt x="947227" y="732392"/>
                </a:lnTo>
                <a:lnTo>
                  <a:pt x="956992" y="732392"/>
                </a:lnTo>
                <a:lnTo>
                  <a:pt x="956992" y="742157"/>
                </a:lnTo>
                <a:lnTo>
                  <a:pt x="956992" y="751923"/>
                </a:lnTo>
                <a:lnTo>
                  <a:pt x="966758" y="751923"/>
                </a:lnTo>
                <a:lnTo>
                  <a:pt x="966758" y="761688"/>
                </a:lnTo>
                <a:lnTo>
                  <a:pt x="976523" y="761688"/>
                </a:lnTo>
                <a:lnTo>
                  <a:pt x="976523" y="771453"/>
                </a:lnTo>
                <a:lnTo>
                  <a:pt x="976523" y="781218"/>
                </a:lnTo>
                <a:lnTo>
                  <a:pt x="976523" y="790984"/>
                </a:lnTo>
                <a:lnTo>
                  <a:pt x="986288" y="790984"/>
                </a:lnTo>
                <a:lnTo>
                  <a:pt x="986288" y="800749"/>
                </a:lnTo>
                <a:lnTo>
                  <a:pt x="976523" y="800749"/>
                </a:lnTo>
                <a:lnTo>
                  <a:pt x="966758" y="800749"/>
                </a:lnTo>
                <a:lnTo>
                  <a:pt x="966758" y="790984"/>
                </a:lnTo>
                <a:lnTo>
                  <a:pt x="956992" y="790984"/>
                </a:lnTo>
                <a:lnTo>
                  <a:pt x="956992" y="781218"/>
                </a:lnTo>
                <a:lnTo>
                  <a:pt x="956992" y="771453"/>
                </a:lnTo>
                <a:lnTo>
                  <a:pt x="947227" y="771453"/>
                </a:lnTo>
                <a:lnTo>
                  <a:pt x="947227" y="761688"/>
                </a:lnTo>
                <a:lnTo>
                  <a:pt x="937462" y="761688"/>
                </a:lnTo>
                <a:lnTo>
                  <a:pt x="937462" y="771453"/>
                </a:lnTo>
                <a:lnTo>
                  <a:pt x="927697" y="771453"/>
                </a:lnTo>
                <a:lnTo>
                  <a:pt x="927697" y="761688"/>
                </a:lnTo>
                <a:close/>
                <a:moveTo>
                  <a:pt x="917931" y="742157"/>
                </a:moveTo>
                <a:lnTo>
                  <a:pt x="917931" y="751923"/>
                </a:lnTo>
                <a:lnTo>
                  <a:pt x="908166" y="751923"/>
                </a:lnTo>
                <a:lnTo>
                  <a:pt x="908166" y="742157"/>
                </a:lnTo>
                <a:close/>
                <a:moveTo>
                  <a:pt x="1025349" y="839810"/>
                </a:moveTo>
                <a:lnTo>
                  <a:pt x="1025349" y="830044"/>
                </a:lnTo>
                <a:lnTo>
                  <a:pt x="1015584" y="830044"/>
                </a:lnTo>
                <a:lnTo>
                  <a:pt x="1015584" y="820279"/>
                </a:lnTo>
                <a:lnTo>
                  <a:pt x="1005819" y="820279"/>
                </a:lnTo>
                <a:lnTo>
                  <a:pt x="996053" y="820279"/>
                </a:lnTo>
                <a:lnTo>
                  <a:pt x="996053" y="810514"/>
                </a:lnTo>
                <a:lnTo>
                  <a:pt x="986288" y="810514"/>
                </a:lnTo>
                <a:lnTo>
                  <a:pt x="986288" y="800749"/>
                </a:lnTo>
                <a:lnTo>
                  <a:pt x="996053" y="800749"/>
                </a:lnTo>
                <a:lnTo>
                  <a:pt x="1005819" y="800749"/>
                </a:lnTo>
                <a:lnTo>
                  <a:pt x="1015584" y="800749"/>
                </a:lnTo>
                <a:lnTo>
                  <a:pt x="1015584" y="810514"/>
                </a:lnTo>
                <a:lnTo>
                  <a:pt x="1025349" y="810514"/>
                </a:lnTo>
                <a:lnTo>
                  <a:pt x="1035114" y="810514"/>
                </a:lnTo>
                <a:lnTo>
                  <a:pt x="1035114" y="820279"/>
                </a:lnTo>
                <a:lnTo>
                  <a:pt x="1044879" y="820279"/>
                </a:lnTo>
                <a:lnTo>
                  <a:pt x="1044879" y="830044"/>
                </a:lnTo>
                <a:lnTo>
                  <a:pt x="1044879" y="839810"/>
                </a:lnTo>
                <a:lnTo>
                  <a:pt x="1054645" y="839810"/>
                </a:lnTo>
                <a:lnTo>
                  <a:pt x="1054645" y="849575"/>
                </a:lnTo>
                <a:lnTo>
                  <a:pt x="1054645" y="859340"/>
                </a:lnTo>
                <a:lnTo>
                  <a:pt x="1044879" y="859340"/>
                </a:lnTo>
                <a:lnTo>
                  <a:pt x="1044879" y="869105"/>
                </a:lnTo>
                <a:lnTo>
                  <a:pt x="1054645" y="869105"/>
                </a:lnTo>
                <a:lnTo>
                  <a:pt x="1054645" y="878871"/>
                </a:lnTo>
                <a:lnTo>
                  <a:pt x="1054645" y="888636"/>
                </a:lnTo>
                <a:lnTo>
                  <a:pt x="1044879" y="888636"/>
                </a:lnTo>
                <a:lnTo>
                  <a:pt x="1035114" y="888636"/>
                </a:lnTo>
                <a:lnTo>
                  <a:pt x="1035114" y="898401"/>
                </a:lnTo>
                <a:lnTo>
                  <a:pt x="1025349" y="898401"/>
                </a:lnTo>
                <a:lnTo>
                  <a:pt x="1025349" y="908166"/>
                </a:lnTo>
                <a:lnTo>
                  <a:pt x="1025349" y="917931"/>
                </a:lnTo>
                <a:lnTo>
                  <a:pt x="1025349" y="927697"/>
                </a:lnTo>
                <a:lnTo>
                  <a:pt x="1025349" y="937462"/>
                </a:lnTo>
                <a:lnTo>
                  <a:pt x="1015584" y="937462"/>
                </a:lnTo>
                <a:lnTo>
                  <a:pt x="1015584" y="947227"/>
                </a:lnTo>
                <a:lnTo>
                  <a:pt x="1015584" y="956992"/>
                </a:lnTo>
                <a:lnTo>
                  <a:pt x="1005819" y="956992"/>
                </a:lnTo>
                <a:lnTo>
                  <a:pt x="1005819" y="966758"/>
                </a:lnTo>
                <a:lnTo>
                  <a:pt x="996053" y="966758"/>
                </a:lnTo>
                <a:lnTo>
                  <a:pt x="996053" y="976523"/>
                </a:lnTo>
                <a:lnTo>
                  <a:pt x="996053" y="986288"/>
                </a:lnTo>
                <a:lnTo>
                  <a:pt x="986288" y="986288"/>
                </a:lnTo>
                <a:lnTo>
                  <a:pt x="986288" y="976523"/>
                </a:lnTo>
                <a:lnTo>
                  <a:pt x="986288" y="966758"/>
                </a:lnTo>
                <a:lnTo>
                  <a:pt x="986288" y="956992"/>
                </a:lnTo>
                <a:lnTo>
                  <a:pt x="976523" y="956992"/>
                </a:lnTo>
                <a:lnTo>
                  <a:pt x="976523" y="947227"/>
                </a:lnTo>
                <a:lnTo>
                  <a:pt x="976523" y="937462"/>
                </a:lnTo>
                <a:lnTo>
                  <a:pt x="976523" y="927697"/>
                </a:lnTo>
                <a:lnTo>
                  <a:pt x="986288" y="927697"/>
                </a:lnTo>
                <a:lnTo>
                  <a:pt x="986288" y="937462"/>
                </a:lnTo>
                <a:lnTo>
                  <a:pt x="996053" y="937462"/>
                </a:lnTo>
                <a:lnTo>
                  <a:pt x="996053" y="927697"/>
                </a:lnTo>
                <a:lnTo>
                  <a:pt x="996053" y="917931"/>
                </a:lnTo>
                <a:lnTo>
                  <a:pt x="996053" y="908166"/>
                </a:lnTo>
                <a:lnTo>
                  <a:pt x="1005819" y="908166"/>
                </a:lnTo>
                <a:lnTo>
                  <a:pt x="1005819" y="898401"/>
                </a:lnTo>
                <a:lnTo>
                  <a:pt x="1005819" y="888636"/>
                </a:lnTo>
                <a:lnTo>
                  <a:pt x="1015584" y="888636"/>
                </a:lnTo>
                <a:lnTo>
                  <a:pt x="1015584" y="878871"/>
                </a:lnTo>
                <a:lnTo>
                  <a:pt x="1015584" y="869105"/>
                </a:lnTo>
                <a:lnTo>
                  <a:pt x="1015584" y="859340"/>
                </a:lnTo>
                <a:lnTo>
                  <a:pt x="1025349" y="859340"/>
                </a:lnTo>
                <a:lnTo>
                  <a:pt x="1025349" y="849575"/>
                </a:lnTo>
                <a:close/>
                <a:moveTo>
                  <a:pt x="917931" y="927697"/>
                </a:moveTo>
                <a:lnTo>
                  <a:pt x="908166" y="927697"/>
                </a:lnTo>
                <a:lnTo>
                  <a:pt x="908166" y="917931"/>
                </a:lnTo>
                <a:lnTo>
                  <a:pt x="908166" y="908166"/>
                </a:lnTo>
                <a:lnTo>
                  <a:pt x="917931" y="908166"/>
                </a:lnTo>
                <a:lnTo>
                  <a:pt x="927697" y="908166"/>
                </a:lnTo>
                <a:lnTo>
                  <a:pt x="937462" y="908166"/>
                </a:lnTo>
                <a:lnTo>
                  <a:pt x="947227" y="908166"/>
                </a:lnTo>
                <a:lnTo>
                  <a:pt x="947227" y="917931"/>
                </a:lnTo>
                <a:lnTo>
                  <a:pt x="947227" y="927697"/>
                </a:lnTo>
                <a:lnTo>
                  <a:pt x="937462" y="927697"/>
                </a:lnTo>
                <a:lnTo>
                  <a:pt x="927697" y="927697"/>
                </a:lnTo>
                <a:close/>
                <a:moveTo>
                  <a:pt x="937462" y="976523"/>
                </a:moveTo>
                <a:lnTo>
                  <a:pt x="927697" y="976523"/>
                </a:lnTo>
                <a:lnTo>
                  <a:pt x="917931" y="976523"/>
                </a:lnTo>
                <a:lnTo>
                  <a:pt x="917931" y="966758"/>
                </a:lnTo>
                <a:lnTo>
                  <a:pt x="917931" y="956992"/>
                </a:lnTo>
                <a:lnTo>
                  <a:pt x="927697" y="956992"/>
                </a:lnTo>
                <a:lnTo>
                  <a:pt x="927697" y="947227"/>
                </a:lnTo>
                <a:lnTo>
                  <a:pt x="937462" y="947227"/>
                </a:lnTo>
                <a:lnTo>
                  <a:pt x="947227" y="947227"/>
                </a:lnTo>
                <a:lnTo>
                  <a:pt x="947227" y="956992"/>
                </a:lnTo>
                <a:lnTo>
                  <a:pt x="937462" y="956992"/>
                </a:lnTo>
                <a:lnTo>
                  <a:pt x="937462" y="966758"/>
                </a:lnTo>
                <a:close/>
                <a:moveTo>
                  <a:pt x="917931" y="986288"/>
                </a:moveTo>
                <a:lnTo>
                  <a:pt x="917931" y="996053"/>
                </a:lnTo>
                <a:lnTo>
                  <a:pt x="917931" y="1005819"/>
                </a:lnTo>
                <a:lnTo>
                  <a:pt x="908166" y="1005819"/>
                </a:lnTo>
                <a:lnTo>
                  <a:pt x="908166" y="996053"/>
                </a:lnTo>
                <a:lnTo>
                  <a:pt x="908166" y="986288"/>
                </a:lnTo>
                <a:close/>
                <a:moveTo>
                  <a:pt x="976523" y="1015584"/>
                </a:moveTo>
                <a:lnTo>
                  <a:pt x="976523" y="1005819"/>
                </a:lnTo>
                <a:lnTo>
                  <a:pt x="986288" y="1005819"/>
                </a:lnTo>
                <a:lnTo>
                  <a:pt x="996053" y="1005819"/>
                </a:lnTo>
                <a:lnTo>
                  <a:pt x="996053" y="1015584"/>
                </a:lnTo>
                <a:lnTo>
                  <a:pt x="986288" y="1015584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69" name="Vector 69">
            <a:extLst xmlns:a="http://schemas.openxmlformats.org/drawingml/2006/main">
              <a:ext uri="{FF2B5EF4-FFF2-40B4-BE49-F238E27FC236}">
                <a16:creationId xmlns:a16="http://schemas.microsoft.com/office/drawing/2014/main" id="{BEC13E02-A1E3-4635-8BF8-39EF633C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30" y="7295301"/>
            <a:ext cx="1025349" cy="1406193"/>
          </a:xfrm>
          <a:custGeom xmlns:a="http://schemas.openxmlformats.org/drawingml/2006/main">
            <a:pathLst>
              <a:path w="1025349" h="1406193">
                <a:moveTo>
                  <a:pt x="117183" y="576148"/>
                </a:moveTo>
                <a:lnTo>
                  <a:pt x="126948" y="576148"/>
                </a:lnTo>
                <a:lnTo>
                  <a:pt x="126948" y="585914"/>
                </a:lnTo>
                <a:lnTo>
                  <a:pt x="117183" y="585914"/>
                </a:lnTo>
                <a:close/>
                <a:moveTo>
                  <a:pt x="117183" y="585914"/>
                </a:moveTo>
                <a:lnTo>
                  <a:pt x="117183" y="595679"/>
                </a:lnTo>
                <a:lnTo>
                  <a:pt x="107418" y="595679"/>
                </a:lnTo>
                <a:lnTo>
                  <a:pt x="107418" y="585914"/>
                </a:lnTo>
                <a:close/>
                <a:moveTo>
                  <a:pt x="97652" y="605444"/>
                </a:moveTo>
                <a:lnTo>
                  <a:pt x="97652" y="615209"/>
                </a:lnTo>
                <a:lnTo>
                  <a:pt x="87887" y="615209"/>
                </a:lnTo>
                <a:lnTo>
                  <a:pt x="87887" y="605444"/>
                </a:lnTo>
                <a:close/>
                <a:moveTo>
                  <a:pt x="87887" y="615209"/>
                </a:moveTo>
                <a:lnTo>
                  <a:pt x="87887" y="624975"/>
                </a:lnTo>
                <a:lnTo>
                  <a:pt x="78122" y="624975"/>
                </a:lnTo>
                <a:lnTo>
                  <a:pt x="78122" y="615209"/>
                </a:lnTo>
                <a:close/>
                <a:moveTo>
                  <a:pt x="136713" y="624975"/>
                </a:moveTo>
                <a:lnTo>
                  <a:pt x="136713" y="634740"/>
                </a:lnTo>
                <a:lnTo>
                  <a:pt x="126948" y="634740"/>
                </a:lnTo>
                <a:lnTo>
                  <a:pt x="117183" y="634740"/>
                </a:lnTo>
                <a:lnTo>
                  <a:pt x="117183" y="624975"/>
                </a:lnTo>
                <a:lnTo>
                  <a:pt x="117183" y="615209"/>
                </a:lnTo>
                <a:lnTo>
                  <a:pt x="126948" y="615209"/>
                </a:lnTo>
                <a:lnTo>
                  <a:pt x="136713" y="615209"/>
                </a:lnTo>
                <a:close/>
                <a:moveTo>
                  <a:pt x="68357" y="634740"/>
                </a:moveTo>
                <a:lnTo>
                  <a:pt x="68357" y="624975"/>
                </a:lnTo>
                <a:lnTo>
                  <a:pt x="78122" y="624975"/>
                </a:lnTo>
                <a:lnTo>
                  <a:pt x="78122" y="634740"/>
                </a:lnTo>
                <a:lnTo>
                  <a:pt x="78122" y="644505"/>
                </a:lnTo>
                <a:lnTo>
                  <a:pt x="68357" y="644505"/>
                </a:lnTo>
                <a:close/>
                <a:moveTo>
                  <a:pt x="97652" y="683566"/>
                </a:moveTo>
                <a:lnTo>
                  <a:pt x="97652" y="673801"/>
                </a:lnTo>
                <a:lnTo>
                  <a:pt x="97652" y="664036"/>
                </a:lnTo>
                <a:lnTo>
                  <a:pt x="87887" y="664036"/>
                </a:lnTo>
                <a:lnTo>
                  <a:pt x="87887" y="654270"/>
                </a:lnTo>
                <a:lnTo>
                  <a:pt x="87887" y="644505"/>
                </a:lnTo>
                <a:lnTo>
                  <a:pt x="97652" y="644505"/>
                </a:lnTo>
                <a:lnTo>
                  <a:pt x="107418" y="644505"/>
                </a:lnTo>
                <a:lnTo>
                  <a:pt x="107418" y="634740"/>
                </a:lnTo>
                <a:lnTo>
                  <a:pt x="117183" y="634740"/>
                </a:lnTo>
                <a:lnTo>
                  <a:pt x="117183" y="644505"/>
                </a:lnTo>
                <a:lnTo>
                  <a:pt x="117183" y="654270"/>
                </a:lnTo>
                <a:lnTo>
                  <a:pt x="117183" y="664036"/>
                </a:lnTo>
                <a:lnTo>
                  <a:pt x="126948" y="664036"/>
                </a:lnTo>
                <a:lnTo>
                  <a:pt x="126948" y="673801"/>
                </a:lnTo>
                <a:lnTo>
                  <a:pt x="136713" y="673801"/>
                </a:lnTo>
                <a:lnTo>
                  <a:pt x="146478" y="673801"/>
                </a:lnTo>
                <a:lnTo>
                  <a:pt x="146478" y="683566"/>
                </a:lnTo>
                <a:lnTo>
                  <a:pt x="156244" y="683566"/>
                </a:lnTo>
                <a:lnTo>
                  <a:pt x="156244" y="693331"/>
                </a:lnTo>
                <a:lnTo>
                  <a:pt x="146478" y="693331"/>
                </a:lnTo>
                <a:lnTo>
                  <a:pt x="146478" y="703096"/>
                </a:lnTo>
                <a:lnTo>
                  <a:pt x="136713" y="703096"/>
                </a:lnTo>
                <a:lnTo>
                  <a:pt x="136713" y="712862"/>
                </a:lnTo>
                <a:lnTo>
                  <a:pt x="136713" y="722627"/>
                </a:lnTo>
                <a:lnTo>
                  <a:pt x="126948" y="722627"/>
                </a:lnTo>
                <a:lnTo>
                  <a:pt x="117183" y="722627"/>
                </a:lnTo>
                <a:lnTo>
                  <a:pt x="117183" y="712862"/>
                </a:lnTo>
                <a:lnTo>
                  <a:pt x="126948" y="712862"/>
                </a:lnTo>
                <a:lnTo>
                  <a:pt x="126948" y="703096"/>
                </a:lnTo>
                <a:lnTo>
                  <a:pt x="126948" y="693331"/>
                </a:lnTo>
                <a:lnTo>
                  <a:pt x="117183" y="693331"/>
                </a:lnTo>
                <a:lnTo>
                  <a:pt x="117183" y="683566"/>
                </a:lnTo>
                <a:lnTo>
                  <a:pt x="107418" y="683566"/>
                </a:lnTo>
                <a:close/>
                <a:moveTo>
                  <a:pt x="97652" y="722627"/>
                </a:moveTo>
                <a:lnTo>
                  <a:pt x="97652" y="732392"/>
                </a:lnTo>
                <a:lnTo>
                  <a:pt x="87887" y="732392"/>
                </a:lnTo>
                <a:lnTo>
                  <a:pt x="87887" y="722627"/>
                </a:lnTo>
                <a:close/>
                <a:moveTo>
                  <a:pt x="68357" y="722627"/>
                </a:moveTo>
                <a:lnTo>
                  <a:pt x="68357" y="732392"/>
                </a:lnTo>
                <a:lnTo>
                  <a:pt x="58591" y="732392"/>
                </a:lnTo>
                <a:lnTo>
                  <a:pt x="58591" y="722627"/>
                </a:lnTo>
                <a:close/>
                <a:moveTo>
                  <a:pt x="48826" y="751923"/>
                </a:moveTo>
                <a:lnTo>
                  <a:pt x="48826" y="761688"/>
                </a:lnTo>
                <a:lnTo>
                  <a:pt x="39061" y="761688"/>
                </a:lnTo>
                <a:lnTo>
                  <a:pt x="39061" y="751923"/>
                </a:lnTo>
                <a:close/>
                <a:moveTo>
                  <a:pt x="87887" y="800749"/>
                </a:moveTo>
                <a:lnTo>
                  <a:pt x="78122" y="800749"/>
                </a:lnTo>
                <a:lnTo>
                  <a:pt x="78122" y="790984"/>
                </a:lnTo>
                <a:lnTo>
                  <a:pt x="78122" y="781218"/>
                </a:lnTo>
                <a:lnTo>
                  <a:pt x="87887" y="781218"/>
                </a:lnTo>
                <a:lnTo>
                  <a:pt x="97652" y="781218"/>
                </a:lnTo>
                <a:lnTo>
                  <a:pt x="97652" y="790984"/>
                </a:lnTo>
                <a:lnTo>
                  <a:pt x="87887" y="790984"/>
                </a:lnTo>
                <a:close/>
                <a:moveTo>
                  <a:pt x="19530" y="830044"/>
                </a:moveTo>
                <a:lnTo>
                  <a:pt x="19530" y="820279"/>
                </a:lnTo>
                <a:lnTo>
                  <a:pt x="19530" y="810514"/>
                </a:lnTo>
                <a:lnTo>
                  <a:pt x="29296" y="810514"/>
                </a:lnTo>
                <a:lnTo>
                  <a:pt x="29296" y="820279"/>
                </a:lnTo>
                <a:lnTo>
                  <a:pt x="29296" y="830044"/>
                </a:lnTo>
                <a:close/>
                <a:moveTo>
                  <a:pt x="39061" y="869105"/>
                </a:moveTo>
                <a:lnTo>
                  <a:pt x="48826" y="869105"/>
                </a:lnTo>
                <a:lnTo>
                  <a:pt x="58591" y="869105"/>
                </a:lnTo>
                <a:lnTo>
                  <a:pt x="58591" y="859340"/>
                </a:lnTo>
                <a:lnTo>
                  <a:pt x="58591" y="849575"/>
                </a:lnTo>
                <a:lnTo>
                  <a:pt x="58591" y="839810"/>
                </a:lnTo>
                <a:lnTo>
                  <a:pt x="48826" y="839810"/>
                </a:lnTo>
                <a:lnTo>
                  <a:pt x="48826" y="830044"/>
                </a:lnTo>
                <a:lnTo>
                  <a:pt x="48826" y="820279"/>
                </a:lnTo>
                <a:lnTo>
                  <a:pt x="58591" y="820279"/>
                </a:lnTo>
                <a:lnTo>
                  <a:pt x="58591" y="830044"/>
                </a:lnTo>
                <a:lnTo>
                  <a:pt x="68357" y="830044"/>
                </a:lnTo>
                <a:lnTo>
                  <a:pt x="68357" y="839810"/>
                </a:lnTo>
                <a:lnTo>
                  <a:pt x="68357" y="849575"/>
                </a:lnTo>
                <a:lnTo>
                  <a:pt x="68357" y="859340"/>
                </a:lnTo>
                <a:lnTo>
                  <a:pt x="78122" y="859340"/>
                </a:lnTo>
                <a:lnTo>
                  <a:pt x="87887" y="859340"/>
                </a:lnTo>
                <a:lnTo>
                  <a:pt x="87887" y="849575"/>
                </a:lnTo>
                <a:lnTo>
                  <a:pt x="97652" y="849575"/>
                </a:lnTo>
                <a:lnTo>
                  <a:pt x="107418" y="849575"/>
                </a:lnTo>
                <a:lnTo>
                  <a:pt x="107418" y="839810"/>
                </a:lnTo>
                <a:lnTo>
                  <a:pt x="107418" y="830044"/>
                </a:lnTo>
                <a:lnTo>
                  <a:pt x="107418" y="820279"/>
                </a:lnTo>
                <a:lnTo>
                  <a:pt x="117183" y="820279"/>
                </a:lnTo>
                <a:lnTo>
                  <a:pt x="117183" y="830044"/>
                </a:lnTo>
                <a:lnTo>
                  <a:pt x="117183" y="839810"/>
                </a:lnTo>
                <a:lnTo>
                  <a:pt x="117183" y="849575"/>
                </a:lnTo>
                <a:lnTo>
                  <a:pt x="126948" y="849575"/>
                </a:lnTo>
                <a:lnTo>
                  <a:pt x="126948" y="859340"/>
                </a:lnTo>
                <a:lnTo>
                  <a:pt x="136713" y="859340"/>
                </a:lnTo>
                <a:lnTo>
                  <a:pt x="136713" y="869105"/>
                </a:lnTo>
                <a:lnTo>
                  <a:pt x="146478" y="869105"/>
                </a:lnTo>
                <a:lnTo>
                  <a:pt x="146478" y="878871"/>
                </a:lnTo>
                <a:lnTo>
                  <a:pt x="146478" y="888636"/>
                </a:lnTo>
                <a:lnTo>
                  <a:pt x="156244" y="888636"/>
                </a:lnTo>
                <a:lnTo>
                  <a:pt x="156244" y="898401"/>
                </a:lnTo>
                <a:lnTo>
                  <a:pt x="166009" y="898401"/>
                </a:lnTo>
                <a:lnTo>
                  <a:pt x="175774" y="898401"/>
                </a:lnTo>
                <a:lnTo>
                  <a:pt x="175774" y="908166"/>
                </a:lnTo>
                <a:lnTo>
                  <a:pt x="185539" y="908166"/>
                </a:lnTo>
                <a:lnTo>
                  <a:pt x="185539" y="917931"/>
                </a:lnTo>
                <a:lnTo>
                  <a:pt x="195305" y="917931"/>
                </a:lnTo>
                <a:lnTo>
                  <a:pt x="205070" y="917931"/>
                </a:lnTo>
                <a:lnTo>
                  <a:pt x="205070" y="927697"/>
                </a:lnTo>
                <a:lnTo>
                  <a:pt x="214835" y="927697"/>
                </a:lnTo>
                <a:lnTo>
                  <a:pt x="224600" y="927697"/>
                </a:lnTo>
                <a:lnTo>
                  <a:pt x="224600" y="937462"/>
                </a:lnTo>
                <a:lnTo>
                  <a:pt x="234365" y="937462"/>
                </a:lnTo>
                <a:lnTo>
                  <a:pt x="234365" y="947227"/>
                </a:lnTo>
                <a:lnTo>
                  <a:pt x="244131" y="947227"/>
                </a:lnTo>
                <a:lnTo>
                  <a:pt x="253896" y="947227"/>
                </a:lnTo>
                <a:lnTo>
                  <a:pt x="263661" y="947227"/>
                </a:lnTo>
                <a:lnTo>
                  <a:pt x="263661" y="956992"/>
                </a:lnTo>
                <a:lnTo>
                  <a:pt x="273426" y="956992"/>
                </a:lnTo>
                <a:lnTo>
                  <a:pt x="273426" y="966758"/>
                </a:lnTo>
                <a:lnTo>
                  <a:pt x="273426" y="976523"/>
                </a:lnTo>
                <a:lnTo>
                  <a:pt x="263661" y="976523"/>
                </a:lnTo>
                <a:lnTo>
                  <a:pt x="263661" y="986288"/>
                </a:lnTo>
                <a:lnTo>
                  <a:pt x="273426" y="986288"/>
                </a:lnTo>
                <a:lnTo>
                  <a:pt x="283192" y="986288"/>
                </a:lnTo>
                <a:lnTo>
                  <a:pt x="283192" y="996053"/>
                </a:lnTo>
                <a:lnTo>
                  <a:pt x="292957" y="996053"/>
                </a:lnTo>
                <a:lnTo>
                  <a:pt x="292957" y="1005819"/>
                </a:lnTo>
                <a:lnTo>
                  <a:pt x="302722" y="1005819"/>
                </a:lnTo>
                <a:lnTo>
                  <a:pt x="302722" y="1015584"/>
                </a:lnTo>
                <a:lnTo>
                  <a:pt x="312487" y="1015584"/>
                </a:lnTo>
                <a:lnTo>
                  <a:pt x="322253" y="1015584"/>
                </a:lnTo>
                <a:lnTo>
                  <a:pt x="322253" y="1025349"/>
                </a:lnTo>
                <a:lnTo>
                  <a:pt x="332018" y="1025349"/>
                </a:lnTo>
                <a:lnTo>
                  <a:pt x="332018" y="1035114"/>
                </a:lnTo>
                <a:lnTo>
                  <a:pt x="341783" y="1035114"/>
                </a:lnTo>
                <a:lnTo>
                  <a:pt x="341783" y="1044879"/>
                </a:lnTo>
                <a:lnTo>
                  <a:pt x="332018" y="1044879"/>
                </a:lnTo>
                <a:lnTo>
                  <a:pt x="322253" y="1044879"/>
                </a:lnTo>
                <a:lnTo>
                  <a:pt x="312487" y="1044879"/>
                </a:lnTo>
                <a:lnTo>
                  <a:pt x="312487" y="1054645"/>
                </a:lnTo>
                <a:lnTo>
                  <a:pt x="312487" y="1064410"/>
                </a:lnTo>
                <a:lnTo>
                  <a:pt x="302722" y="1064410"/>
                </a:lnTo>
                <a:lnTo>
                  <a:pt x="302722" y="1054645"/>
                </a:lnTo>
                <a:lnTo>
                  <a:pt x="292957" y="1054645"/>
                </a:lnTo>
                <a:lnTo>
                  <a:pt x="292957" y="1044879"/>
                </a:lnTo>
                <a:lnTo>
                  <a:pt x="302722" y="1044879"/>
                </a:lnTo>
                <a:lnTo>
                  <a:pt x="302722" y="1035114"/>
                </a:lnTo>
                <a:lnTo>
                  <a:pt x="302722" y="1025349"/>
                </a:lnTo>
                <a:lnTo>
                  <a:pt x="292957" y="1025349"/>
                </a:lnTo>
                <a:lnTo>
                  <a:pt x="283192" y="1025349"/>
                </a:lnTo>
                <a:lnTo>
                  <a:pt x="283192" y="1035114"/>
                </a:lnTo>
                <a:lnTo>
                  <a:pt x="273426" y="1035114"/>
                </a:lnTo>
                <a:lnTo>
                  <a:pt x="263661" y="1035114"/>
                </a:lnTo>
                <a:lnTo>
                  <a:pt x="253896" y="1035114"/>
                </a:lnTo>
                <a:lnTo>
                  <a:pt x="244131" y="1035114"/>
                </a:lnTo>
                <a:lnTo>
                  <a:pt x="244131" y="1044879"/>
                </a:lnTo>
                <a:lnTo>
                  <a:pt x="244131" y="1054645"/>
                </a:lnTo>
                <a:lnTo>
                  <a:pt x="234365" y="1054645"/>
                </a:lnTo>
                <a:lnTo>
                  <a:pt x="234365" y="1064410"/>
                </a:lnTo>
                <a:lnTo>
                  <a:pt x="244131" y="1064410"/>
                </a:lnTo>
                <a:lnTo>
                  <a:pt x="244131" y="1074175"/>
                </a:lnTo>
                <a:lnTo>
                  <a:pt x="253896" y="1074175"/>
                </a:lnTo>
                <a:lnTo>
                  <a:pt x="253896" y="1064410"/>
                </a:lnTo>
                <a:lnTo>
                  <a:pt x="263661" y="1064410"/>
                </a:lnTo>
                <a:lnTo>
                  <a:pt x="263661" y="1074175"/>
                </a:lnTo>
                <a:lnTo>
                  <a:pt x="263661" y="1083940"/>
                </a:lnTo>
                <a:lnTo>
                  <a:pt x="253896" y="1083940"/>
                </a:lnTo>
                <a:lnTo>
                  <a:pt x="244131" y="1083940"/>
                </a:lnTo>
                <a:lnTo>
                  <a:pt x="234365" y="1083940"/>
                </a:lnTo>
                <a:lnTo>
                  <a:pt x="224600" y="1083940"/>
                </a:lnTo>
                <a:lnTo>
                  <a:pt x="214835" y="1083940"/>
                </a:lnTo>
                <a:lnTo>
                  <a:pt x="214835" y="1074175"/>
                </a:lnTo>
                <a:lnTo>
                  <a:pt x="214835" y="1064410"/>
                </a:lnTo>
                <a:lnTo>
                  <a:pt x="205070" y="1064410"/>
                </a:lnTo>
                <a:lnTo>
                  <a:pt x="205070" y="1074175"/>
                </a:lnTo>
                <a:lnTo>
                  <a:pt x="195305" y="1074175"/>
                </a:lnTo>
                <a:lnTo>
                  <a:pt x="195305" y="1083940"/>
                </a:lnTo>
                <a:lnTo>
                  <a:pt x="195305" y="1093706"/>
                </a:lnTo>
                <a:lnTo>
                  <a:pt x="185539" y="1093706"/>
                </a:lnTo>
                <a:lnTo>
                  <a:pt x="175774" y="1093706"/>
                </a:lnTo>
                <a:lnTo>
                  <a:pt x="175774" y="1103471"/>
                </a:lnTo>
                <a:lnTo>
                  <a:pt x="166009" y="1103471"/>
                </a:lnTo>
                <a:lnTo>
                  <a:pt x="156244" y="1103471"/>
                </a:lnTo>
                <a:lnTo>
                  <a:pt x="156244" y="1113236"/>
                </a:lnTo>
                <a:lnTo>
                  <a:pt x="146478" y="1113236"/>
                </a:lnTo>
                <a:lnTo>
                  <a:pt x="146478" y="1123001"/>
                </a:lnTo>
                <a:lnTo>
                  <a:pt x="136713" y="1123001"/>
                </a:lnTo>
                <a:lnTo>
                  <a:pt x="136713" y="1113236"/>
                </a:lnTo>
                <a:lnTo>
                  <a:pt x="126948" y="1113236"/>
                </a:lnTo>
                <a:lnTo>
                  <a:pt x="126948" y="1103471"/>
                </a:lnTo>
                <a:lnTo>
                  <a:pt x="117183" y="1103471"/>
                </a:lnTo>
                <a:lnTo>
                  <a:pt x="117183" y="1093706"/>
                </a:lnTo>
                <a:lnTo>
                  <a:pt x="107418" y="1093706"/>
                </a:lnTo>
                <a:lnTo>
                  <a:pt x="97652" y="1093706"/>
                </a:lnTo>
                <a:lnTo>
                  <a:pt x="87887" y="1093706"/>
                </a:lnTo>
                <a:lnTo>
                  <a:pt x="78122" y="1093706"/>
                </a:lnTo>
                <a:lnTo>
                  <a:pt x="78122" y="1083940"/>
                </a:lnTo>
                <a:lnTo>
                  <a:pt x="68357" y="1083940"/>
                </a:lnTo>
                <a:lnTo>
                  <a:pt x="58591" y="1083940"/>
                </a:lnTo>
                <a:lnTo>
                  <a:pt x="58591" y="1093706"/>
                </a:lnTo>
                <a:lnTo>
                  <a:pt x="48826" y="1093706"/>
                </a:lnTo>
                <a:lnTo>
                  <a:pt x="48826" y="1083940"/>
                </a:lnTo>
                <a:lnTo>
                  <a:pt x="39061" y="1083940"/>
                </a:lnTo>
                <a:lnTo>
                  <a:pt x="39061" y="1074175"/>
                </a:lnTo>
                <a:lnTo>
                  <a:pt x="48826" y="1074175"/>
                </a:lnTo>
                <a:lnTo>
                  <a:pt x="48826" y="1064410"/>
                </a:lnTo>
                <a:lnTo>
                  <a:pt x="48826" y="1054645"/>
                </a:lnTo>
                <a:lnTo>
                  <a:pt x="48826" y="1044879"/>
                </a:lnTo>
                <a:lnTo>
                  <a:pt x="39061" y="1044879"/>
                </a:lnTo>
                <a:lnTo>
                  <a:pt x="39061" y="1035114"/>
                </a:lnTo>
                <a:lnTo>
                  <a:pt x="39061" y="1025349"/>
                </a:lnTo>
                <a:lnTo>
                  <a:pt x="39061" y="1015584"/>
                </a:lnTo>
                <a:lnTo>
                  <a:pt x="29296" y="1015584"/>
                </a:lnTo>
                <a:lnTo>
                  <a:pt x="29296" y="1005819"/>
                </a:lnTo>
                <a:lnTo>
                  <a:pt x="29296" y="996053"/>
                </a:lnTo>
                <a:lnTo>
                  <a:pt x="29296" y="986288"/>
                </a:lnTo>
                <a:lnTo>
                  <a:pt x="39061" y="986288"/>
                </a:lnTo>
                <a:lnTo>
                  <a:pt x="39061" y="976523"/>
                </a:lnTo>
                <a:lnTo>
                  <a:pt x="39061" y="966758"/>
                </a:lnTo>
                <a:lnTo>
                  <a:pt x="39061" y="956992"/>
                </a:lnTo>
                <a:lnTo>
                  <a:pt x="39061" y="947227"/>
                </a:lnTo>
                <a:lnTo>
                  <a:pt x="39061" y="937462"/>
                </a:lnTo>
                <a:lnTo>
                  <a:pt x="39061" y="927697"/>
                </a:lnTo>
                <a:lnTo>
                  <a:pt x="39061" y="917931"/>
                </a:lnTo>
                <a:lnTo>
                  <a:pt x="39061" y="908166"/>
                </a:lnTo>
                <a:lnTo>
                  <a:pt x="39061" y="898401"/>
                </a:lnTo>
                <a:lnTo>
                  <a:pt x="39061" y="888636"/>
                </a:lnTo>
                <a:lnTo>
                  <a:pt x="29296" y="888636"/>
                </a:lnTo>
                <a:lnTo>
                  <a:pt x="29296" y="878871"/>
                </a:lnTo>
                <a:lnTo>
                  <a:pt x="29296" y="869105"/>
                </a:lnTo>
                <a:close/>
                <a:moveTo>
                  <a:pt x="214835" y="1054645"/>
                </a:moveTo>
                <a:lnTo>
                  <a:pt x="214835" y="1064410"/>
                </a:lnTo>
                <a:lnTo>
                  <a:pt x="224600" y="1064410"/>
                </a:lnTo>
                <a:lnTo>
                  <a:pt x="224600" y="1054645"/>
                </a:lnTo>
                <a:close/>
                <a:moveTo>
                  <a:pt x="107418" y="1015584"/>
                </a:moveTo>
                <a:lnTo>
                  <a:pt x="117183" y="1015584"/>
                </a:lnTo>
                <a:lnTo>
                  <a:pt x="126948" y="1015584"/>
                </a:lnTo>
                <a:lnTo>
                  <a:pt x="126948" y="1025349"/>
                </a:lnTo>
                <a:lnTo>
                  <a:pt x="136713" y="1025349"/>
                </a:lnTo>
                <a:lnTo>
                  <a:pt x="146478" y="1025349"/>
                </a:lnTo>
                <a:lnTo>
                  <a:pt x="146478" y="1015584"/>
                </a:lnTo>
                <a:lnTo>
                  <a:pt x="136713" y="1015584"/>
                </a:lnTo>
                <a:lnTo>
                  <a:pt x="136713" y="1005819"/>
                </a:lnTo>
                <a:lnTo>
                  <a:pt x="126948" y="1005819"/>
                </a:lnTo>
                <a:lnTo>
                  <a:pt x="126948" y="996053"/>
                </a:lnTo>
                <a:lnTo>
                  <a:pt x="117183" y="996053"/>
                </a:lnTo>
                <a:lnTo>
                  <a:pt x="107418" y="996053"/>
                </a:lnTo>
                <a:lnTo>
                  <a:pt x="107418" y="986288"/>
                </a:lnTo>
                <a:lnTo>
                  <a:pt x="97652" y="986288"/>
                </a:lnTo>
                <a:lnTo>
                  <a:pt x="97652" y="976523"/>
                </a:lnTo>
                <a:lnTo>
                  <a:pt x="87887" y="976523"/>
                </a:lnTo>
                <a:lnTo>
                  <a:pt x="78122" y="976523"/>
                </a:lnTo>
                <a:lnTo>
                  <a:pt x="68357" y="976523"/>
                </a:lnTo>
                <a:lnTo>
                  <a:pt x="68357" y="966758"/>
                </a:lnTo>
                <a:lnTo>
                  <a:pt x="68357" y="956992"/>
                </a:lnTo>
                <a:lnTo>
                  <a:pt x="58591" y="956992"/>
                </a:lnTo>
                <a:lnTo>
                  <a:pt x="58591" y="966758"/>
                </a:lnTo>
                <a:lnTo>
                  <a:pt x="58591" y="976523"/>
                </a:lnTo>
                <a:lnTo>
                  <a:pt x="48826" y="976523"/>
                </a:lnTo>
                <a:lnTo>
                  <a:pt x="48826" y="986288"/>
                </a:lnTo>
                <a:lnTo>
                  <a:pt x="48826" y="996053"/>
                </a:lnTo>
                <a:lnTo>
                  <a:pt x="48826" y="1005819"/>
                </a:lnTo>
                <a:lnTo>
                  <a:pt x="48826" y="1015584"/>
                </a:lnTo>
                <a:lnTo>
                  <a:pt x="48826" y="1025349"/>
                </a:lnTo>
                <a:lnTo>
                  <a:pt x="48826" y="1035114"/>
                </a:lnTo>
                <a:lnTo>
                  <a:pt x="58591" y="1035114"/>
                </a:lnTo>
                <a:lnTo>
                  <a:pt x="58591" y="1044879"/>
                </a:lnTo>
                <a:lnTo>
                  <a:pt x="58591" y="1054645"/>
                </a:lnTo>
                <a:lnTo>
                  <a:pt x="68357" y="1054645"/>
                </a:lnTo>
                <a:lnTo>
                  <a:pt x="68357" y="1064410"/>
                </a:lnTo>
                <a:lnTo>
                  <a:pt x="78122" y="1064410"/>
                </a:lnTo>
                <a:lnTo>
                  <a:pt x="87887" y="1064410"/>
                </a:lnTo>
                <a:lnTo>
                  <a:pt x="97652" y="1064410"/>
                </a:lnTo>
                <a:lnTo>
                  <a:pt x="107418" y="1064410"/>
                </a:lnTo>
                <a:lnTo>
                  <a:pt x="117183" y="1064410"/>
                </a:lnTo>
                <a:lnTo>
                  <a:pt x="117183" y="1054645"/>
                </a:lnTo>
                <a:lnTo>
                  <a:pt x="117183" y="1044879"/>
                </a:lnTo>
                <a:lnTo>
                  <a:pt x="107418" y="1044879"/>
                </a:lnTo>
                <a:lnTo>
                  <a:pt x="107418" y="1035114"/>
                </a:lnTo>
                <a:lnTo>
                  <a:pt x="107418" y="1025349"/>
                </a:lnTo>
                <a:close/>
                <a:moveTo>
                  <a:pt x="68357" y="947227"/>
                </a:moveTo>
                <a:lnTo>
                  <a:pt x="68357" y="956992"/>
                </a:lnTo>
                <a:lnTo>
                  <a:pt x="78122" y="956992"/>
                </a:lnTo>
                <a:lnTo>
                  <a:pt x="87887" y="956992"/>
                </a:lnTo>
                <a:lnTo>
                  <a:pt x="87887" y="947227"/>
                </a:lnTo>
                <a:lnTo>
                  <a:pt x="87887" y="937462"/>
                </a:lnTo>
                <a:lnTo>
                  <a:pt x="87887" y="927697"/>
                </a:lnTo>
                <a:lnTo>
                  <a:pt x="87887" y="917931"/>
                </a:lnTo>
                <a:lnTo>
                  <a:pt x="97652" y="917931"/>
                </a:lnTo>
                <a:lnTo>
                  <a:pt x="107418" y="917931"/>
                </a:lnTo>
                <a:lnTo>
                  <a:pt x="117183" y="917931"/>
                </a:lnTo>
                <a:lnTo>
                  <a:pt x="117183" y="908166"/>
                </a:lnTo>
                <a:lnTo>
                  <a:pt x="126948" y="908166"/>
                </a:lnTo>
                <a:lnTo>
                  <a:pt x="126948" y="917931"/>
                </a:lnTo>
                <a:lnTo>
                  <a:pt x="136713" y="917931"/>
                </a:lnTo>
                <a:lnTo>
                  <a:pt x="136713" y="927697"/>
                </a:lnTo>
                <a:lnTo>
                  <a:pt x="146478" y="927697"/>
                </a:lnTo>
                <a:lnTo>
                  <a:pt x="146478" y="937462"/>
                </a:lnTo>
                <a:lnTo>
                  <a:pt x="156244" y="937462"/>
                </a:lnTo>
                <a:lnTo>
                  <a:pt x="156244" y="947227"/>
                </a:lnTo>
                <a:lnTo>
                  <a:pt x="166009" y="947227"/>
                </a:lnTo>
                <a:lnTo>
                  <a:pt x="166009" y="956992"/>
                </a:lnTo>
                <a:lnTo>
                  <a:pt x="175774" y="956992"/>
                </a:lnTo>
                <a:lnTo>
                  <a:pt x="175774" y="947227"/>
                </a:lnTo>
                <a:lnTo>
                  <a:pt x="185539" y="947227"/>
                </a:lnTo>
                <a:lnTo>
                  <a:pt x="185539" y="937462"/>
                </a:lnTo>
                <a:lnTo>
                  <a:pt x="185539" y="927697"/>
                </a:lnTo>
                <a:lnTo>
                  <a:pt x="175774" y="927697"/>
                </a:lnTo>
                <a:lnTo>
                  <a:pt x="175774" y="917931"/>
                </a:lnTo>
                <a:lnTo>
                  <a:pt x="166009" y="917931"/>
                </a:lnTo>
                <a:lnTo>
                  <a:pt x="166009" y="908166"/>
                </a:lnTo>
                <a:lnTo>
                  <a:pt x="156244" y="908166"/>
                </a:lnTo>
                <a:lnTo>
                  <a:pt x="146478" y="908166"/>
                </a:lnTo>
                <a:lnTo>
                  <a:pt x="146478" y="898401"/>
                </a:lnTo>
                <a:lnTo>
                  <a:pt x="136713" y="898401"/>
                </a:lnTo>
                <a:lnTo>
                  <a:pt x="136713" y="888636"/>
                </a:lnTo>
                <a:lnTo>
                  <a:pt x="126948" y="888636"/>
                </a:lnTo>
                <a:lnTo>
                  <a:pt x="126948" y="878871"/>
                </a:lnTo>
                <a:lnTo>
                  <a:pt x="117183" y="878871"/>
                </a:lnTo>
                <a:lnTo>
                  <a:pt x="117183" y="869105"/>
                </a:lnTo>
                <a:lnTo>
                  <a:pt x="107418" y="869105"/>
                </a:lnTo>
                <a:lnTo>
                  <a:pt x="107418" y="878871"/>
                </a:lnTo>
                <a:lnTo>
                  <a:pt x="97652" y="878871"/>
                </a:lnTo>
                <a:lnTo>
                  <a:pt x="97652" y="888636"/>
                </a:lnTo>
                <a:lnTo>
                  <a:pt x="87887" y="888636"/>
                </a:lnTo>
                <a:lnTo>
                  <a:pt x="87887" y="898401"/>
                </a:lnTo>
                <a:lnTo>
                  <a:pt x="87887" y="908166"/>
                </a:lnTo>
                <a:lnTo>
                  <a:pt x="78122" y="908166"/>
                </a:lnTo>
                <a:lnTo>
                  <a:pt x="78122" y="917931"/>
                </a:lnTo>
                <a:lnTo>
                  <a:pt x="78122" y="927697"/>
                </a:lnTo>
                <a:lnTo>
                  <a:pt x="68357" y="927697"/>
                </a:lnTo>
                <a:lnTo>
                  <a:pt x="68357" y="937462"/>
                </a:lnTo>
                <a:close/>
                <a:moveTo>
                  <a:pt x="97652" y="956992"/>
                </a:moveTo>
                <a:lnTo>
                  <a:pt x="87887" y="956992"/>
                </a:lnTo>
                <a:lnTo>
                  <a:pt x="87887" y="966758"/>
                </a:lnTo>
                <a:lnTo>
                  <a:pt x="97652" y="966758"/>
                </a:lnTo>
                <a:lnTo>
                  <a:pt x="107418" y="966758"/>
                </a:lnTo>
                <a:lnTo>
                  <a:pt x="107418" y="976523"/>
                </a:lnTo>
                <a:lnTo>
                  <a:pt x="117183" y="976523"/>
                </a:lnTo>
                <a:lnTo>
                  <a:pt x="117183" y="966758"/>
                </a:lnTo>
                <a:lnTo>
                  <a:pt x="126948" y="966758"/>
                </a:lnTo>
                <a:lnTo>
                  <a:pt x="126948" y="956992"/>
                </a:lnTo>
                <a:lnTo>
                  <a:pt x="117183" y="956992"/>
                </a:lnTo>
                <a:lnTo>
                  <a:pt x="117183" y="947227"/>
                </a:lnTo>
                <a:lnTo>
                  <a:pt x="107418" y="947227"/>
                </a:lnTo>
                <a:lnTo>
                  <a:pt x="97652" y="947227"/>
                </a:lnTo>
                <a:close/>
                <a:moveTo>
                  <a:pt x="117183" y="898401"/>
                </a:moveTo>
                <a:lnTo>
                  <a:pt x="117183" y="908166"/>
                </a:lnTo>
                <a:lnTo>
                  <a:pt x="107418" y="908166"/>
                </a:lnTo>
                <a:lnTo>
                  <a:pt x="107418" y="898401"/>
                </a:lnTo>
                <a:close/>
                <a:moveTo>
                  <a:pt x="9765" y="947227"/>
                </a:moveTo>
                <a:lnTo>
                  <a:pt x="9765" y="956992"/>
                </a:lnTo>
                <a:lnTo>
                  <a:pt x="0" y="956992"/>
                </a:lnTo>
                <a:lnTo>
                  <a:pt x="0" y="947227"/>
                </a:lnTo>
                <a:close/>
                <a:moveTo>
                  <a:pt x="9765" y="1015584"/>
                </a:moveTo>
                <a:lnTo>
                  <a:pt x="0" y="1015584"/>
                </a:lnTo>
                <a:lnTo>
                  <a:pt x="0" y="1005819"/>
                </a:lnTo>
                <a:lnTo>
                  <a:pt x="9765" y="1005819"/>
                </a:lnTo>
                <a:close/>
                <a:moveTo>
                  <a:pt x="19530" y="1025349"/>
                </a:moveTo>
                <a:lnTo>
                  <a:pt x="19530" y="1035114"/>
                </a:lnTo>
                <a:lnTo>
                  <a:pt x="9765" y="1035114"/>
                </a:lnTo>
                <a:lnTo>
                  <a:pt x="9765" y="1025349"/>
                </a:lnTo>
                <a:close/>
                <a:moveTo>
                  <a:pt x="29296" y="1044879"/>
                </a:moveTo>
                <a:lnTo>
                  <a:pt x="29296" y="1054645"/>
                </a:lnTo>
                <a:lnTo>
                  <a:pt x="19530" y="1054645"/>
                </a:lnTo>
                <a:lnTo>
                  <a:pt x="19530" y="1044879"/>
                </a:lnTo>
                <a:close/>
                <a:moveTo>
                  <a:pt x="39061" y="1064410"/>
                </a:moveTo>
                <a:lnTo>
                  <a:pt x="39061" y="1074175"/>
                </a:lnTo>
                <a:lnTo>
                  <a:pt x="29296" y="1074175"/>
                </a:lnTo>
                <a:lnTo>
                  <a:pt x="29296" y="1064410"/>
                </a:lnTo>
                <a:close/>
                <a:moveTo>
                  <a:pt x="117183" y="1113236"/>
                </a:moveTo>
                <a:lnTo>
                  <a:pt x="117183" y="1123001"/>
                </a:lnTo>
                <a:lnTo>
                  <a:pt x="107418" y="1123001"/>
                </a:lnTo>
                <a:lnTo>
                  <a:pt x="107418" y="1113236"/>
                </a:lnTo>
                <a:close/>
                <a:moveTo>
                  <a:pt x="126948" y="1142532"/>
                </a:moveTo>
                <a:lnTo>
                  <a:pt x="126948" y="1152297"/>
                </a:lnTo>
                <a:lnTo>
                  <a:pt x="117183" y="1152297"/>
                </a:lnTo>
                <a:lnTo>
                  <a:pt x="117183" y="1142532"/>
                </a:lnTo>
                <a:close/>
                <a:moveTo>
                  <a:pt x="117183" y="1162062"/>
                </a:moveTo>
                <a:lnTo>
                  <a:pt x="117183" y="1171827"/>
                </a:lnTo>
                <a:lnTo>
                  <a:pt x="107418" y="1171827"/>
                </a:lnTo>
                <a:lnTo>
                  <a:pt x="107418" y="1162062"/>
                </a:lnTo>
                <a:close/>
                <a:moveTo>
                  <a:pt x="146478" y="537088"/>
                </a:moveTo>
                <a:lnTo>
                  <a:pt x="156244" y="537088"/>
                </a:lnTo>
                <a:lnTo>
                  <a:pt x="156244" y="546853"/>
                </a:lnTo>
                <a:lnTo>
                  <a:pt x="146478" y="546853"/>
                </a:lnTo>
                <a:lnTo>
                  <a:pt x="146478" y="556618"/>
                </a:lnTo>
                <a:lnTo>
                  <a:pt x="136713" y="556618"/>
                </a:lnTo>
                <a:lnTo>
                  <a:pt x="136713" y="546853"/>
                </a:lnTo>
                <a:lnTo>
                  <a:pt x="136713" y="537088"/>
                </a:lnTo>
                <a:close/>
                <a:moveTo>
                  <a:pt x="166009" y="605444"/>
                </a:moveTo>
                <a:lnTo>
                  <a:pt x="166009" y="595679"/>
                </a:lnTo>
                <a:lnTo>
                  <a:pt x="166009" y="585914"/>
                </a:lnTo>
                <a:lnTo>
                  <a:pt x="166009" y="576148"/>
                </a:lnTo>
                <a:lnTo>
                  <a:pt x="156244" y="576148"/>
                </a:lnTo>
                <a:lnTo>
                  <a:pt x="156244" y="566383"/>
                </a:lnTo>
                <a:lnTo>
                  <a:pt x="166009" y="566383"/>
                </a:lnTo>
                <a:lnTo>
                  <a:pt x="175774" y="566383"/>
                </a:lnTo>
                <a:lnTo>
                  <a:pt x="185539" y="566383"/>
                </a:lnTo>
                <a:lnTo>
                  <a:pt x="185539" y="576148"/>
                </a:lnTo>
                <a:lnTo>
                  <a:pt x="175774" y="576148"/>
                </a:lnTo>
                <a:lnTo>
                  <a:pt x="175774" y="585914"/>
                </a:lnTo>
                <a:lnTo>
                  <a:pt x="175774" y="595679"/>
                </a:lnTo>
                <a:lnTo>
                  <a:pt x="175774" y="605444"/>
                </a:lnTo>
                <a:close/>
                <a:moveTo>
                  <a:pt x="136713" y="1123001"/>
                </a:moveTo>
                <a:lnTo>
                  <a:pt x="136713" y="1132767"/>
                </a:lnTo>
                <a:lnTo>
                  <a:pt x="126948" y="1132767"/>
                </a:lnTo>
                <a:lnTo>
                  <a:pt x="126948" y="1123001"/>
                </a:lnTo>
                <a:close/>
                <a:moveTo>
                  <a:pt x="136713" y="1220654"/>
                </a:moveTo>
                <a:lnTo>
                  <a:pt x="136713" y="1210888"/>
                </a:lnTo>
                <a:lnTo>
                  <a:pt x="136713" y="1201123"/>
                </a:lnTo>
                <a:lnTo>
                  <a:pt x="136713" y="1191358"/>
                </a:lnTo>
                <a:lnTo>
                  <a:pt x="136713" y="1181593"/>
                </a:lnTo>
                <a:lnTo>
                  <a:pt x="136713" y="1171827"/>
                </a:lnTo>
                <a:lnTo>
                  <a:pt x="136713" y="1162062"/>
                </a:lnTo>
                <a:lnTo>
                  <a:pt x="146478" y="1162062"/>
                </a:lnTo>
                <a:lnTo>
                  <a:pt x="146478" y="1152297"/>
                </a:lnTo>
                <a:lnTo>
                  <a:pt x="156244" y="1152297"/>
                </a:lnTo>
                <a:lnTo>
                  <a:pt x="166009" y="1152297"/>
                </a:lnTo>
                <a:lnTo>
                  <a:pt x="166009" y="1162062"/>
                </a:lnTo>
                <a:lnTo>
                  <a:pt x="166009" y="1171827"/>
                </a:lnTo>
                <a:lnTo>
                  <a:pt x="166009" y="1181593"/>
                </a:lnTo>
                <a:lnTo>
                  <a:pt x="166009" y="1191358"/>
                </a:lnTo>
                <a:lnTo>
                  <a:pt x="175774" y="1191358"/>
                </a:lnTo>
                <a:lnTo>
                  <a:pt x="185539" y="1191358"/>
                </a:lnTo>
                <a:lnTo>
                  <a:pt x="185539" y="1201123"/>
                </a:lnTo>
                <a:lnTo>
                  <a:pt x="195305" y="1201123"/>
                </a:lnTo>
                <a:lnTo>
                  <a:pt x="195305" y="1191358"/>
                </a:lnTo>
                <a:lnTo>
                  <a:pt x="205070" y="1191358"/>
                </a:lnTo>
                <a:lnTo>
                  <a:pt x="214835" y="1191358"/>
                </a:lnTo>
                <a:lnTo>
                  <a:pt x="214835" y="1201123"/>
                </a:lnTo>
                <a:lnTo>
                  <a:pt x="224600" y="1201123"/>
                </a:lnTo>
                <a:lnTo>
                  <a:pt x="234365" y="1201123"/>
                </a:lnTo>
                <a:lnTo>
                  <a:pt x="234365" y="1210888"/>
                </a:lnTo>
                <a:lnTo>
                  <a:pt x="244131" y="1210888"/>
                </a:lnTo>
                <a:lnTo>
                  <a:pt x="244131" y="1220654"/>
                </a:lnTo>
                <a:lnTo>
                  <a:pt x="244131" y="1230419"/>
                </a:lnTo>
                <a:lnTo>
                  <a:pt x="234365" y="1230419"/>
                </a:lnTo>
                <a:lnTo>
                  <a:pt x="234365" y="1240184"/>
                </a:lnTo>
                <a:lnTo>
                  <a:pt x="224600" y="1240184"/>
                </a:lnTo>
                <a:lnTo>
                  <a:pt x="224600" y="1249949"/>
                </a:lnTo>
                <a:lnTo>
                  <a:pt x="234365" y="1249949"/>
                </a:lnTo>
                <a:lnTo>
                  <a:pt x="244131" y="1249949"/>
                </a:lnTo>
                <a:lnTo>
                  <a:pt x="253896" y="1249949"/>
                </a:lnTo>
                <a:lnTo>
                  <a:pt x="253896" y="1259714"/>
                </a:lnTo>
                <a:lnTo>
                  <a:pt x="263661" y="1259714"/>
                </a:lnTo>
                <a:lnTo>
                  <a:pt x="263661" y="1269480"/>
                </a:lnTo>
                <a:lnTo>
                  <a:pt x="273426" y="1269480"/>
                </a:lnTo>
                <a:lnTo>
                  <a:pt x="273426" y="1279245"/>
                </a:lnTo>
                <a:lnTo>
                  <a:pt x="273426" y="1289010"/>
                </a:lnTo>
                <a:lnTo>
                  <a:pt x="283192" y="1289010"/>
                </a:lnTo>
                <a:lnTo>
                  <a:pt x="292957" y="1289010"/>
                </a:lnTo>
                <a:lnTo>
                  <a:pt x="302722" y="1289010"/>
                </a:lnTo>
                <a:lnTo>
                  <a:pt x="302722" y="1298775"/>
                </a:lnTo>
                <a:lnTo>
                  <a:pt x="302722" y="1308541"/>
                </a:lnTo>
                <a:lnTo>
                  <a:pt x="312487" y="1308541"/>
                </a:lnTo>
                <a:lnTo>
                  <a:pt x="322253" y="1308541"/>
                </a:lnTo>
                <a:lnTo>
                  <a:pt x="332018" y="1308541"/>
                </a:lnTo>
                <a:lnTo>
                  <a:pt x="332018" y="1318306"/>
                </a:lnTo>
                <a:lnTo>
                  <a:pt x="341783" y="1318306"/>
                </a:lnTo>
                <a:lnTo>
                  <a:pt x="341783" y="1328071"/>
                </a:lnTo>
                <a:lnTo>
                  <a:pt x="351548" y="1328071"/>
                </a:lnTo>
                <a:lnTo>
                  <a:pt x="361313" y="1328071"/>
                </a:lnTo>
                <a:lnTo>
                  <a:pt x="361313" y="1337836"/>
                </a:lnTo>
                <a:lnTo>
                  <a:pt x="371079" y="1337836"/>
                </a:lnTo>
                <a:lnTo>
                  <a:pt x="371079" y="1347602"/>
                </a:lnTo>
                <a:lnTo>
                  <a:pt x="371079" y="1357367"/>
                </a:lnTo>
                <a:lnTo>
                  <a:pt x="380844" y="1357367"/>
                </a:lnTo>
                <a:lnTo>
                  <a:pt x="380844" y="1347602"/>
                </a:lnTo>
                <a:lnTo>
                  <a:pt x="380844" y="1337836"/>
                </a:lnTo>
                <a:lnTo>
                  <a:pt x="390609" y="1337836"/>
                </a:lnTo>
                <a:lnTo>
                  <a:pt x="400374" y="1337836"/>
                </a:lnTo>
                <a:lnTo>
                  <a:pt x="400374" y="1328071"/>
                </a:lnTo>
                <a:lnTo>
                  <a:pt x="410140" y="1328071"/>
                </a:lnTo>
                <a:lnTo>
                  <a:pt x="410140" y="1318306"/>
                </a:lnTo>
                <a:lnTo>
                  <a:pt x="410140" y="1308541"/>
                </a:lnTo>
                <a:lnTo>
                  <a:pt x="419905" y="1308541"/>
                </a:lnTo>
                <a:lnTo>
                  <a:pt x="429670" y="1308541"/>
                </a:lnTo>
                <a:lnTo>
                  <a:pt x="429670" y="1298775"/>
                </a:lnTo>
                <a:lnTo>
                  <a:pt x="429670" y="1289010"/>
                </a:lnTo>
                <a:lnTo>
                  <a:pt x="419905" y="1289010"/>
                </a:lnTo>
                <a:lnTo>
                  <a:pt x="410140" y="1289010"/>
                </a:lnTo>
                <a:lnTo>
                  <a:pt x="400374" y="1289010"/>
                </a:lnTo>
                <a:lnTo>
                  <a:pt x="390609" y="1289010"/>
                </a:lnTo>
                <a:lnTo>
                  <a:pt x="380844" y="1289010"/>
                </a:lnTo>
                <a:lnTo>
                  <a:pt x="380844" y="1279245"/>
                </a:lnTo>
                <a:lnTo>
                  <a:pt x="371079" y="1279245"/>
                </a:lnTo>
                <a:lnTo>
                  <a:pt x="371079" y="1269480"/>
                </a:lnTo>
                <a:lnTo>
                  <a:pt x="361313" y="1269480"/>
                </a:lnTo>
                <a:lnTo>
                  <a:pt x="361313" y="1259714"/>
                </a:lnTo>
                <a:lnTo>
                  <a:pt x="351548" y="1259714"/>
                </a:lnTo>
                <a:lnTo>
                  <a:pt x="351548" y="1249949"/>
                </a:lnTo>
                <a:lnTo>
                  <a:pt x="341783" y="1249949"/>
                </a:lnTo>
                <a:lnTo>
                  <a:pt x="341783" y="1240184"/>
                </a:lnTo>
                <a:lnTo>
                  <a:pt x="332018" y="1240184"/>
                </a:lnTo>
                <a:lnTo>
                  <a:pt x="332018" y="1230419"/>
                </a:lnTo>
                <a:lnTo>
                  <a:pt x="332018" y="1220654"/>
                </a:lnTo>
                <a:lnTo>
                  <a:pt x="332018" y="1210888"/>
                </a:lnTo>
                <a:lnTo>
                  <a:pt x="322253" y="1210888"/>
                </a:lnTo>
                <a:lnTo>
                  <a:pt x="312487" y="1210888"/>
                </a:lnTo>
                <a:lnTo>
                  <a:pt x="312487" y="1201123"/>
                </a:lnTo>
                <a:lnTo>
                  <a:pt x="322253" y="1201123"/>
                </a:lnTo>
                <a:lnTo>
                  <a:pt x="322253" y="1191358"/>
                </a:lnTo>
                <a:lnTo>
                  <a:pt x="312487" y="1191358"/>
                </a:lnTo>
                <a:lnTo>
                  <a:pt x="312487" y="1181593"/>
                </a:lnTo>
                <a:lnTo>
                  <a:pt x="312487" y="1171827"/>
                </a:lnTo>
                <a:lnTo>
                  <a:pt x="312487" y="1162062"/>
                </a:lnTo>
                <a:lnTo>
                  <a:pt x="312487" y="1152297"/>
                </a:lnTo>
                <a:lnTo>
                  <a:pt x="312487" y="1142532"/>
                </a:lnTo>
                <a:lnTo>
                  <a:pt x="322253" y="1142532"/>
                </a:lnTo>
                <a:lnTo>
                  <a:pt x="322253" y="1132767"/>
                </a:lnTo>
                <a:lnTo>
                  <a:pt x="332018" y="1132767"/>
                </a:lnTo>
                <a:lnTo>
                  <a:pt x="332018" y="1123001"/>
                </a:lnTo>
                <a:lnTo>
                  <a:pt x="332018" y="1113236"/>
                </a:lnTo>
                <a:lnTo>
                  <a:pt x="332018" y="1103471"/>
                </a:lnTo>
                <a:lnTo>
                  <a:pt x="332018" y="1093706"/>
                </a:lnTo>
                <a:lnTo>
                  <a:pt x="341783" y="1093706"/>
                </a:lnTo>
                <a:lnTo>
                  <a:pt x="351548" y="1093706"/>
                </a:lnTo>
                <a:lnTo>
                  <a:pt x="351548" y="1083940"/>
                </a:lnTo>
                <a:lnTo>
                  <a:pt x="361313" y="1083940"/>
                </a:lnTo>
                <a:lnTo>
                  <a:pt x="361313" y="1074175"/>
                </a:lnTo>
                <a:lnTo>
                  <a:pt x="371079" y="1074175"/>
                </a:lnTo>
                <a:lnTo>
                  <a:pt x="380844" y="1074175"/>
                </a:lnTo>
                <a:lnTo>
                  <a:pt x="380844" y="1064410"/>
                </a:lnTo>
                <a:lnTo>
                  <a:pt x="390609" y="1064410"/>
                </a:lnTo>
                <a:lnTo>
                  <a:pt x="400374" y="1064410"/>
                </a:lnTo>
                <a:lnTo>
                  <a:pt x="410140" y="1064410"/>
                </a:lnTo>
                <a:lnTo>
                  <a:pt x="410140" y="1074175"/>
                </a:lnTo>
                <a:lnTo>
                  <a:pt x="419905" y="1074175"/>
                </a:lnTo>
                <a:lnTo>
                  <a:pt x="429670" y="1074175"/>
                </a:lnTo>
                <a:lnTo>
                  <a:pt x="429670" y="1083940"/>
                </a:lnTo>
                <a:lnTo>
                  <a:pt x="439435" y="1083940"/>
                </a:lnTo>
                <a:lnTo>
                  <a:pt x="449201" y="1083940"/>
                </a:lnTo>
                <a:lnTo>
                  <a:pt x="449201" y="1093706"/>
                </a:lnTo>
                <a:lnTo>
                  <a:pt x="449201" y="1103471"/>
                </a:lnTo>
                <a:lnTo>
                  <a:pt x="458966" y="1103471"/>
                </a:lnTo>
                <a:lnTo>
                  <a:pt x="458966" y="1093706"/>
                </a:lnTo>
                <a:lnTo>
                  <a:pt x="468731" y="1093706"/>
                </a:lnTo>
                <a:lnTo>
                  <a:pt x="468731" y="1083940"/>
                </a:lnTo>
                <a:lnTo>
                  <a:pt x="478496" y="1083940"/>
                </a:lnTo>
                <a:lnTo>
                  <a:pt x="488261" y="1083940"/>
                </a:lnTo>
                <a:lnTo>
                  <a:pt x="498027" y="1083940"/>
                </a:lnTo>
                <a:lnTo>
                  <a:pt x="507792" y="1083940"/>
                </a:lnTo>
                <a:lnTo>
                  <a:pt x="517557" y="1083940"/>
                </a:lnTo>
                <a:lnTo>
                  <a:pt x="517557" y="1093706"/>
                </a:lnTo>
                <a:lnTo>
                  <a:pt x="527322" y="1093706"/>
                </a:lnTo>
                <a:lnTo>
                  <a:pt x="537088" y="1093706"/>
                </a:lnTo>
                <a:lnTo>
                  <a:pt x="546853" y="1093706"/>
                </a:lnTo>
                <a:lnTo>
                  <a:pt x="546853" y="1083940"/>
                </a:lnTo>
                <a:lnTo>
                  <a:pt x="537088" y="1083940"/>
                </a:lnTo>
                <a:lnTo>
                  <a:pt x="537088" y="1074175"/>
                </a:lnTo>
                <a:lnTo>
                  <a:pt x="537088" y="1064410"/>
                </a:lnTo>
                <a:lnTo>
                  <a:pt x="546853" y="1064410"/>
                </a:lnTo>
                <a:lnTo>
                  <a:pt x="556618" y="1064410"/>
                </a:lnTo>
                <a:lnTo>
                  <a:pt x="566383" y="1064410"/>
                </a:lnTo>
                <a:lnTo>
                  <a:pt x="576148" y="1064410"/>
                </a:lnTo>
                <a:lnTo>
                  <a:pt x="576148" y="1074175"/>
                </a:lnTo>
                <a:lnTo>
                  <a:pt x="585914" y="1074175"/>
                </a:lnTo>
                <a:lnTo>
                  <a:pt x="585914" y="1083940"/>
                </a:lnTo>
                <a:lnTo>
                  <a:pt x="585914" y="1093706"/>
                </a:lnTo>
                <a:lnTo>
                  <a:pt x="585914" y="1103471"/>
                </a:lnTo>
                <a:lnTo>
                  <a:pt x="585914" y="1113236"/>
                </a:lnTo>
                <a:lnTo>
                  <a:pt x="595679" y="1113236"/>
                </a:lnTo>
                <a:lnTo>
                  <a:pt x="605444" y="1113236"/>
                </a:lnTo>
                <a:lnTo>
                  <a:pt x="605444" y="1123001"/>
                </a:lnTo>
                <a:lnTo>
                  <a:pt x="615209" y="1123001"/>
                </a:lnTo>
                <a:lnTo>
                  <a:pt x="615209" y="1132767"/>
                </a:lnTo>
                <a:lnTo>
                  <a:pt x="615209" y="1142532"/>
                </a:lnTo>
                <a:lnTo>
                  <a:pt x="615209" y="1152297"/>
                </a:lnTo>
                <a:lnTo>
                  <a:pt x="605444" y="1152297"/>
                </a:lnTo>
                <a:lnTo>
                  <a:pt x="605444" y="1162062"/>
                </a:lnTo>
                <a:lnTo>
                  <a:pt x="615209" y="1162062"/>
                </a:lnTo>
                <a:lnTo>
                  <a:pt x="615209" y="1171827"/>
                </a:lnTo>
                <a:lnTo>
                  <a:pt x="615209" y="1181593"/>
                </a:lnTo>
                <a:lnTo>
                  <a:pt x="605444" y="1181593"/>
                </a:lnTo>
                <a:lnTo>
                  <a:pt x="605444" y="1191358"/>
                </a:lnTo>
                <a:lnTo>
                  <a:pt x="605444" y="1201123"/>
                </a:lnTo>
                <a:lnTo>
                  <a:pt x="595679" y="1201123"/>
                </a:lnTo>
                <a:lnTo>
                  <a:pt x="585914" y="1201123"/>
                </a:lnTo>
                <a:lnTo>
                  <a:pt x="576148" y="1201123"/>
                </a:lnTo>
                <a:lnTo>
                  <a:pt x="576148" y="1210888"/>
                </a:lnTo>
                <a:lnTo>
                  <a:pt x="566383" y="1210888"/>
                </a:lnTo>
                <a:lnTo>
                  <a:pt x="566383" y="1220654"/>
                </a:lnTo>
                <a:lnTo>
                  <a:pt x="566383" y="1230419"/>
                </a:lnTo>
                <a:lnTo>
                  <a:pt x="566383" y="1240184"/>
                </a:lnTo>
                <a:lnTo>
                  <a:pt x="566383" y="1249949"/>
                </a:lnTo>
                <a:lnTo>
                  <a:pt x="566383" y="1259714"/>
                </a:lnTo>
                <a:lnTo>
                  <a:pt x="556618" y="1259714"/>
                </a:lnTo>
                <a:lnTo>
                  <a:pt x="556618" y="1269480"/>
                </a:lnTo>
                <a:lnTo>
                  <a:pt x="546853" y="1269480"/>
                </a:lnTo>
                <a:lnTo>
                  <a:pt x="546853" y="1279245"/>
                </a:lnTo>
                <a:lnTo>
                  <a:pt x="537088" y="1279245"/>
                </a:lnTo>
                <a:lnTo>
                  <a:pt x="537088" y="1289010"/>
                </a:lnTo>
                <a:lnTo>
                  <a:pt x="537088" y="1298775"/>
                </a:lnTo>
                <a:lnTo>
                  <a:pt x="527322" y="1298775"/>
                </a:lnTo>
                <a:lnTo>
                  <a:pt x="527322" y="1308541"/>
                </a:lnTo>
                <a:lnTo>
                  <a:pt x="517557" y="1308541"/>
                </a:lnTo>
                <a:lnTo>
                  <a:pt x="517557" y="1318306"/>
                </a:lnTo>
                <a:lnTo>
                  <a:pt x="507792" y="1318306"/>
                </a:lnTo>
                <a:lnTo>
                  <a:pt x="507792" y="1328071"/>
                </a:lnTo>
                <a:lnTo>
                  <a:pt x="498027" y="1328071"/>
                </a:lnTo>
                <a:lnTo>
                  <a:pt x="498027" y="1337836"/>
                </a:lnTo>
                <a:lnTo>
                  <a:pt x="488261" y="1337836"/>
                </a:lnTo>
                <a:lnTo>
                  <a:pt x="488261" y="1347602"/>
                </a:lnTo>
                <a:lnTo>
                  <a:pt x="478496" y="1347602"/>
                </a:lnTo>
                <a:lnTo>
                  <a:pt x="478496" y="1357367"/>
                </a:lnTo>
                <a:lnTo>
                  <a:pt x="468731" y="1357367"/>
                </a:lnTo>
                <a:lnTo>
                  <a:pt x="468731" y="1367132"/>
                </a:lnTo>
                <a:lnTo>
                  <a:pt x="458966" y="1367132"/>
                </a:lnTo>
                <a:lnTo>
                  <a:pt x="449201" y="1367132"/>
                </a:lnTo>
                <a:lnTo>
                  <a:pt x="449201" y="1376897"/>
                </a:lnTo>
                <a:lnTo>
                  <a:pt x="458966" y="1376897"/>
                </a:lnTo>
                <a:lnTo>
                  <a:pt x="458966" y="1386662"/>
                </a:lnTo>
                <a:lnTo>
                  <a:pt x="458966" y="1396428"/>
                </a:lnTo>
                <a:lnTo>
                  <a:pt x="449201" y="1396428"/>
                </a:lnTo>
                <a:lnTo>
                  <a:pt x="439435" y="1396428"/>
                </a:lnTo>
                <a:lnTo>
                  <a:pt x="429670" y="1396428"/>
                </a:lnTo>
                <a:lnTo>
                  <a:pt x="429670" y="1386662"/>
                </a:lnTo>
                <a:lnTo>
                  <a:pt x="419905" y="1386662"/>
                </a:lnTo>
                <a:lnTo>
                  <a:pt x="410140" y="1386662"/>
                </a:lnTo>
                <a:lnTo>
                  <a:pt x="410140" y="1396428"/>
                </a:lnTo>
                <a:lnTo>
                  <a:pt x="400374" y="1396428"/>
                </a:lnTo>
                <a:lnTo>
                  <a:pt x="400374" y="1386662"/>
                </a:lnTo>
                <a:lnTo>
                  <a:pt x="390609" y="1386662"/>
                </a:lnTo>
                <a:lnTo>
                  <a:pt x="380844" y="1386662"/>
                </a:lnTo>
                <a:lnTo>
                  <a:pt x="371079" y="1386662"/>
                </a:lnTo>
                <a:lnTo>
                  <a:pt x="371079" y="1376897"/>
                </a:lnTo>
                <a:lnTo>
                  <a:pt x="361313" y="1376897"/>
                </a:lnTo>
                <a:lnTo>
                  <a:pt x="351548" y="1376897"/>
                </a:lnTo>
                <a:lnTo>
                  <a:pt x="341783" y="1376897"/>
                </a:lnTo>
                <a:lnTo>
                  <a:pt x="341783" y="1386662"/>
                </a:lnTo>
                <a:lnTo>
                  <a:pt x="332018" y="1386662"/>
                </a:lnTo>
                <a:lnTo>
                  <a:pt x="322253" y="1386662"/>
                </a:lnTo>
                <a:lnTo>
                  <a:pt x="312487" y="1386662"/>
                </a:lnTo>
                <a:lnTo>
                  <a:pt x="302722" y="1386662"/>
                </a:lnTo>
                <a:lnTo>
                  <a:pt x="292957" y="1386662"/>
                </a:lnTo>
                <a:lnTo>
                  <a:pt x="283192" y="1386662"/>
                </a:lnTo>
                <a:lnTo>
                  <a:pt x="273426" y="1386662"/>
                </a:lnTo>
                <a:lnTo>
                  <a:pt x="263661" y="1386662"/>
                </a:lnTo>
                <a:lnTo>
                  <a:pt x="253896" y="1386662"/>
                </a:lnTo>
                <a:lnTo>
                  <a:pt x="253896" y="1376897"/>
                </a:lnTo>
                <a:lnTo>
                  <a:pt x="244131" y="1376897"/>
                </a:lnTo>
                <a:lnTo>
                  <a:pt x="234365" y="1376897"/>
                </a:lnTo>
                <a:lnTo>
                  <a:pt x="234365" y="1367132"/>
                </a:lnTo>
                <a:lnTo>
                  <a:pt x="234365" y="1357367"/>
                </a:lnTo>
                <a:lnTo>
                  <a:pt x="234365" y="1347602"/>
                </a:lnTo>
                <a:lnTo>
                  <a:pt x="234365" y="1337836"/>
                </a:lnTo>
                <a:lnTo>
                  <a:pt x="234365" y="1328071"/>
                </a:lnTo>
                <a:lnTo>
                  <a:pt x="224600" y="1328071"/>
                </a:lnTo>
                <a:lnTo>
                  <a:pt x="224600" y="1318306"/>
                </a:lnTo>
                <a:lnTo>
                  <a:pt x="214835" y="1318306"/>
                </a:lnTo>
                <a:lnTo>
                  <a:pt x="214835" y="1308541"/>
                </a:lnTo>
                <a:lnTo>
                  <a:pt x="205070" y="1308541"/>
                </a:lnTo>
                <a:lnTo>
                  <a:pt x="195305" y="1308541"/>
                </a:lnTo>
                <a:lnTo>
                  <a:pt x="195305" y="1298775"/>
                </a:lnTo>
                <a:lnTo>
                  <a:pt x="185539" y="1298775"/>
                </a:lnTo>
                <a:lnTo>
                  <a:pt x="185539" y="1289010"/>
                </a:lnTo>
                <a:lnTo>
                  <a:pt x="175774" y="1289010"/>
                </a:lnTo>
                <a:lnTo>
                  <a:pt x="175774" y="1279245"/>
                </a:lnTo>
                <a:lnTo>
                  <a:pt x="175774" y="1269480"/>
                </a:lnTo>
                <a:lnTo>
                  <a:pt x="166009" y="1269480"/>
                </a:lnTo>
                <a:lnTo>
                  <a:pt x="166009" y="1259714"/>
                </a:lnTo>
                <a:lnTo>
                  <a:pt x="156244" y="1259714"/>
                </a:lnTo>
                <a:lnTo>
                  <a:pt x="156244" y="1249949"/>
                </a:lnTo>
                <a:lnTo>
                  <a:pt x="156244" y="1240184"/>
                </a:lnTo>
                <a:lnTo>
                  <a:pt x="156244" y="1230419"/>
                </a:lnTo>
                <a:lnTo>
                  <a:pt x="146478" y="1230419"/>
                </a:lnTo>
                <a:lnTo>
                  <a:pt x="146478" y="1220654"/>
                </a:lnTo>
                <a:close/>
                <a:moveTo>
                  <a:pt x="527322" y="1279245"/>
                </a:moveTo>
                <a:lnTo>
                  <a:pt x="537088" y="1279245"/>
                </a:lnTo>
                <a:lnTo>
                  <a:pt x="537088" y="1269480"/>
                </a:lnTo>
                <a:lnTo>
                  <a:pt x="537088" y="1259714"/>
                </a:lnTo>
                <a:lnTo>
                  <a:pt x="527322" y="1259714"/>
                </a:lnTo>
                <a:lnTo>
                  <a:pt x="517557" y="1259714"/>
                </a:lnTo>
                <a:lnTo>
                  <a:pt x="517557" y="1269480"/>
                </a:lnTo>
                <a:lnTo>
                  <a:pt x="517557" y="1279245"/>
                </a:lnTo>
                <a:lnTo>
                  <a:pt x="517557" y="1289010"/>
                </a:lnTo>
                <a:lnTo>
                  <a:pt x="527322" y="1289010"/>
                </a:lnTo>
                <a:close/>
                <a:moveTo>
                  <a:pt x="390609" y="1357367"/>
                </a:moveTo>
                <a:lnTo>
                  <a:pt x="380844" y="1357367"/>
                </a:lnTo>
                <a:lnTo>
                  <a:pt x="380844" y="1367132"/>
                </a:lnTo>
                <a:lnTo>
                  <a:pt x="380844" y="1376897"/>
                </a:lnTo>
                <a:lnTo>
                  <a:pt x="390609" y="1376897"/>
                </a:lnTo>
                <a:lnTo>
                  <a:pt x="390609" y="1367132"/>
                </a:lnTo>
                <a:close/>
                <a:moveTo>
                  <a:pt x="527322" y="1210888"/>
                </a:moveTo>
                <a:lnTo>
                  <a:pt x="537088" y="1210888"/>
                </a:lnTo>
                <a:lnTo>
                  <a:pt x="537088" y="1201123"/>
                </a:lnTo>
                <a:lnTo>
                  <a:pt x="537088" y="1191358"/>
                </a:lnTo>
                <a:lnTo>
                  <a:pt x="546853" y="1191358"/>
                </a:lnTo>
                <a:lnTo>
                  <a:pt x="546853" y="1181593"/>
                </a:lnTo>
                <a:lnTo>
                  <a:pt x="546853" y="1171827"/>
                </a:lnTo>
                <a:lnTo>
                  <a:pt x="546853" y="1162062"/>
                </a:lnTo>
                <a:lnTo>
                  <a:pt x="546853" y="1152297"/>
                </a:lnTo>
                <a:lnTo>
                  <a:pt x="537088" y="1152297"/>
                </a:lnTo>
                <a:lnTo>
                  <a:pt x="537088" y="1142532"/>
                </a:lnTo>
                <a:lnTo>
                  <a:pt x="537088" y="1132767"/>
                </a:lnTo>
                <a:lnTo>
                  <a:pt x="527322" y="1132767"/>
                </a:lnTo>
                <a:lnTo>
                  <a:pt x="527322" y="1142532"/>
                </a:lnTo>
                <a:lnTo>
                  <a:pt x="527322" y="1152297"/>
                </a:lnTo>
                <a:lnTo>
                  <a:pt x="527322" y="1162062"/>
                </a:lnTo>
                <a:lnTo>
                  <a:pt x="517557" y="1162062"/>
                </a:lnTo>
                <a:lnTo>
                  <a:pt x="517557" y="1152297"/>
                </a:lnTo>
                <a:lnTo>
                  <a:pt x="507792" y="1152297"/>
                </a:lnTo>
                <a:lnTo>
                  <a:pt x="507792" y="1142532"/>
                </a:lnTo>
                <a:lnTo>
                  <a:pt x="498027" y="1142532"/>
                </a:lnTo>
                <a:lnTo>
                  <a:pt x="498027" y="1132767"/>
                </a:lnTo>
                <a:lnTo>
                  <a:pt x="498027" y="1123001"/>
                </a:lnTo>
                <a:lnTo>
                  <a:pt x="498027" y="1113236"/>
                </a:lnTo>
                <a:lnTo>
                  <a:pt x="488261" y="1113236"/>
                </a:lnTo>
                <a:lnTo>
                  <a:pt x="488261" y="1123001"/>
                </a:lnTo>
                <a:lnTo>
                  <a:pt x="478496" y="1123001"/>
                </a:lnTo>
                <a:lnTo>
                  <a:pt x="468731" y="1123001"/>
                </a:lnTo>
                <a:lnTo>
                  <a:pt x="468731" y="1132767"/>
                </a:lnTo>
                <a:lnTo>
                  <a:pt x="458966" y="1132767"/>
                </a:lnTo>
                <a:lnTo>
                  <a:pt x="449201" y="1132767"/>
                </a:lnTo>
                <a:lnTo>
                  <a:pt x="449201" y="1123001"/>
                </a:lnTo>
                <a:lnTo>
                  <a:pt x="439435" y="1123001"/>
                </a:lnTo>
                <a:lnTo>
                  <a:pt x="439435" y="1132767"/>
                </a:lnTo>
                <a:lnTo>
                  <a:pt x="429670" y="1132767"/>
                </a:lnTo>
                <a:lnTo>
                  <a:pt x="419905" y="1132767"/>
                </a:lnTo>
                <a:lnTo>
                  <a:pt x="410140" y="1132767"/>
                </a:lnTo>
                <a:lnTo>
                  <a:pt x="410140" y="1142532"/>
                </a:lnTo>
                <a:lnTo>
                  <a:pt x="400374" y="1142532"/>
                </a:lnTo>
                <a:lnTo>
                  <a:pt x="400374" y="1152297"/>
                </a:lnTo>
                <a:lnTo>
                  <a:pt x="390609" y="1152297"/>
                </a:lnTo>
                <a:lnTo>
                  <a:pt x="390609" y="1162062"/>
                </a:lnTo>
                <a:lnTo>
                  <a:pt x="390609" y="1171827"/>
                </a:lnTo>
                <a:lnTo>
                  <a:pt x="390609" y="1181593"/>
                </a:lnTo>
                <a:lnTo>
                  <a:pt x="380844" y="1181593"/>
                </a:lnTo>
                <a:lnTo>
                  <a:pt x="380844" y="1191358"/>
                </a:lnTo>
                <a:lnTo>
                  <a:pt x="371079" y="1191358"/>
                </a:lnTo>
                <a:lnTo>
                  <a:pt x="371079" y="1201123"/>
                </a:lnTo>
                <a:lnTo>
                  <a:pt x="371079" y="1210888"/>
                </a:lnTo>
                <a:lnTo>
                  <a:pt x="361313" y="1210888"/>
                </a:lnTo>
                <a:lnTo>
                  <a:pt x="361313" y="1220654"/>
                </a:lnTo>
                <a:lnTo>
                  <a:pt x="361313" y="1230419"/>
                </a:lnTo>
                <a:lnTo>
                  <a:pt x="361313" y="1240184"/>
                </a:lnTo>
                <a:lnTo>
                  <a:pt x="371079" y="1240184"/>
                </a:lnTo>
                <a:lnTo>
                  <a:pt x="371079" y="1249949"/>
                </a:lnTo>
                <a:lnTo>
                  <a:pt x="371079" y="1259714"/>
                </a:lnTo>
                <a:lnTo>
                  <a:pt x="380844" y="1259714"/>
                </a:lnTo>
                <a:lnTo>
                  <a:pt x="390609" y="1259714"/>
                </a:lnTo>
                <a:lnTo>
                  <a:pt x="400374" y="1259714"/>
                </a:lnTo>
                <a:lnTo>
                  <a:pt x="410140" y="1259714"/>
                </a:lnTo>
                <a:lnTo>
                  <a:pt x="419905" y="1259714"/>
                </a:lnTo>
                <a:lnTo>
                  <a:pt x="419905" y="1249949"/>
                </a:lnTo>
                <a:lnTo>
                  <a:pt x="429670" y="1249949"/>
                </a:lnTo>
                <a:lnTo>
                  <a:pt x="439435" y="1249949"/>
                </a:lnTo>
                <a:lnTo>
                  <a:pt x="439435" y="1259714"/>
                </a:lnTo>
                <a:lnTo>
                  <a:pt x="449201" y="1259714"/>
                </a:lnTo>
                <a:lnTo>
                  <a:pt x="449201" y="1249949"/>
                </a:lnTo>
                <a:lnTo>
                  <a:pt x="458966" y="1249949"/>
                </a:lnTo>
                <a:lnTo>
                  <a:pt x="458966" y="1240184"/>
                </a:lnTo>
                <a:lnTo>
                  <a:pt x="468731" y="1240184"/>
                </a:lnTo>
                <a:lnTo>
                  <a:pt x="468731" y="1230419"/>
                </a:lnTo>
                <a:lnTo>
                  <a:pt x="478496" y="1230419"/>
                </a:lnTo>
                <a:lnTo>
                  <a:pt x="478496" y="1220654"/>
                </a:lnTo>
                <a:lnTo>
                  <a:pt x="478496" y="1210888"/>
                </a:lnTo>
                <a:lnTo>
                  <a:pt x="488261" y="1210888"/>
                </a:lnTo>
                <a:lnTo>
                  <a:pt x="498027" y="1210888"/>
                </a:lnTo>
                <a:lnTo>
                  <a:pt x="507792" y="1210888"/>
                </a:lnTo>
                <a:lnTo>
                  <a:pt x="517557" y="1210888"/>
                </a:lnTo>
                <a:close/>
                <a:moveTo>
                  <a:pt x="322253" y="1367132"/>
                </a:moveTo>
                <a:lnTo>
                  <a:pt x="312487" y="1367132"/>
                </a:lnTo>
                <a:lnTo>
                  <a:pt x="312487" y="1376897"/>
                </a:lnTo>
                <a:lnTo>
                  <a:pt x="322253" y="1376897"/>
                </a:lnTo>
                <a:close/>
                <a:moveTo>
                  <a:pt x="214835" y="1230419"/>
                </a:moveTo>
                <a:lnTo>
                  <a:pt x="205070" y="1230419"/>
                </a:lnTo>
                <a:lnTo>
                  <a:pt x="195305" y="1230419"/>
                </a:lnTo>
                <a:lnTo>
                  <a:pt x="195305" y="1240184"/>
                </a:lnTo>
                <a:lnTo>
                  <a:pt x="205070" y="1240184"/>
                </a:lnTo>
                <a:lnTo>
                  <a:pt x="214835" y="1240184"/>
                </a:lnTo>
                <a:close/>
                <a:moveTo>
                  <a:pt x="156244" y="1328071"/>
                </a:moveTo>
                <a:lnTo>
                  <a:pt x="156244" y="1318306"/>
                </a:lnTo>
                <a:lnTo>
                  <a:pt x="166009" y="1318306"/>
                </a:lnTo>
                <a:lnTo>
                  <a:pt x="175774" y="1318306"/>
                </a:lnTo>
                <a:lnTo>
                  <a:pt x="175774" y="1328071"/>
                </a:lnTo>
                <a:lnTo>
                  <a:pt x="185539" y="1328071"/>
                </a:lnTo>
                <a:lnTo>
                  <a:pt x="185539" y="1337836"/>
                </a:lnTo>
                <a:lnTo>
                  <a:pt x="175774" y="1337836"/>
                </a:lnTo>
                <a:lnTo>
                  <a:pt x="166009" y="1337836"/>
                </a:lnTo>
                <a:lnTo>
                  <a:pt x="166009" y="1328071"/>
                </a:lnTo>
                <a:close/>
                <a:moveTo>
                  <a:pt x="253896" y="205070"/>
                </a:moveTo>
                <a:lnTo>
                  <a:pt x="244131" y="205070"/>
                </a:lnTo>
                <a:lnTo>
                  <a:pt x="234365" y="205070"/>
                </a:lnTo>
                <a:lnTo>
                  <a:pt x="234365" y="195305"/>
                </a:lnTo>
                <a:lnTo>
                  <a:pt x="244131" y="195305"/>
                </a:lnTo>
                <a:lnTo>
                  <a:pt x="253896" y="195305"/>
                </a:lnTo>
                <a:close/>
                <a:moveTo>
                  <a:pt x="224600" y="263661"/>
                </a:moveTo>
                <a:lnTo>
                  <a:pt x="224600" y="273426"/>
                </a:lnTo>
                <a:lnTo>
                  <a:pt x="214835" y="273426"/>
                </a:lnTo>
                <a:lnTo>
                  <a:pt x="214835" y="263661"/>
                </a:lnTo>
                <a:close/>
                <a:moveTo>
                  <a:pt x="185539" y="517557"/>
                </a:moveTo>
                <a:lnTo>
                  <a:pt x="185539" y="507792"/>
                </a:lnTo>
                <a:lnTo>
                  <a:pt x="185539" y="498027"/>
                </a:lnTo>
                <a:lnTo>
                  <a:pt x="195305" y="498027"/>
                </a:lnTo>
                <a:lnTo>
                  <a:pt x="195305" y="488261"/>
                </a:lnTo>
                <a:lnTo>
                  <a:pt x="205070" y="488261"/>
                </a:lnTo>
                <a:lnTo>
                  <a:pt x="205070" y="498027"/>
                </a:lnTo>
                <a:lnTo>
                  <a:pt x="205070" y="507792"/>
                </a:lnTo>
                <a:lnTo>
                  <a:pt x="205070" y="517557"/>
                </a:lnTo>
                <a:lnTo>
                  <a:pt x="195305" y="517557"/>
                </a:lnTo>
                <a:close/>
                <a:moveTo>
                  <a:pt x="253896" y="576148"/>
                </a:moveTo>
                <a:lnTo>
                  <a:pt x="244131" y="576148"/>
                </a:lnTo>
                <a:lnTo>
                  <a:pt x="234365" y="576148"/>
                </a:lnTo>
                <a:lnTo>
                  <a:pt x="234365" y="566383"/>
                </a:lnTo>
                <a:lnTo>
                  <a:pt x="234365" y="556618"/>
                </a:lnTo>
                <a:lnTo>
                  <a:pt x="244131" y="556618"/>
                </a:lnTo>
                <a:lnTo>
                  <a:pt x="253896" y="556618"/>
                </a:lnTo>
                <a:lnTo>
                  <a:pt x="253896" y="566383"/>
                </a:lnTo>
                <a:close/>
                <a:moveTo>
                  <a:pt x="224600" y="576148"/>
                </a:moveTo>
                <a:lnTo>
                  <a:pt x="224600" y="585914"/>
                </a:lnTo>
                <a:lnTo>
                  <a:pt x="224600" y="595679"/>
                </a:lnTo>
                <a:lnTo>
                  <a:pt x="224600" y="605444"/>
                </a:lnTo>
                <a:lnTo>
                  <a:pt x="214835" y="605444"/>
                </a:lnTo>
                <a:lnTo>
                  <a:pt x="205070" y="605444"/>
                </a:lnTo>
                <a:lnTo>
                  <a:pt x="205070" y="595679"/>
                </a:lnTo>
                <a:lnTo>
                  <a:pt x="205070" y="585914"/>
                </a:lnTo>
                <a:lnTo>
                  <a:pt x="205070" y="576148"/>
                </a:lnTo>
                <a:lnTo>
                  <a:pt x="214835" y="576148"/>
                </a:lnTo>
                <a:close/>
                <a:moveTo>
                  <a:pt x="214835" y="624975"/>
                </a:moveTo>
                <a:lnTo>
                  <a:pt x="224600" y="624975"/>
                </a:lnTo>
                <a:lnTo>
                  <a:pt x="224600" y="615209"/>
                </a:lnTo>
                <a:lnTo>
                  <a:pt x="234365" y="615209"/>
                </a:lnTo>
                <a:lnTo>
                  <a:pt x="234365" y="605444"/>
                </a:lnTo>
                <a:lnTo>
                  <a:pt x="234365" y="595679"/>
                </a:lnTo>
                <a:lnTo>
                  <a:pt x="244131" y="595679"/>
                </a:lnTo>
                <a:lnTo>
                  <a:pt x="244131" y="605444"/>
                </a:lnTo>
                <a:lnTo>
                  <a:pt x="244131" y="615209"/>
                </a:lnTo>
                <a:lnTo>
                  <a:pt x="253896" y="615209"/>
                </a:lnTo>
                <a:lnTo>
                  <a:pt x="253896" y="624975"/>
                </a:lnTo>
                <a:lnTo>
                  <a:pt x="263661" y="624975"/>
                </a:lnTo>
                <a:lnTo>
                  <a:pt x="273426" y="624975"/>
                </a:lnTo>
                <a:lnTo>
                  <a:pt x="273426" y="634740"/>
                </a:lnTo>
                <a:lnTo>
                  <a:pt x="273426" y="644505"/>
                </a:lnTo>
                <a:lnTo>
                  <a:pt x="283192" y="644505"/>
                </a:lnTo>
                <a:lnTo>
                  <a:pt x="292957" y="644505"/>
                </a:lnTo>
                <a:lnTo>
                  <a:pt x="292957" y="654270"/>
                </a:lnTo>
                <a:lnTo>
                  <a:pt x="292957" y="664036"/>
                </a:lnTo>
                <a:lnTo>
                  <a:pt x="292957" y="673801"/>
                </a:lnTo>
                <a:lnTo>
                  <a:pt x="292957" y="683566"/>
                </a:lnTo>
                <a:lnTo>
                  <a:pt x="292957" y="693331"/>
                </a:lnTo>
                <a:lnTo>
                  <a:pt x="283192" y="693331"/>
                </a:lnTo>
                <a:lnTo>
                  <a:pt x="273426" y="693331"/>
                </a:lnTo>
                <a:lnTo>
                  <a:pt x="273426" y="703096"/>
                </a:lnTo>
                <a:lnTo>
                  <a:pt x="263661" y="703096"/>
                </a:lnTo>
                <a:lnTo>
                  <a:pt x="253896" y="703096"/>
                </a:lnTo>
                <a:lnTo>
                  <a:pt x="253896" y="693331"/>
                </a:lnTo>
                <a:lnTo>
                  <a:pt x="263661" y="693331"/>
                </a:lnTo>
                <a:lnTo>
                  <a:pt x="263661" y="683566"/>
                </a:lnTo>
                <a:lnTo>
                  <a:pt x="253896" y="683566"/>
                </a:lnTo>
                <a:lnTo>
                  <a:pt x="253896" y="673801"/>
                </a:lnTo>
                <a:lnTo>
                  <a:pt x="244131" y="673801"/>
                </a:lnTo>
                <a:lnTo>
                  <a:pt x="244131" y="664036"/>
                </a:lnTo>
                <a:lnTo>
                  <a:pt x="234365" y="664036"/>
                </a:lnTo>
                <a:lnTo>
                  <a:pt x="234365" y="654270"/>
                </a:lnTo>
                <a:lnTo>
                  <a:pt x="224600" y="654270"/>
                </a:lnTo>
                <a:lnTo>
                  <a:pt x="224600" y="644505"/>
                </a:lnTo>
                <a:lnTo>
                  <a:pt x="224600" y="634740"/>
                </a:lnTo>
                <a:lnTo>
                  <a:pt x="214835" y="634740"/>
                </a:lnTo>
                <a:lnTo>
                  <a:pt x="205070" y="634740"/>
                </a:lnTo>
                <a:lnTo>
                  <a:pt x="195305" y="634740"/>
                </a:lnTo>
                <a:lnTo>
                  <a:pt x="185539" y="634740"/>
                </a:lnTo>
                <a:lnTo>
                  <a:pt x="185539" y="624975"/>
                </a:lnTo>
                <a:lnTo>
                  <a:pt x="195305" y="624975"/>
                </a:lnTo>
                <a:lnTo>
                  <a:pt x="205070" y="624975"/>
                </a:lnTo>
                <a:close/>
                <a:moveTo>
                  <a:pt x="214835" y="703096"/>
                </a:moveTo>
                <a:lnTo>
                  <a:pt x="214835" y="693331"/>
                </a:lnTo>
                <a:lnTo>
                  <a:pt x="224600" y="693331"/>
                </a:lnTo>
                <a:lnTo>
                  <a:pt x="234365" y="693331"/>
                </a:lnTo>
                <a:lnTo>
                  <a:pt x="244131" y="693331"/>
                </a:lnTo>
                <a:lnTo>
                  <a:pt x="244131" y="703096"/>
                </a:lnTo>
                <a:lnTo>
                  <a:pt x="234365" y="703096"/>
                </a:lnTo>
                <a:lnTo>
                  <a:pt x="224600" y="703096"/>
                </a:lnTo>
                <a:close/>
                <a:moveTo>
                  <a:pt x="224600" y="1123001"/>
                </a:moveTo>
                <a:lnTo>
                  <a:pt x="234365" y="1123001"/>
                </a:lnTo>
                <a:lnTo>
                  <a:pt x="244131" y="1123001"/>
                </a:lnTo>
                <a:lnTo>
                  <a:pt x="244131" y="1132767"/>
                </a:lnTo>
                <a:lnTo>
                  <a:pt x="234365" y="1132767"/>
                </a:lnTo>
                <a:lnTo>
                  <a:pt x="224600" y="1132767"/>
                </a:lnTo>
                <a:close/>
                <a:moveTo>
                  <a:pt x="214835" y="1386662"/>
                </a:moveTo>
                <a:lnTo>
                  <a:pt x="224600" y="1386662"/>
                </a:lnTo>
                <a:lnTo>
                  <a:pt x="224600" y="1396428"/>
                </a:lnTo>
                <a:lnTo>
                  <a:pt x="234365" y="1396428"/>
                </a:lnTo>
                <a:lnTo>
                  <a:pt x="234365" y="1406193"/>
                </a:lnTo>
                <a:lnTo>
                  <a:pt x="224600" y="1406193"/>
                </a:lnTo>
                <a:lnTo>
                  <a:pt x="214835" y="1406193"/>
                </a:lnTo>
                <a:lnTo>
                  <a:pt x="214835" y="1396428"/>
                </a:lnTo>
                <a:lnTo>
                  <a:pt x="205070" y="1396428"/>
                </a:lnTo>
                <a:lnTo>
                  <a:pt x="205070" y="1386662"/>
                </a:lnTo>
                <a:lnTo>
                  <a:pt x="205070" y="1376897"/>
                </a:lnTo>
                <a:lnTo>
                  <a:pt x="214835" y="1376897"/>
                </a:lnTo>
                <a:close/>
                <a:moveTo>
                  <a:pt x="292957" y="48826"/>
                </a:moveTo>
                <a:lnTo>
                  <a:pt x="292957" y="39061"/>
                </a:lnTo>
                <a:lnTo>
                  <a:pt x="302722" y="39061"/>
                </a:lnTo>
                <a:lnTo>
                  <a:pt x="302722" y="48826"/>
                </a:lnTo>
                <a:close/>
                <a:moveTo>
                  <a:pt x="283192" y="48826"/>
                </a:moveTo>
                <a:lnTo>
                  <a:pt x="292957" y="48826"/>
                </a:lnTo>
                <a:lnTo>
                  <a:pt x="292957" y="58591"/>
                </a:lnTo>
                <a:lnTo>
                  <a:pt x="292957" y="68357"/>
                </a:lnTo>
                <a:lnTo>
                  <a:pt x="292957" y="78122"/>
                </a:lnTo>
                <a:lnTo>
                  <a:pt x="283192" y="78122"/>
                </a:lnTo>
                <a:lnTo>
                  <a:pt x="283192" y="68357"/>
                </a:lnTo>
                <a:lnTo>
                  <a:pt x="283192" y="58591"/>
                </a:lnTo>
                <a:close/>
                <a:moveTo>
                  <a:pt x="292957" y="97652"/>
                </a:moveTo>
                <a:lnTo>
                  <a:pt x="292957" y="107418"/>
                </a:lnTo>
                <a:lnTo>
                  <a:pt x="283192" y="107418"/>
                </a:lnTo>
                <a:lnTo>
                  <a:pt x="283192" y="97652"/>
                </a:lnTo>
                <a:lnTo>
                  <a:pt x="283192" y="87887"/>
                </a:lnTo>
                <a:lnTo>
                  <a:pt x="292957" y="87887"/>
                </a:lnTo>
                <a:close/>
                <a:moveTo>
                  <a:pt x="283192" y="156244"/>
                </a:moveTo>
                <a:lnTo>
                  <a:pt x="292957" y="156244"/>
                </a:lnTo>
                <a:lnTo>
                  <a:pt x="292957" y="166009"/>
                </a:lnTo>
                <a:lnTo>
                  <a:pt x="283192" y="166009"/>
                </a:lnTo>
                <a:close/>
                <a:moveTo>
                  <a:pt x="283192" y="166009"/>
                </a:moveTo>
                <a:lnTo>
                  <a:pt x="283192" y="175774"/>
                </a:lnTo>
                <a:lnTo>
                  <a:pt x="273426" y="175774"/>
                </a:lnTo>
                <a:lnTo>
                  <a:pt x="273426" y="166009"/>
                </a:lnTo>
                <a:close/>
                <a:moveTo>
                  <a:pt x="302722" y="224600"/>
                </a:moveTo>
                <a:lnTo>
                  <a:pt x="302722" y="234365"/>
                </a:lnTo>
                <a:lnTo>
                  <a:pt x="292957" y="234365"/>
                </a:lnTo>
                <a:lnTo>
                  <a:pt x="292957" y="224600"/>
                </a:lnTo>
                <a:close/>
                <a:moveTo>
                  <a:pt x="292957" y="351548"/>
                </a:moveTo>
                <a:lnTo>
                  <a:pt x="292957" y="361313"/>
                </a:lnTo>
                <a:lnTo>
                  <a:pt x="292957" y="371079"/>
                </a:lnTo>
                <a:lnTo>
                  <a:pt x="283192" y="371079"/>
                </a:lnTo>
                <a:lnTo>
                  <a:pt x="283192" y="361313"/>
                </a:lnTo>
                <a:lnTo>
                  <a:pt x="283192" y="351548"/>
                </a:lnTo>
                <a:close/>
                <a:moveTo>
                  <a:pt x="302722" y="410140"/>
                </a:moveTo>
                <a:lnTo>
                  <a:pt x="302722" y="400374"/>
                </a:lnTo>
                <a:lnTo>
                  <a:pt x="292957" y="400374"/>
                </a:lnTo>
                <a:lnTo>
                  <a:pt x="292957" y="390609"/>
                </a:lnTo>
                <a:lnTo>
                  <a:pt x="302722" y="390609"/>
                </a:lnTo>
                <a:lnTo>
                  <a:pt x="302722" y="380844"/>
                </a:lnTo>
                <a:lnTo>
                  <a:pt x="312487" y="380844"/>
                </a:lnTo>
                <a:lnTo>
                  <a:pt x="322253" y="380844"/>
                </a:lnTo>
                <a:lnTo>
                  <a:pt x="332018" y="380844"/>
                </a:lnTo>
                <a:lnTo>
                  <a:pt x="332018" y="390609"/>
                </a:lnTo>
                <a:lnTo>
                  <a:pt x="341783" y="390609"/>
                </a:lnTo>
                <a:lnTo>
                  <a:pt x="341783" y="400374"/>
                </a:lnTo>
                <a:lnTo>
                  <a:pt x="341783" y="410140"/>
                </a:lnTo>
                <a:lnTo>
                  <a:pt x="332018" y="410140"/>
                </a:lnTo>
                <a:lnTo>
                  <a:pt x="332018" y="419905"/>
                </a:lnTo>
                <a:lnTo>
                  <a:pt x="322253" y="419905"/>
                </a:lnTo>
                <a:lnTo>
                  <a:pt x="312487" y="419905"/>
                </a:lnTo>
                <a:lnTo>
                  <a:pt x="312487" y="410140"/>
                </a:lnTo>
                <a:close/>
                <a:moveTo>
                  <a:pt x="292957" y="585914"/>
                </a:moveTo>
                <a:lnTo>
                  <a:pt x="292957" y="576148"/>
                </a:lnTo>
                <a:lnTo>
                  <a:pt x="292957" y="566383"/>
                </a:lnTo>
                <a:lnTo>
                  <a:pt x="292957" y="556618"/>
                </a:lnTo>
                <a:lnTo>
                  <a:pt x="302722" y="556618"/>
                </a:lnTo>
                <a:lnTo>
                  <a:pt x="312487" y="556618"/>
                </a:lnTo>
                <a:lnTo>
                  <a:pt x="312487" y="566383"/>
                </a:lnTo>
                <a:lnTo>
                  <a:pt x="312487" y="576148"/>
                </a:lnTo>
                <a:lnTo>
                  <a:pt x="312487" y="585914"/>
                </a:lnTo>
                <a:lnTo>
                  <a:pt x="302722" y="585914"/>
                </a:lnTo>
                <a:close/>
                <a:moveTo>
                  <a:pt x="273426" y="585914"/>
                </a:moveTo>
                <a:lnTo>
                  <a:pt x="273426" y="595679"/>
                </a:lnTo>
                <a:lnTo>
                  <a:pt x="263661" y="595679"/>
                </a:lnTo>
                <a:lnTo>
                  <a:pt x="263661" y="585914"/>
                </a:lnTo>
                <a:close/>
                <a:moveTo>
                  <a:pt x="292957" y="771453"/>
                </a:moveTo>
                <a:lnTo>
                  <a:pt x="292957" y="781218"/>
                </a:lnTo>
                <a:lnTo>
                  <a:pt x="283192" y="781218"/>
                </a:lnTo>
                <a:lnTo>
                  <a:pt x="283192" y="771453"/>
                </a:lnTo>
                <a:lnTo>
                  <a:pt x="283192" y="761688"/>
                </a:lnTo>
                <a:lnTo>
                  <a:pt x="292957" y="761688"/>
                </a:lnTo>
                <a:close/>
                <a:moveTo>
                  <a:pt x="253896" y="800749"/>
                </a:moveTo>
                <a:lnTo>
                  <a:pt x="253896" y="810514"/>
                </a:lnTo>
                <a:lnTo>
                  <a:pt x="244131" y="810514"/>
                </a:lnTo>
                <a:lnTo>
                  <a:pt x="244131" y="800749"/>
                </a:lnTo>
                <a:close/>
                <a:moveTo>
                  <a:pt x="312487" y="956992"/>
                </a:moveTo>
                <a:lnTo>
                  <a:pt x="302722" y="956992"/>
                </a:lnTo>
                <a:lnTo>
                  <a:pt x="292957" y="956992"/>
                </a:lnTo>
                <a:lnTo>
                  <a:pt x="283192" y="956992"/>
                </a:lnTo>
                <a:lnTo>
                  <a:pt x="283192" y="947227"/>
                </a:lnTo>
                <a:lnTo>
                  <a:pt x="283192" y="937462"/>
                </a:lnTo>
                <a:lnTo>
                  <a:pt x="283192" y="927697"/>
                </a:lnTo>
                <a:lnTo>
                  <a:pt x="292957" y="927697"/>
                </a:lnTo>
                <a:lnTo>
                  <a:pt x="302722" y="927697"/>
                </a:lnTo>
                <a:lnTo>
                  <a:pt x="312487" y="927697"/>
                </a:lnTo>
                <a:lnTo>
                  <a:pt x="312487" y="937462"/>
                </a:lnTo>
                <a:lnTo>
                  <a:pt x="322253" y="937462"/>
                </a:lnTo>
                <a:lnTo>
                  <a:pt x="332018" y="937462"/>
                </a:lnTo>
                <a:lnTo>
                  <a:pt x="341783" y="937462"/>
                </a:lnTo>
                <a:lnTo>
                  <a:pt x="341783" y="947227"/>
                </a:lnTo>
                <a:lnTo>
                  <a:pt x="341783" y="956992"/>
                </a:lnTo>
                <a:lnTo>
                  <a:pt x="332018" y="956992"/>
                </a:lnTo>
                <a:lnTo>
                  <a:pt x="332018" y="966758"/>
                </a:lnTo>
                <a:lnTo>
                  <a:pt x="322253" y="966758"/>
                </a:lnTo>
                <a:lnTo>
                  <a:pt x="312487" y="966758"/>
                </a:lnTo>
                <a:close/>
                <a:moveTo>
                  <a:pt x="273426" y="1054645"/>
                </a:moveTo>
                <a:lnTo>
                  <a:pt x="273426" y="1064410"/>
                </a:lnTo>
                <a:lnTo>
                  <a:pt x="263661" y="1064410"/>
                </a:lnTo>
                <a:lnTo>
                  <a:pt x="263661" y="1054645"/>
                </a:lnTo>
                <a:close/>
                <a:moveTo>
                  <a:pt x="292957" y="1064410"/>
                </a:moveTo>
                <a:lnTo>
                  <a:pt x="292957" y="1074175"/>
                </a:lnTo>
                <a:lnTo>
                  <a:pt x="292957" y="1083940"/>
                </a:lnTo>
                <a:lnTo>
                  <a:pt x="283192" y="1083940"/>
                </a:lnTo>
                <a:lnTo>
                  <a:pt x="283192" y="1074175"/>
                </a:lnTo>
                <a:lnTo>
                  <a:pt x="283192" y="1064410"/>
                </a:lnTo>
                <a:close/>
                <a:moveTo>
                  <a:pt x="312487" y="126948"/>
                </a:moveTo>
                <a:lnTo>
                  <a:pt x="312487" y="136713"/>
                </a:lnTo>
                <a:lnTo>
                  <a:pt x="302722" y="136713"/>
                </a:lnTo>
                <a:lnTo>
                  <a:pt x="302722" y="126948"/>
                </a:lnTo>
                <a:close/>
                <a:moveTo>
                  <a:pt x="361313" y="175774"/>
                </a:moveTo>
                <a:lnTo>
                  <a:pt x="361313" y="185539"/>
                </a:lnTo>
                <a:lnTo>
                  <a:pt x="351548" y="185539"/>
                </a:lnTo>
                <a:lnTo>
                  <a:pt x="351548" y="175774"/>
                </a:lnTo>
                <a:close/>
                <a:moveTo>
                  <a:pt x="351548" y="244131"/>
                </a:moveTo>
                <a:lnTo>
                  <a:pt x="351548" y="234365"/>
                </a:lnTo>
                <a:lnTo>
                  <a:pt x="351548" y="224600"/>
                </a:lnTo>
                <a:lnTo>
                  <a:pt x="351548" y="214835"/>
                </a:lnTo>
                <a:lnTo>
                  <a:pt x="361313" y="214835"/>
                </a:lnTo>
                <a:lnTo>
                  <a:pt x="361313" y="205070"/>
                </a:lnTo>
                <a:lnTo>
                  <a:pt x="371079" y="205070"/>
                </a:lnTo>
                <a:lnTo>
                  <a:pt x="371079" y="195305"/>
                </a:lnTo>
                <a:lnTo>
                  <a:pt x="380844" y="195305"/>
                </a:lnTo>
                <a:lnTo>
                  <a:pt x="390609" y="195305"/>
                </a:lnTo>
                <a:lnTo>
                  <a:pt x="390609" y="185539"/>
                </a:lnTo>
                <a:lnTo>
                  <a:pt x="400374" y="185539"/>
                </a:lnTo>
                <a:lnTo>
                  <a:pt x="400374" y="175774"/>
                </a:lnTo>
                <a:lnTo>
                  <a:pt x="410140" y="175774"/>
                </a:lnTo>
                <a:lnTo>
                  <a:pt x="419905" y="175774"/>
                </a:lnTo>
                <a:lnTo>
                  <a:pt x="419905" y="166009"/>
                </a:lnTo>
                <a:lnTo>
                  <a:pt x="429670" y="166009"/>
                </a:lnTo>
                <a:lnTo>
                  <a:pt x="429670" y="156244"/>
                </a:lnTo>
                <a:lnTo>
                  <a:pt x="439435" y="156244"/>
                </a:lnTo>
                <a:lnTo>
                  <a:pt x="439435" y="166009"/>
                </a:lnTo>
                <a:lnTo>
                  <a:pt x="449201" y="166009"/>
                </a:lnTo>
                <a:lnTo>
                  <a:pt x="449201" y="175774"/>
                </a:lnTo>
                <a:lnTo>
                  <a:pt x="449201" y="185539"/>
                </a:lnTo>
                <a:lnTo>
                  <a:pt x="449201" y="195305"/>
                </a:lnTo>
                <a:lnTo>
                  <a:pt x="458966" y="195305"/>
                </a:lnTo>
                <a:lnTo>
                  <a:pt x="468731" y="195305"/>
                </a:lnTo>
                <a:lnTo>
                  <a:pt x="468731" y="205070"/>
                </a:lnTo>
                <a:lnTo>
                  <a:pt x="458966" y="205070"/>
                </a:lnTo>
                <a:lnTo>
                  <a:pt x="458966" y="214835"/>
                </a:lnTo>
                <a:lnTo>
                  <a:pt x="468731" y="214835"/>
                </a:lnTo>
                <a:lnTo>
                  <a:pt x="468731" y="224600"/>
                </a:lnTo>
                <a:lnTo>
                  <a:pt x="468731" y="234365"/>
                </a:lnTo>
                <a:lnTo>
                  <a:pt x="468731" y="244131"/>
                </a:lnTo>
                <a:lnTo>
                  <a:pt x="468731" y="253896"/>
                </a:lnTo>
                <a:lnTo>
                  <a:pt x="478496" y="253896"/>
                </a:lnTo>
                <a:lnTo>
                  <a:pt x="488261" y="253896"/>
                </a:lnTo>
                <a:lnTo>
                  <a:pt x="498027" y="253896"/>
                </a:lnTo>
                <a:lnTo>
                  <a:pt x="498027" y="263661"/>
                </a:lnTo>
                <a:lnTo>
                  <a:pt x="507792" y="263661"/>
                </a:lnTo>
                <a:lnTo>
                  <a:pt x="507792" y="273426"/>
                </a:lnTo>
                <a:lnTo>
                  <a:pt x="517557" y="273426"/>
                </a:lnTo>
                <a:lnTo>
                  <a:pt x="517557" y="283192"/>
                </a:lnTo>
                <a:lnTo>
                  <a:pt x="517557" y="292957"/>
                </a:lnTo>
                <a:lnTo>
                  <a:pt x="507792" y="292957"/>
                </a:lnTo>
                <a:lnTo>
                  <a:pt x="507792" y="302722"/>
                </a:lnTo>
                <a:lnTo>
                  <a:pt x="498027" y="302722"/>
                </a:lnTo>
                <a:lnTo>
                  <a:pt x="498027" y="292957"/>
                </a:lnTo>
                <a:lnTo>
                  <a:pt x="498027" y="283192"/>
                </a:lnTo>
                <a:lnTo>
                  <a:pt x="488261" y="283192"/>
                </a:lnTo>
                <a:lnTo>
                  <a:pt x="478496" y="283192"/>
                </a:lnTo>
                <a:lnTo>
                  <a:pt x="478496" y="292957"/>
                </a:lnTo>
                <a:lnTo>
                  <a:pt x="468731" y="292957"/>
                </a:lnTo>
                <a:lnTo>
                  <a:pt x="468731" y="283192"/>
                </a:lnTo>
                <a:lnTo>
                  <a:pt x="458966" y="283192"/>
                </a:lnTo>
                <a:lnTo>
                  <a:pt x="449201" y="283192"/>
                </a:lnTo>
                <a:lnTo>
                  <a:pt x="439435" y="283192"/>
                </a:lnTo>
                <a:lnTo>
                  <a:pt x="429670" y="283192"/>
                </a:lnTo>
                <a:lnTo>
                  <a:pt x="429670" y="273426"/>
                </a:lnTo>
                <a:lnTo>
                  <a:pt x="429670" y="263661"/>
                </a:lnTo>
                <a:lnTo>
                  <a:pt x="419905" y="263661"/>
                </a:lnTo>
                <a:lnTo>
                  <a:pt x="410140" y="263661"/>
                </a:lnTo>
                <a:lnTo>
                  <a:pt x="400374" y="263661"/>
                </a:lnTo>
                <a:lnTo>
                  <a:pt x="390609" y="263661"/>
                </a:lnTo>
                <a:lnTo>
                  <a:pt x="390609" y="253896"/>
                </a:lnTo>
                <a:lnTo>
                  <a:pt x="380844" y="253896"/>
                </a:lnTo>
                <a:lnTo>
                  <a:pt x="380844" y="244131"/>
                </a:lnTo>
                <a:lnTo>
                  <a:pt x="380844" y="234365"/>
                </a:lnTo>
                <a:lnTo>
                  <a:pt x="371079" y="234365"/>
                </a:lnTo>
                <a:lnTo>
                  <a:pt x="361313" y="234365"/>
                </a:lnTo>
                <a:lnTo>
                  <a:pt x="361313" y="244131"/>
                </a:lnTo>
                <a:close/>
                <a:moveTo>
                  <a:pt x="400374" y="195305"/>
                </a:moveTo>
                <a:lnTo>
                  <a:pt x="390609" y="195305"/>
                </a:lnTo>
                <a:lnTo>
                  <a:pt x="390609" y="205070"/>
                </a:lnTo>
                <a:lnTo>
                  <a:pt x="390609" y="214835"/>
                </a:lnTo>
                <a:lnTo>
                  <a:pt x="390609" y="224600"/>
                </a:lnTo>
                <a:lnTo>
                  <a:pt x="400374" y="224600"/>
                </a:lnTo>
                <a:lnTo>
                  <a:pt x="410140" y="224600"/>
                </a:lnTo>
                <a:lnTo>
                  <a:pt x="410140" y="214835"/>
                </a:lnTo>
                <a:lnTo>
                  <a:pt x="410140" y="205070"/>
                </a:lnTo>
                <a:lnTo>
                  <a:pt x="419905" y="205070"/>
                </a:lnTo>
                <a:lnTo>
                  <a:pt x="429670" y="205070"/>
                </a:lnTo>
                <a:lnTo>
                  <a:pt x="429670" y="195305"/>
                </a:lnTo>
                <a:lnTo>
                  <a:pt x="419905" y="195305"/>
                </a:lnTo>
                <a:lnTo>
                  <a:pt x="410140" y="195305"/>
                </a:lnTo>
                <a:close/>
                <a:moveTo>
                  <a:pt x="419905" y="224600"/>
                </a:moveTo>
                <a:lnTo>
                  <a:pt x="410140" y="224600"/>
                </a:lnTo>
                <a:lnTo>
                  <a:pt x="410140" y="234365"/>
                </a:lnTo>
                <a:lnTo>
                  <a:pt x="419905" y="234365"/>
                </a:lnTo>
                <a:close/>
                <a:moveTo>
                  <a:pt x="380844" y="214835"/>
                </a:moveTo>
                <a:lnTo>
                  <a:pt x="371079" y="214835"/>
                </a:lnTo>
                <a:lnTo>
                  <a:pt x="371079" y="224600"/>
                </a:lnTo>
                <a:lnTo>
                  <a:pt x="380844" y="224600"/>
                </a:lnTo>
                <a:close/>
                <a:moveTo>
                  <a:pt x="332018" y="322253"/>
                </a:moveTo>
                <a:lnTo>
                  <a:pt x="332018" y="312487"/>
                </a:lnTo>
                <a:lnTo>
                  <a:pt x="341783" y="312487"/>
                </a:lnTo>
                <a:lnTo>
                  <a:pt x="351548" y="312487"/>
                </a:lnTo>
                <a:lnTo>
                  <a:pt x="351548" y="322253"/>
                </a:lnTo>
                <a:lnTo>
                  <a:pt x="361313" y="322253"/>
                </a:lnTo>
                <a:lnTo>
                  <a:pt x="361313" y="332018"/>
                </a:lnTo>
                <a:lnTo>
                  <a:pt x="351548" y="332018"/>
                </a:lnTo>
                <a:lnTo>
                  <a:pt x="341783" y="332018"/>
                </a:lnTo>
                <a:lnTo>
                  <a:pt x="341783" y="322253"/>
                </a:lnTo>
                <a:close/>
                <a:moveTo>
                  <a:pt x="332018" y="361313"/>
                </a:moveTo>
                <a:lnTo>
                  <a:pt x="322253" y="361313"/>
                </a:lnTo>
                <a:lnTo>
                  <a:pt x="322253" y="351548"/>
                </a:lnTo>
                <a:lnTo>
                  <a:pt x="332018" y="351548"/>
                </a:lnTo>
                <a:close/>
                <a:moveTo>
                  <a:pt x="322253" y="498027"/>
                </a:moveTo>
                <a:lnTo>
                  <a:pt x="322253" y="488261"/>
                </a:lnTo>
                <a:lnTo>
                  <a:pt x="322253" y="478496"/>
                </a:lnTo>
                <a:lnTo>
                  <a:pt x="332018" y="478496"/>
                </a:lnTo>
                <a:lnTo>
                  <a:pt x="332018" y="468731"/>
                </a:lnTo>
                <a:lnTo>
                  <a:pt x="332018" y="458966"/>
                </a:lnTo>
                <a:lnTo>
                  <a:pt x="341783" y="458966"/>
                </a:lnTo>
                <a:lnTo>
                  <a:pt x="341783" y="449201"/>
                </a:lnTo>
                <a:lnTo>
                  <a:pt x="341783" y="439435"/>
                </a:lnTo>
                <a:lnTo>
                  <a:pt x="341783" y="429670"/>
                </a:lnTo>
                <a:lnTo>
                  <a:pt x="351548" y="429670"/>
                </a:lnTo>
                <a:lnTo>
                  <a:pt x="351548" y="439435"/>
                </a:lnTo>
                <a:lnTo>
                  <a:pt x="351548" y="449201"/>
                </a:lnTo>
                <a:lnTo>
                  <a:pt x="361313" y="449201"/>
                </a:lnTo>
                <a:lnTo>
                  <a:pt x="361313" y="458966"/>
                </a:lnTo>
                <a:lnTo>
                  <a:pt x="361313" y="468731"/>
                </a:lnTo>
                <a:lnTo>
                  <a:pt x="371079" y="468731"/>
                </a:lnTo>
                <a:lnTo>
                  <a:pt x="371079" y="478496"/>
                </a:lnTo>
                <a:lnTo>
                  <a:pt x="380844" y="478496"/>
                </a:lnTo>
                <a:lnTo>
                  <a:pt x="380844" y="488261"/>
                </a:lnTo>
                <a:lnTo>
                  <a:pt x="380844" y="498027"/>
                </a:lnTo>
                <a:lnTo>
                  <a:pt x="390609" y="498027"/>
                </a:lnTo>
                <a:lnTo>
                  <a:pt x="390609" y="507792"/>
                </a:lnTo>
                <a:lnTo>
                  <a:pt x="400374" y="507792"/>
                </a:lnTo>
                <a:lnTo>
                  <a:pt x="400374" y="498027"/>
                </a:lnTo>
                <a:lnTo>
                  <a:pt x="410140" y="498027"/>
                </a:lnTo>
                <a:lnTo>
                  <a:pt x="410140" y="488261"/>
                </a:lnTo>
                <a:lnTo>
                  <a:pt x="419905" y="488261"/>
                </a:lnTo>
                <a:lnTo>
                  <a:pt x="419905" y="498027"/>
                </a:lnTo>
                <a:lnTo>
                  <a:pt x="419905" y="507792"/>
                </a:lnTo>
                <a:lnTo>
                  <a:pt x="419905" y="517557"/>
                </a:lnTo>
                <a:lnTo>
                  <a:pt x="419905" y="527322"/>
                </a:lnTo>
                <a:lnTo>
                  <a:pt x="429670" y="527322"/>
                </a:lnTo>
                <a:lnTo>
                  <a:pt x="429670" y="537088"/>
                </a:lnTo>
                <a:lnTo>
                  <a:pt x="439435" y="537088"/>
                </a:lnTo>
                <a:lnTo>
                  <a:pt x="439435" y="527322"/>
                </a:lnTo>
                <a:lnTo>
                  <a:pt x="449201" y="527322"/>
                </a:lnTo>
                <a:lnTo>
                  <a:pt x="449201" y="517557"/>
                </a:lnTo>
                <a:lnTo>
                  <a:pt x="458966" y="517557"/>
                </a:lnTo>
                <a:lnTo>
                  <a:pt x="458966" y="507792"/>
                </a:lnTo>
                <a:lnTo>
                  <a:pt x="468731" y="507792"/>
                </a:lnTo>
                <a:lnTo>
                  <a:pt x="468731" y="498027"/>
                </a:lnTo>
                <a:lnTo>
                  <a:pt x="478496" y="498027"/>
                </a:lnTo>
                <a:lnTo>
                  <a:pt x="478496" y="488261"/>
                </a:lnTo>
                <a:lnTo>
                  <a:pt x="488261" y="488261"/>
                </a:lnTo>
                <a:lnTo>
                  <a:pt x="498027" y="488261"/>
                </a:lnTo>
                <a:lnTo>
                  <a:pt x="498027" y="498027"/>
                </a:lnTo>
                <a:lnTo>
                  <a:pt x="488261" y="498027"/>
                </a:lnTo>
                <a:lnTo>
                  <a:pt x="488261" y="507792"/>
                </a:lnTo>
                <a:lnTo>
                  <a:pt x="498027" y="507792"/>
                </a:lnTo>
                <a:lnTo>
                  <a:pt x="498027" y="517557"/>
                </a:lnTo>
                <a:lnTo>
                  <a:pt x="488261" y="517557"/>
                </a:lnTo>
                <a:lnTo>
                  <a:pt x="478496" y="517557"/>
                </a:lnTo>
                <a:lnTo>
                  <a:pt x="478496" y="527322"/>
                </a:lnTo>
                <a:lnTo>
                  <a:pt x="478496" y="537088"/>
                </a:lnTo>
                <a:lnTo>
                  <a:pt x="478496" y="546853"/>
                </a:lnTo>
                <a:lnTo>
                  <a:pt x="478496" y="556618"/>
                </a:lnTo>
                <a:lnTo>
                  <a:pt x="488261" y="556618"/>
                </a:lnTo>
                <a:lnTo>
                  <a:pt x="488261" y="566383"/>
                </a:lnTo>
                <a:lnTo>
                  <a:pt x="478496" y="566383"/>
                </a:lnTo>
                <a:lnTo>
                  <a:pt x="478496" y="576148"/>
                </a:lnTo>
                <a:lnTo>
                  <a:pt x="468731" y="576148"/>
                </a:lnTo>
                <a:lnTo>
                  <a:pt x="468731" y="585914"/>
                </a:lnTo>
                <a:lnTo>
                  <a:pt x="458966" y="585914"/>
                </a:lnTo>
                <a:lnTo>
                  <a:pt x="458966" y="595679"/>
                </a:lnTo>
                <a:lnTo>
                  <a:pt x="449201" y="595679"/>
                </a:lnTo>
                <a:lnTo>
                  <a:pt x="449201" y="605444"/>
                </a:lnTo>
                <a:lnTo>
                  <a:pt x="449201" y="615209"/>
                </a:lnTo>
                <a:lnTo>
                  <a:pt x="458966" y="615209"/>
                </a:lnTo>
                <a:lnTo>
                  <a:pt x="458966" y="624975"/>
                </a:lnTo>
                <a:lnTo>
                  <a:pt x="458966" y="634740"/>
                </a:lnTo>
                <a:lnTo>
                  <a:pt x="458966" y="644505"/>
                </a:lnTo>
                <a:lnTo>
                  <a:pt x="468731" y="644505"/>
                </a:lnTo>
                <a:lnTo>
                  <a:pt x="468731" y="654270"/>
                </a:lnTo>
                <a:lnTo>
                  <a:pt x="478496" y="654270"/>
                </a:lnTo>
                <a:lnTo>
                  <a:pt x="488261" y="654270"/>
                </a:lnTo>
                <a:lnTo>
                  <a:pt x="488261" y="664036"/>
                </a:lnTo>
                <a:lnTo>
                  <a:pt x="478496" y="664036"/>
                </a:lnTo>
                <a:lnTo>
                  <a:pt x="468731" y="664036"/>
                </a:lnTo>
                <a:lnTo>
                  <a:pt x="458966" y="664036"/>
                </a:lnTo>
                <a:lnTo>
                  <a:pt x="458966" y="673801"/>
                </a:lnTo>
                <a:lnTo>
                  <a:pt x="449201" y="673801"/>
                </a:lnTo>
                <a:lnTo>
                  <a:pt x="439435" y="673801"/>
                </a:lnTo>
                <a:lnTo>
                  <a:pt x="439435" y="683566"/>
                </a:lnTo>
                <a:lnTo>
                  <a:pt x="439435" y="693331"/>
                </a:lnTo>
                <a:lnTo>
                  <a:pt x="439435" y="703096"/>
                </a:lnTo>
                <a:lnTo>
                  <a:pt x="439435" y="712862"/>
                </a:lnTo>
                <a:lnTo>
                  <a:pt x="429670" y="712862"/>
                </a:lnTo>
                <a:lnTo>
                  <a:pt x="429670" y="722627"/>
                </a:lnTo>
                <a:lnTo>
                  <a:pt x="419905" y="722627"/>
                </a:lnTo>
                <a:lnTo>
                  <a:pt x="410140" y="722627"/>
                </a:lnTo>
                <a:lnTo>
                  <a:pt x="400374" y="722627"/>
                </a:lnTo>
                <a:lnTo>
                  <a:pt x="390609" y="722627"/>
                </a:lnTo>
                <a:lnTo>
                  <a:pt x="380844" y="722627"/>
                </a:lnTo>
                <a:lnTo>
                  <a:pt x="371079" y="722627"/>
                </a:lnTo>
                <a:lnTo>
                  <a:pt x="371079" y="712862"/>
                </a:lnTo>
                <a:lnTo>
                  <a:pt x="361313" y="712862"/>
                </a:lnTo>
                <a:lnTo>
                  <a:pt x="361313" y="703096"/>
                </a:lnTo>
                <a:lnTo>
                  <a:pt x="351548" y="703096"/>
                </a:lnTo>
                <a:lnTo>
                  <a:pt x="351548" y="693331"/>
                </a:lnTo>
                <a:lnTo>
                  <a:pt x="341783" y="693331"/>
                </a:lnTo>
                <a:lnTo>
                  <a:pt x="341783" y="683566"/>
                </a:lnTo>
                <a:lnTo>
                  <a:pt x="341783" y="673801"/>
                </a:lnTo>
                <a:lnTo>
                  <a:pt x="351548" y="673801"/>
                </a:lnTo>
                <a:lnTo>
                  <a:pt x="351548" y="664036"/>
                </a:lnTo>
                <a:lnTo>
                  <a:pt x="361313" y="664036"/>
                </a:lnTo>
                <a:lnTo>
                  <a:pt x="371079" y="664036"/>
                </a:lnTo>
                <a:lnTo>
                  <a:pt x="371079" y="654270"/>
                </a:lnTo>
                <a:lnTo>
                  <a:pt x="371079" y="644505"/>
                </a:lnTo>
                <a:lnTo>
                  <a:pt x="380844" y="644505"/>
                </a:lnTo>
                <a:lnTo>
                  <a:pt x="390609" y="644505"/>
                </a:lnTo>
                <a:lnTo>
                  <a:pt x="400374" y="644505"/>
                </a:lnTo>
                <a:lnTo>
                  <a:pt x="400374" y="634740"/>
                </a:lnTo>
                <a:lnTo>
                  <a:pt x="410140" y="634740"/>
                </a:lnTo>
                <a:lnTo>
                  <a:pt x="410140" y="624975"/>
                </a:lnTo>
                <a:lnTo>
                  <a:pt x="419905" y="624975"/>
                </a:lnTo>
                <a:lnTo>
                  <a:pt x="429670" y="624975"/>
                </a:lnTo>
                <a:lnTo>
                  <a:pt x="429670" y="615209"/>
                </a:lnTo>
                <a:lnTo>
                  <a:pt x="419905" y="615209"/>
                </a:lnTo>
                <a:lnTo>
                  <a:pt x="419905" y="605444"/>
                </a:lnTo>
                <a:lnTo>
                  <a:pt x="429670" y="605444"/>
                </a:lnTo>
                <a:lnTo>
                  <a:pt x="429670" y="595679"/>
                </a:lnTo>
                <a:lnTo>
                  <a:pt x="429670" y="585914"/>
                </a:lnTo>
                <a:lnTo>
                  <a:pt x="419905" y="585914"/>
                </a:lnTo>
                <a:lnTo>
                  <a:pt x="419905" y="576148"/>
                </a:lnTo>
                <a:lnTo>
                  <a:pt x="410140" y="576148"/>
                </a:lnTo>
                <a:lnTo>
                  <a:pt x="410140" y="566383"/>
                </a:lnTo>
                <a:lnTo>
                  <a:pt x="400374" y="566383"/>
                </a:lnTo>
                <a:lnTo>
                  <a:pt x="390609" y="566383"/>
                </a:lnTo>
                <a:lnTo>
                  <a:pt x="380844" y="566383"/>
                </a:lnTo>
                <a:lnTo>
                  <a:pt x="380844" y="556618"/>
                </a:lnTo>
                <a:lnTo>
                  <a:pt x="380844" y="546853"/>
                </a:lnTo>
                <a:lnTo>
                  <a:pt x="371079" y="546853"/>
                </a:lnTo>
                <a:lnTo>
                  <a:pt x="371079" y="537088"/>
                </a:lnTo>
                <a:lnTo>
                  <a:pt x="361313" y="537088"/>
                </a:lnTo>
                <a:lnTo>
                  <a:pt x="361313" y="527322"/>
                </a:lnTo>
                <a:lnTo>
                  <a:pt x="351548" y="527322"/>
                </a:lnTo>
                <a:lnTo>
                  <a:pt x="351548" y="517557"/>
                </a:lnTo>
                <a:lnTo>
                  <a:pt x="341783" y="517557"/>
                </a:lnTo>
                <a:lnTo>
                  <a:pt x="341783" y="507792"/>
                </a:lnTo>
                <a:lnTo>
                  <a:pt x="332018" y="507792"/>
                </a:lnTo>
                <a:lnTo>
                  <a:pt x="322253" y="507792"/>
                </a:lnTo>
                <a:close/>
                <a:moveTo>
                  <a:pt x="380844" y="664036"/>
                </a:moveTo>
                <a:lnTo>
                  <a:pt x="371079" y="664036"/>
                </a:lnTo>
                <a:lnTo>
                  <a:pt x="371079" y="673801"/>
                </a:lnTo>
                <a:lnTo>
                  <a:pt x="380844" y="673801"/>
                </a:lnTo>
                <a:lnTo>
                  <a:pt x="380844" y="683566"/>
                </a:lnTo>
                <a:lnTo>
                  <a:pt x="380844" y="693331"/>
                </a:lnTo>
                <a:lnTo>
                  <a:pt x="390609" y="693331"/>
                </a:lnTo>
                <a:lnTo>
                  <a:pt x="390609" y="683566"/>
                </a:lnTo>
                <a:lnTo>
                  <a:pt x="400374" y="683566"/>
                </a:lnTo>
                <a:lnTo>
                  <a:pt x="400374" y="673801"/>
                </a:lnTo>
                <a:lnTo>
                  <a:pt x="390609" y="673801"/>
                </a:lnTo>
                <a:lnTo>
                  <a:pt x="390609" y="664036"/>
                </a:lnTo>
                <a:close/>
                <a:moveTo>
                  <a:pt x="419905" y="693331"/>
                </a:moveTo>
                <a:lnTo>
                  <a:pt x="429670" y="693331"/>
                </a:lnTo>
                <a:lnTo>
                  <a:pt x="429670" y="683566"/>
                </a:lnTo>
                <a:lnTo>
                  <a:pt x="419905" y="683566"/>
                </a:lnTo>
                <a:lnTo>
                  <a:pt x="410140" y="683566"/>
                </a:lnTo>
                <a:lnTo>
                  <a:pt x="410140" y="693331"/>
                </a:lnTo>
                <a:close/>
                <a:moveTo>
                  <a:pt x="322253" y="527322"/>
                </a:moveTo>
                <a:lnTo>
                  <a:pt x="332018" y="527322"/>
                </a:lnTo>
                <a:lnTo>
                  <a:pt x="332018" y="537088"/>
                </a:lnTo>
                <a:lnTo>
                  <a:pt x="341783" y="537088"/>
                </a:lnTo>
                <a:lnTo>
                  <a:pt x="341783" y="546853"/>
                </a:lnTo>
                <a:lnTo>
                  <a:pt x="341783" y="556618"/>
                </a:lnTo>
                <a:lnTo>
                  <a:pt x="332018" y="556618"/>
                </a:lnTo>
                <a:lnTo>
                  <a:pt x="322253" y="556618"/>
                </a:lnTo>
                <a:lnTo>
                  <a:pt x="322253" y="546853"/>
                </a:lnTo>
                <a:lnTo>
                  <a:pt x="322253" y="537088"/>
                </a:lnTo>
                <a:close/>
                <a:moveTo>
                  <a:pt x="371079" y="585914"/>
                </a:moveTo>
                <a:lnTo>
                  <a:pt x="361313" y="585914"/>
                </a:lnTo>
                <a:lnTo>
                  <a:pt x="351548" y="585914"/>
                </a:lnTo>
                <a:lnTo>
                  <a:pt x="351548" y="576148"/>
                </a:lnTo>
                <a:lnTo>
                  <a:pt x="361313" y="576148"/>
                </a:lnTo>
                <a:lnTo>
                  <a:pt x="371079" y="576148"/>
                </a:lnTo>
                <a:close/>
                <a:moveTo>
                  <a:pt x="351548" y="585914"/>
                </a:moveTo>
                <a:lnTo>
                  <a:pt x="351548" y="595679"/>
                </a:lnTo>
                <a:lnTo>
                  <a:pt x="341783" y="595679"/>
                </a:lnTo>
                <a:lnTo>
                  <a:pt x="341783" y="585914"/>
                </a:lnTo>
                <a:close/>
                <a:moveTo>
                  <a:pt x="371079" y="624975"/>
                </a:moveTo>
                <a:lnTo>
                  <a:pt x="361313" y="624975"/>
                </a:lnTo>
                <a:lnTo>
                  <a:pt x="351548" y="624975"/>
                </a:lnTo>
                <a:lnTo>
                  <a:pt x="351548" y="615209"/>
                </a:lnTo>
                <a:lnTo>
                  <a:pt x="361313" y="615209"/>
                </a:lnTo>
                <a:lnTo>
                  <a:pt x="371079" y="615209"/>
                </a:lnTo>
                <a:close/>
                <a:moveTo>
                  <a:pt x="390609" y="302722"/>
                </a:moveTo>
                <a:lnTo>
                  <a:pt x="380844" y="302722"/>
                </a:lnTo>
                <a:lnTo>
                  <a:pt x="380844" y="312487"/>
                </a:lnTo>
                <a:lnTo>
                  <a:pt x="371079" y="312487"/>
                </a:lnTo>
                <a:lnTo>
                  <a:pt x="361313" y="312487"/>
                </a:lnTo>
                <a:lnTo>
                  <a:pt x="361313" y="302722"/>
                </a:lnTo>
                <a:lnTo>
                  <a:pt x="361313" y="292957"/>
                </a:lnTo>
                <a:lnTo>
                  <a:pt x="361313" y="283192"/>
                </a:lnTo>
                <a:lnTo>
                  <a:pt x="371079" y="283192"/>
                </a:lnTo>
                <a:lnTo>
                  <a:pt x="380844" y="283192"/>
                </a:lnTo>
                <a:lnTo>
                  <a:pt x="390609" y="283192"/>
                </a:lnTo>
                <a:lnTo>
                  <a:pt x="390609" y="292957"/>
                </a:lnTo>
                <a:close/>
                <a:moveTo>
                  <a:pt x="371079" y="351548"/>
                </a:moveTo>
                <a:lnTo>
                  <a:pt x="361313" y="351548"/>
                </a:lnTo>
                <a:lnTo>
                  <a:pt x="361313" y="341783"/>
                </a:lnTo>
                <a:lnTo>
                  <a:pt x="361313" y="332018"/>
                </a:lnTo>
                <a:lnTo>
                  <a:pt x="371079" y="332018"/>
                </a:lnTo>
                <a:lnTo>
                  <a:pt x="380844" y="332018"/>
                </a:lnTo>
                <a:lnTo>
                  <a:pt x="390609" y="332018"/>
                </a:lnTo>
                <a:lnTo>
                  <a:pt x="390609" y="341783"/>
                </a:lnTo>
                <a:lnTo>
                  <a:pt x="390609" y="351548"/>
                </a:lnTo>
                <a:lnTo>
                  <a:pt x="380844" y="351548"/>
                </a:lnTo>
                <a:close/>
                <a:moveTo>
                  <a:pt x="371079" y="410140"/>
                </a:moveTo>
                <a:lnTo>
                  <a:pt x="380844" y="410140"/>
                </a:lnTo>
                <a:lnTo>
                  <a:pt x="380844" y="400374"/>
                </a:lnTo>
                <a:lnTo>
                  <a:pt x="380844" y="390609"/>
                </a:lnTo>
                <a:lnTo>
                  <a:pt x="390609" y="390609"/>
                </a:lnTo>
                <a:lnTo>
                  <a:pt x="390609" y="380844"/>
                </a:lnTo>
                <a:lnTo>
                  <a:pt x="390609" y="371079"/>
                </a:lnTo>
                <a:lnTo>
                  <a:pt x="390609" y="361313"/>
                </a:lnTo>
                <a:lnTo>
                  <a:pt x="390609" y="351548"/>
                </a:lnTo>
                <a:lnTo>
                  <a:pt x="400374" y="351548"/>
                </a:lnTo>
                <a:lnTo>
                  <a:pt x="410140" y="351548"/>
                </a:lnTo>
                <a:lnTo>
                  <a:pt x="410140" y="341783"/>
                </a:lnTo>
                <a:lnTo>
                  <a:pt x="419905" y="341783"/>
                </a:lnTo>
                <a:lnTo>
                  <a:pt x="429670" y="341783"/>
                </a:lnTo>
                <a:lnTo>
                  <a:pt x="439435" y="341783"/>
                </a:lnTo>
                <a:lnTo>
                  <a:pt x="439435" y="351548"/>
                </a:lnTo>
                <a:lnTo>
                  <a:pt x="449201" y="351548"/>
                </a:lnTo>
                <a:lnTo>
                  <a:pt x="449201" y="341783"/>
                </a:lnTo>
                <a:lnTo>
                  <a:pt x="458966" y="341783"/>
                </a:lnTo>
                <a:lnTo>
                  <a:pt x="458966" y="332018"/>
                </a:lnTo>
                <a:lnTo>
                  <a:pt x="458966" y="322253"/>
                </a:lnTo>
                <a:lnTo>
                  <a:pt x="468731" y="322253"/>
                </a:lnTo>
                <a:lnTo>
                  <a:pt x="468731" y="332018"/>
                </a:lnTo>
                <a:lnTo>
                  <a:pt x="468731" y="341783"/>
                </a:lnTo>
                <a:lnTo>
                  <a:pt x="478496" y="341783"/>
                </a:lnTo>
                <a:lnTo>
                  <a:pt x="478496" y="332018"/>
                </a:lnTo>
                <a:lnTo>
                  <a:pt x="488261" y="332018"/>
                </a:lnTo>
                <a:lnTo>
                  <a:pt x="498027" y="332018"/>
                </a:lnTo>
                <a:lnTo>
                  <a:pt x="498027" y="322253"/>
                </a:lnTo>
                <a:lnTo>
                  <a:pt x="498027" y="312487"/>
                </a:lnTo>
                <a:lnTo>
                  <a:pt x="507792" y="312487"/>
                </a:lnTo>
                <a:lnTo>
                  <a:pt x="517557" y="312487"/>
                </a:lnTo>
                <a:lnTo>
                  <a:pt x="517557" y="322253"/>
                </a:lnTo>
                <a:lnTo>
                  <a:pt x="517557" y="332018"/>
                </a:lnTo>
                <a:lnTo>
                  <a:pt x="507792" y="332018"/>
                </a:lnTo>
                <a:lnTo>
                  <a:pt x="507792" y="341783"/>
                </a:lnTo>
                <a:lnTo>
                  <a:pt x="507792" y="351548"/>
                </a:lnTo>
                <a:lnTo>
                  <a:pt x="517557" y="351548"/>
                </a:lnTo>
                <a:lnTo>
                  <a:pt x="517557" y="341783"/>
                </a:lnTo>
                <a:lnTo>
                  <a:pt x="527322" y="341783"/>
                </a:lnTo>
                <a:lnTo>
                  <a:pt x="527322" y="351548"/>
                </a:lnTo>
                <a:lnTo>
                  <a:pt x="527322" y="361313"/>
                </a:lnTo>
                <a:lnTo>
                  <a:pt x="517557" y="361313"/>
                </a:lnTo>
                <a:lnTo>
                  <a:pt x="507792" y="361313"/>
                </a:lnTo>
                <a:lnTo>
                  <a:pt x="498027" y="361313"/>
                </a:lnTo>
                <a:lnTo>
                  <a:pt x="498027" y="351548"/>
                </a:lnTo>
                <a:lnTo>
                  <a:pt x="488261" y="351548"/>
                </a:lnTo>
                <a:lnTo>
                  <a:pt x="488261" y="361313"/>
                </a:lnTo>
                <a:lnTo>
                  <a:pt x="488261" y="371079"/>
                </a:lnTo>
                <a:lnTo>
                  <a:pt x="498027" y="371079"/>
                </a:lnTo>
                <a:lnTo>
                  <a:pt x="507792" y="371079"/>
                </a:lnTo>
                <a:lnTo>
                  <a:pt x="517557" y="371079"/>
                </a:lnTo>
                <a:lnTo>
                  <a:pt x="517557" y="380844"/>
                </a:lnTo>
                <a:lnTo>
                  <a:pt x="527322" y="380844"/>
                </a:lnTo>
                <a:lnTo>
                  <a:pt x="527322" y="390609"/>
                </a:lnTo>
                <a:lnTo>
                  <a:pt x="527322" y="400374"/>
                </a:lnTo>
                <a:lnTo>
                  <a:pt x="527322" y="410140"/>
                </a:lnTo>
                <a:lnTo>
                  <a:pt x="537088" y="410140"/>
                </a:lnTo>
                <a:lnTo>
                  <a:pt x="537088" y="400374"/>
                </a:lnTo>
                <a:lnTo>
                  <a:pt x="537088" y="390609"/>
                </a:lnTo>
                <a:lnTo>
                  <a:pt x="537088" y="380844"/>
                </a:lnTo>
                <a:lnTo>
                  <a:pt x="537088" y="371079"/>
                </a:lnTo>
                <a:lnTo>
                  <a:pt x="546853" y="371079"/>
                </a:lnTo>
                <a:lnTo>
                  <a:pt x="546853" y="361313"/>
                </a:lnTo>
                <a:lnTo>
                  <a:pt x="546853" y="351548"/>
                </a:lnTo>
                <a:lnTo>
                  <a:pt x="546853" y="341783"/>
                </a:lnTo>
                <a:lnTo>
                  <a:pt x="537088" y="341783"/>
                </a:lnTo>
                <a:lnTo>
                  <a:pt x="537088" y="332018"/>
                </a:lnTo>
                <a:lnTo>
                  <a:pt x="546853" y="332018"/>
                </a:lnTo>
                <a:lnTo>
                  <a:pt x="556618" y="332018"/>
                </a:lnTo>
                <a:lnTo>
                  <a:pt x="566383" y="332018"/>
                </a:lnTo>
                <a:lnTo>
                  <a:pt x="566383" y="322253"/>
                </a:lnTo>
                <a:lnTo>
                  <a:pt x="556618" y="322253"/>
                </a:lnTo>
                <a:lnTo>
                  <a:pt x="556618" y="312487"/>
                </a:lnTo>
                <a:lnTo>
                  <a:pt x="546853" y="312487"/>
                </a:lnTo>
                <a:lnTo>
                  <a:pt x="537088" y="312487"/>
                </a:lnTo>
                <a:lnTo>
                  <a:pt x="527322" y="312487"/>
                </a:lnTo>
                <a:lnTo>
                  <a:pt x="527322" y="302722"/>
                </a:lnTo>
                <a:lnTo>
                  <a:pt x="537088" y="302722"/>
                </a:lnTo>
                <a:lnTo>
                  <a:pt x="546853" y="302722"/>
                </a:lnTo>
                <a:lnTo>
                  <a:pt x="546853" y="292957"/>
                </a:lnTo>
                <a:lnTo>
                  <a:pt x="556618" y="292957"/>
                </a:lnTo>
                <a:lnTo>
                  <a:pt x="566383" y="292957"/>
                </a:lnTo>
                <a:lnTo>
                  <a:pt x="576148" y="292957"/>
                </a:lnTo>
                <a:lnTo>
                  <a:pt x="576148" y="283192"/>
                </a:lnTo>
                <a:lnTo>
                  <a:pt x="585914" y="283192"/>
                </a:lnTo>
                <a:lnTo>
                  <a:pt x="595679" y="283192"/>
                </a:lnTo>
                <a:lnTo>
                  <a:pt x="595679" y="273426"/>
                </a:lnTo>
                <a:lnTo>
                  <a:pt x="605444" y="273426"/>
                </a:lnTo>
                <a:lnTo>
                  <a:pt x="615209" y="273426"/>
                </a:lnTo>
                <a:lnTo>
                  <a:pt x="615209" y="283192"/>
                </a:lnTo>
                <a:lnTo>
                  <a:pt x="624975" y="283192"/>
                </a:lnTo>
                <a:lnTo>
                  <a:pt x="634740" y="283192"/>
                </a:lnTo>
                <a:lnTo>
                  <a:pt x="634740" y="273426"/>
                </a:lnTo>
                <a:lnTo>
                  <a:pt x="644505" y="273426"/>
                </a:lnTo>
                <a:lnTo>
                  <a:pt x="644505" y="263661"/>
                </a:lnTo>
                <a:lnTo>
                  <a:pt x="634740" y="263661"/>
                </a:lnTo>
                <a:lnTo>
                  <a:pt x="624975" y="263661"/>
                </a:lnTo>
                <a:lnTo>
                  <a:pt x="615209" y="263661"/>
                </a:lnTo>
                <a:lnTo>
                  <a:pt x="615209" y="253896"/>
                </a:lnTo>
                <a:lnTo>
                  <a:pt x="605444" y="253896"/>
                </a:lnTo>
                <a:lnTo>
                  <a:pt x="595679" y="253896"/>
                </a:lnTo>
                <a:lnTo>
                  <a:pt x="595679" y="244131"/>
                </a:lnTo>
                <a:lnTo>
                  <a:pt x="585914" y="244131"/>
                </a:lnTo>
                <a:lnTo>
                  <a:pt x="585914" y="253896"/>
                </a:lnTo>
                <a:lnTo>
                  <a:pt x="585914" y="263661"/>
                </a:lnTo>
                <a:lnTo>
                  <a:pt x="585914" y="273426"/>
                </a:lnTo>
                <a:lnTo>
                  <a:pt x="576148" y="273426"/>
                </a:lnTo>
                <a:lnTo>
                  <a:pt x="566383" y="273426"/>
                </a:lnTo>
                <a:lnTo>
                  <a:pt x="556618" y="273426"/>
                </a:lnTo>
                <a:lnTo>
                  <a:pt x="546853" y="273426"/>
                </a:lnTo>
                <a:lnTo>
                  <a:pt x="546853" y="283192"/>
                </a:lnTo>
                <a:lnTo>
                  <a:pt x="537088" y="283192"/>
                </a:lnTo>
                <a:lnTo>
                  <a:pt x="537088" y="273426"/>
                </a:lnTo>
                <a:lnTo>
                  <a:pt x="527322" y="273426"/>
                </a:lnTo>
                <a:lnTo>
                  <a:pt x="527322" y="263661"/>
                </a:lnTo>
                <a:lnTo>
                  <a:pt x="517557" y="263661"/>
                </a:lnTo>
                <a:lnTo>
                  <a:pt x="517557" y="253896"/>
                </a:lnTo>
                <a:lnTo>
                  <a:pt x="527322" y="253896"/>
                </a:lnTo>
                <a:lnTo>
                  <a:pt x="527322" y="244131"/>
                </a:lnTo>
                <a:lnTo>
                  <a:pt x="527322" y="234365"/>
                </a:lnTo>
                <a:lnTo>
                  <a:pt x="537088" y="234365"/>
                </a:lnTo>
                <a:lnTo>
                  <a:pt x="546853" y="234365"/>
                </a:lnTo>
                <a:lnTo>
                  <a:pt x="546853" y="224600"/>
                </a:lnTo>
                <a:lnTo>
                  <a:pt x="556618" y="224600"/>
                </a:lnTo>
                <a:lnTo>
                  <a:pt x="556618" y="214835"/>
                </a:lnTo>
                <a:lnTo>
                  <a:pt x="546853" y="214835"/>
                </a:lnTo>
                <a:lnTo>
                  <a:pt x="546853" y="205070"/>
                </a:lnTo>
                <a:lnTo>
                  <a:pt x="537088" y="205070"/>
                </a:lnTo>
                <a:lnTo>
                  <a:pt x="537088" y="195305"/>
                </a:lnTo>
                <a:lnTo>
                  <a:pt x="546853" y="195305"/>
                </a:lnTo>
                <a:lnTo>
                  <a:pt x="556618" y="195305"/>
                </a:lnTo>
                <a:lnTo>
                  <a:pt x="556618" y="205070"/>
                </a:lnTo>
                <a:lnTo>
                  <a:pt x="566383" y="205070"/>
                </a:lnTo>
                <a:lnTo>
                  <a:pt x="576148" y="205070"/>
                </a:lnTo>
                <a:lnTo>
                  <a:pt x="576148" y="195305"/>
                </a:lnTo>
                <a:lnTo>
                  <a:pt x="585914" y="195305"/>
                </a:lnTo>
                <a:lnTo>
                  <a:pt x="585914" y="205070"/>
                </a:lnTo>
                <a:lnTo>
                  <a:pt x="595679" y="205070"/>
                </a:lnTo>
                <a:lnTo>
                  <a:pt x="605444" y="205070"/>
                </a:lnTo>
                <a:lnTo>
                  <a:pt x="605444" y="195305"/>
                </a:lnTo>
                <a:lnTo>
                  <a:pt x="615209" y="195305"/>
                </a:lnTo>
                <a:lnTo>
                  <a:pt x="615209" y="205070"/>
                </a:lnTo>
                <a:lnTo>
                  <a:pt x="624975" y="205070"/>
                </a:lnTo>
                <a:lnTo>
                  <a:pt x="624975" y="214835"/>
                </a:lnTo>
                <a:lnTo>
                  <a:pt x="634740" y="214835"/>
                </a:lnTo>
                <a:lnTo>
                  <a:pt x="644505" y="214835"/>
                </a:lnTo>
                <a:lnTo>
                  <a:pt x="654270" y="214835"/>
                </a:lnTo>
                <a:lnTo>
                  <a:pt x="654270" y="224600"/>
                </a:lnTo>
                <a:lnTo>
                  <a:pt x="664036" y="224600"/>
                </a:lnTo>
                <a:lnTo>
                  <a:pt x="664036" y="234365"/>
                </a:lnTo>
                <a:lnTo>
                  <a:pt x="673801" y="234365"/>
                </a:lnTo>
                <a:lnTo>
                  <a:pt x="673801" y="244131"/>
                </a:lnTo>
                <a:lnTo>
                  <a:pt x="673801" y="253896"/>
                </a:lnTo>
                <a:lnTo>
                  <a:pt x="673801" y="263661"/>
                </a:lnTo>
                <a:lnTo>
                  <a:pt x="673801" y="273426"/>
                </a:lnTo>
                <a:lnTo>
                  <a:pt x="673801" y="283192"/>
                </a:lnTo>
                <a:lnTo>
                  <a:pt x="673801" y="292957"/>
                </a:lnTo>
                <a:lnTo>
                  <a:pt x="673801" y="302722"/>
                </a:lnTo>
                <a:lnTo>
                  <a:pt x="683566" y="302722"/>
                </a:lnTo>
                <a:lnTo>
                  <a:pt x="693331" y="302722"/>
                </a:lnTo>
                <a:lnTo>
                  <a:pt x="693331" y="292957"/>
                </a:lnTo>
                <a:lnTo>
                  <a:pt x="703096" y="292957"/>
                </a:lnTo>
                <a:lnTo>
                  <a:pt x="703096" y="302722"/>
                </a:lnTo>
                <a:lnTo>
                  <a:pt x="703096" y="312487"/>
                </a:lnTo>
                <a:lnTo>
                  <a:pt x="712862" y="312487"/>
                </a:lnTo>
                <a:lnTo>
                  <a:pt x="712862" y="322253"/>
                </a:lnTo>
                <a:lnTo>
                  <a:pt x="722627" y="322253"/>
                </a:lnTo>
                <a:lnTo>
                  <a:pt x="722627" y="332018"/>
                </a:lnTo>
                <a:lnTo>
                  <a:pt x="732392" y="332018"/>
                </a:lnTo>
                <a:lnTo>
                  <a:pt x="742157" y="332018"/>
                </a:lnTo>
                <a:lnTo>
                  <a:pt x="751923" y="332018"/>
                </a:lnTo>
                <a:lnTo>
                  <a:pt x="761688" y="332018"/>
                </a:lnTo>
                <a:lnTo>
                  <a:pt x="761688" y="341783"/>
                </a:lnTo>
                <a:lnTo>
                  <a:pt x="761688" y="351548"/>
                </a:lnTo>
                <a:lnTo>
                  <a:pt x="771453" y="351548"/>
                </a:lnTo>
                <a:lnTo>
                  <a:pt x="771453" y="361313"/>
                </a:lnTo>
                <a:lnTo>
                  <a:pt x="781218" y="361313"/>
                </a:lnTo>
                <a:lnTo>
                  <a:pt x="781218" y="351548"/>
                </a:lnTo>
                <a:lnTo>
                  <a:pt x="781218" y="341783"/>
                </a:lnTo>
                <a:lnTo>
                  <a:pt x="781218" y="332018"/>
                </a:lnTo>
                <a:lnTo>
                  <a:pt x="781218" y="322253"/>
                </a:lnTo>
                <a:lnTo>
                  <a:pt x="781218" y="312487"/>
                </a:lnTo>
                <a:lnTo>
                  <a:pt x="790984" y="312487"/>
                </a:lnTo>
                <a:lnTo>
                  <a:pt x="790984" y="302722"/>
                </a:lnTo>
                <a:lnTo>
                  <a:pt x="800749" y="302722"/>
                </a:lnTo>
                <a:lnTo>
                  <a:pt x="810514" y="302722"/>
                </a:lnTo>
                <a:lnTo>
                  <a:pt x="810514" y="312487"/>
                </a:lnTo>
                <a:lnTo>
                  <a:pt x="810514" y="322253"/>
                </a:lnTo>
                <a:lnTo>
                  <a:pt x="820279" y="322253"/>
                </a:lnTo>
                <a:lnTo>
                  <a:pt x="820279" y="332018"/>
                </a:lnTo>
                <a:lnTo>
                  <a:pt x="820279" y="341783"/>
                </a:lnTo>
                <a:lnTo>
                  <a:pt x="830044" y="341783"/>
                </a:lnTo>
                <a:lnTo>
                  <a:pt x="830044" y="351548"/>
                </a:lnTo>
                <a:lnTo>
                  <a:pt x="830044" y="361313"/>
                </a:lnTo>
                <a:lnTo>
                  <a:pt x="830044" y="371079"/>
                </a:lnTo>
                <a:lnTo>
                  <a:pt x="839810" y="371079"/>
                </a:lnTo>
                <a:lnTo>
                  <a:pt x="839810" y="380844"/>
                </a:lnTo>
                <a:lnTo>
                  <a:pt x="839810" y="390609"/>
                </a:lnTo>
                <a:lnTo>
                  <a:pt x="839810" y="400374"/>
                </a:lnTo>
                <a:lnTo>
                  <a:pt x="839810" y="410140"/>
                </a:lnTo>
                <a:lnTo>
                  <a:pt x="839810" y="419905"/>
                </a:lnTo>
                <a:lnTo>
                  <a:pt x="839810" y="429670"/>
                </a:lnTo>
                <a:lnTo>
                  <a:pt x="839810" y="439435"/>
                </a:lnTo>
                <a:lnTo>
                  <a:pt x="839810" y="449201"/>
                </a:lnTo>
                <a:lnTo>
                  <a:pt x="849575" y="449201"/>
                </a:lnTo>
                <a:lnTo>
                  <a:pt x="849575" y="458966"/>
                </a:lnTo>
                <a:lnTo>
                  <a:pt x="849575" y="468731"/>
                </a:lnTo>
                <a:lnTo>
                  <a:pt x="859340" y="468731"/>
                </a:lnTo>
                <a:lnTo>
                  <a:pt x="869105" y="468731"/>
                </a:lnTo>
                <a:lnTo>
                  <a:pt x="869105" y="478496"/>
                </a:lnTo>
                <a:lnTo>
                  <a:pt x="869105" y="488261"/>
                </a:lnTo>
                <a:lnTo>
                  <a:pt x="869105" y="498027"/>
                </a:lnTo>
                <a:lnTo>
                  <a:pt x="869105" y="507792"/>
                </a:lnTo>
                <a:lnTo>
                  <a:pt x="878871" y="507792"/>
                </a:lnTo>
                <a:lnTo>
                  <a:pt x="878871" y="517557"/>
                </a:lnTo>
                <a:lnTo>
                  <a:pt x="878871" y="527322"/>
                </a:lnTo>
                <a:lnTo>
                  <a:pt x="869105" y="527322"/>
                </a:lnTo>
                <a:lnTo>
                  <a:pt x="859340" y="527322"/>
                </a:lnTo>
                <a:lnTo>
                  <a:pt x="859340" y="517557"/>
                </a:lnTo>
                <a:lnTo>
                  <a:pt x="849575" y="517557"/>
                </a:lnTo>
                <a:lnTo>
                  <a:pt x="839810" y="517557"/>
                </a:lnTo>
                <a:lnTo>
                  <a:pt x="839810" y="527322"/>
                </a:lnTo>
                <a:lnTo>
                  <a:pt x="830044" y="527322"/>
                </a:lnTo>
                <a:lnTo>
                  <a:pt x="820279" y="527322"/>
                </a:lnTo>
                <a:lnTo>
                  <a:pt x="810514" y="527322"/>
                </a:lnTo>
                <a:lnTo>
                  <a:pt x="810514" y="537088"/>
                </a:lnTo>
                <a:lnTo>
                  <a:pt x="800749" y="537088"/>
                </a:lnTo>
                <a:lnTo>
                  <a:pt x="790984" y="537088"/>
                </a:lnTo>
                <a:lnTo>
                  <a:pt x="781218" y="537088"/>
                </a:lnTo>
                <a:lnTo>
                  <a:pt x="781218" y="546853"/>
                </a:lnTo>
                <a:lnTo>
                  <a:pt x="771453" y="546853"/>
                </a:lnTo>
                <a:lnTo>
                  <a:pt x="771453" y="556618"/>
                </a:lnTo>
                <a:lnTo>
                  <a:pt x="761688" y="556618"/>
                </a:lnTo>
                <a:lnTo>
                  <a:pt x="761688" y="566383"/>
                </a:lnTo>
                <a:lnTo>
                  <a:pt x="761688" y="576148"/>
                </a:lnTo>
                <a:lnTo>
                  <a:pt x="761688" y="585914"/>
                </a:lnTo>
                <a:lnTo>
                  <a:pt x="771453" y="585914"/>
                </a:lnTo>
                <a:lnTo>
                  <a:pt x="771453" y="595679"/>
                </a:lnTo>
                <a:lnTo>
                  <a:pt x="781218" y="595679"/>
                </a:lnTo>
                <a:lnTo>
                  <a:pt x="781218" y="605444"/>
                </a:lnTo>
                <a:lnTo>
                  <a:pt x="781218" y="615209"/>
                </a:lnTo>
                <a:lnTo>
                  <a:pt x="790984" y="615209"/>
                </a:lnTo>
                <a:lnTo>
                  <a:pt x="800749" y="615209"/>
                </a:lnTo>
                <a:lnTo>
                  <a:pt x="800749" y="605444"/>
                </a:lnTo>
                <a:lnTo>
                  <a:pt x="790984" y="605444"/>
                </a:lnTo>
                <a:lnTo>
                  <a:pt x="790984" y="595679"/>
                </a:lnTo>
                <a:lnTo>
                  <a:pt x="790984" y="585914"/>
                </a:lnTo>
                <a:lnTo>
                  <a:pt x="790984" y="576148"/>
                </a:lnTo>
                <a:lnTo>
                  <a:pt x="790984" y="566383"/>
                </a:lnTo>
                <a:lnTo>
                  <a:pt x="800749" y="566383"/>
                </a:lnTo>
                <a:lnTo>
                  <a:pt x="800749" y="556618"/>
                </a:lnTo>
                <a:lnTo>
                  <a:pt x="810514" y="556618"/>
                </a:lnTo>
                <a:lnTo>
                  <a:pt x="810514" y="566383"/>
                </a:lnTo>
                <a:lnTo>
                  <a:pt x="820279" y="566383"/>
                </a:lnTo>
                <a:lnTo>
                  <a:pt x="830044" y="566383"/>
                </a:lnTo>
                <a:lnTo>
                  <a:pt x="830044" y="556618"/>
                </a:lnTo>
                <a:lnTo>
                  <a:pt x="839810" y="556618"/>
                </a:lnTo>
                <a:lnTo>
                  <a:pt x="849575" y="556618"/>
                </a:lnTo>
                <a:lnTo>
                  <a:pt x="859340" y="556618"/>
                </a:lnTo>
                <a:lnTo>
                  <a:pt x="869105" y="556618"/>
                </a:lnTo>
                <a:lnTo>
                  <a:pt x="878871" y="556618"/>
                </a:lnTo>
                <a:lnTo>
                  <a:pt x="888636" y="556618"/>
                </a:lnTo>
                <a:lnTo>
                  <a:pt x="888636" y="566383"/>
                </a:lnTo>
                <a:lnTo>
                  <a:pt x="898401" y="566383"/>
                </a:lnTo>
                <a:lnTo>
                  <a:pt x="898401" y="576148"/>
                </a:lnTo>
                <a:lnTo>
                  <a:pt x="898401" y="585914"/>
                </a:lnTo>
                <a:lnTo>
                  <a:pt x="898401" y="595679"/>
                </a:lnTo>
                <a:lnTo>
                  <a:pt x="908166" y="595679"/>
                </a:lnTo>
                <a:lnTo>
                  <a:pt x="908166" y="605444"/>
                </a:lnTo>
                <a:lnTo>
                  <a:pt x="917931" y="605444"/>
                </a:lnTo>
                <a:lnTo>
                  <a:pt x="917931" y="615209"/>
                </a:lnTo>
                <a:lnTo>
                  <a:pt x="917931" y="624975"/>
                </a:lnTo>
                <a:lnTo>
                  <a:pt x="917931" y="634740"/>
                </a:lnTo>
                <a:lnTo>
                  <a:pt x="917931" y="644505"/>
                </a:lnTo>
                <a:lnTo>
                  <a:pt x="917931" y="654270"/>
                </a:lnTo>
                <a:lnTo>
                  <a:pt x="917931" y="664036"/>
                </a:lnTo>
                <a:lnTo>
                  <a:pt x="927697" y="664036"/>
                </a:lnTo>
                <a:lnTo>
                  <a:pt x="927697" y="673801"/>
                </a:lnTo>
                <a:lnTo>
                  <a:pt x="937462" y="673801"/>
                </a:lnTo>
                <a:lnTo>
                  <a:pt x="937462" y="683566"/>
                </a:lnTo>
                <a:lnTo>
                  <a:pt x="937462" y="693331"/>
                </a:lnTo>
                <a:lnTo>
                  <a:pt x="937462" y="703096"/>
                </a:lnTo>
                <a:lnTo>
                  <a:pt x="947227" y="703096"/>
                </a:lnTo>
                <a:lnTo>
                  <a:pt x="947227" y="712862"/>
                </a:lnTo>
                <a:lnTo>
                  <a:pt x="937462" y="712862"/>
                </a:lnTo>
                <a:lnTo>
                  <a:pt x="937462" y="722627"/>
                </a:lnTo>
                <a:lnTo>
                  <a:pt x="927697" y="722627"/>
                </a:lnTo>
                <a:lnTo>
                  <a:pt x="917931" y="722627"/>
                </a:lnTo>
                <a:lnTo>
                  <a:pt x="917931" y="732392"/>
                </a:lnTo>
                <a:lnTo>
                  <a:pt x="917931" y="742157"/>
                </a:lnTo>
                <a:lnTo>
                  <a:pt x="908166" y="742157"/>
                </a:lnTo>
                <a:lnTo>
                  <a:pt x="898401" y="742157"/>
                </a:lnTo>
                <a:lnTo>
                  <a:pt x="888636" y="742157"/>
                </a:lnTo>
                <a:lnTo>
                  <a:pt x="878871" y="742157"/>
                </a:lnTo>
                <a:lnTo>
                  <a:pt x="878871" y="751923"/>
                </a:lnTo>
                <a:lnTo>
                  <a:pt x="888636" y="751923"/>
                </a:lnTo>
                <a:lnTo>
                  <a:pt x="898401" y="751923"/>
                </a:lnTo>
                <a:lnTo>
                  <a:pt x="898401" y="761688"/>
                </a:lnTo>
                <a:lnTo>
                  <a:pt x="908166" y="761688"/>
                </a:lnTo>
                <a:lnTo>
                  <a:pt x="908166" y="771453"/>
                </a:lnTo>
                <a:lnTo>
                  <a:pt x="917931" y="771453"/>
                </a:lnTo>
                <a:lnTo>
                  <a:pt x="917931" y="781218"/>
                </a:lnTo>
                <a:lnTo>
                  <a:pt x="927697" y="781218"/>
                </a:lnTo>
                <a:lnTo>
                  <a:pt x="927697" y="790984"/>
                </a:lnTo>
                <a:lnTo>
                  <a:pt x="927697" y="800749"/>
                </a:lnTo>
                <a:lnTo>
                  <a:pt x="937462" y="800749"/>
                </a:lnTo>
                <a:lnTo>
                  <a:pt x="937462" y="810514"/>
                </a:lnTo>
                <a:lnTo>
                  <a:pt x="937462" y="820279"/>
                </a:lnTo>
                <a:lnTo>
                  <a:pt x="947227" y="820279"/>
                </a:lnTo>
                <a:lnTo>
                  <a:pt x="947227" y="810514"/>
                </a:lnTo>
                <a:lnTo>
                  <a:pt x="956992" y="810514"/>
                </a:lnTo>
                <a:lnTo>
                  <a:pt x="966758" y="810514"/>
                </a:lnTo>
                <a:lnTo>
                  <a:pt x="966758" y="820279"/>
                </a:lnTo>
                <a:lnTo>
                  <a:pt x="976523" y="820279"/>
                </a:lnTo>
                <a:lnTo>
                  <a:pt x="976523" y="830044"/>
                </a:lnTo>
                <a:lnTo>
                  <a:pt x="986288" y="830044"/>
                </a:lnTo>
                <a:lnTo>
                  <a:pt x="996053" y="830044"/>
                </a:lnTo>
                <a:lnTo>
                  <a:pt x="1005819" y="830044"/>
                </a:lnTo>
                <a:lnTo>
                  <a:pt x="1015584" y="830044"/>
                </a:lnTo>
                <a:lnTo>
                  <a:pt x="1015584" y="839810"/>
                </a:lnTo>
                <a:lnTo>
                  <a:pt x="1015584" y="849575"/>
                </a:lnTo>
                <a:lnTo>
                  <a:pt x="1015584" y="859340"/>
                </a:lnTo>
                <a:lnTo>
                  <a:pt x="1015584" y="869105"/>
                </a:lnTo>
                <a:lnTo>
                  <a:pt x="1015584" y="878871"/>
                </a:lnTo>
                <a:lnTo>
                  <a:pt x="1015584" y="888636"/>
                </a:lnTo>
                <a:lnTo>
                  <a:pt x="1005819" y="888636"/>
                </a:lnTo>
                <a:lnTo>
                  <a:pt x="1005819" y="898401"/>
                </a:lnTo>
                <a:lnTo>
                  <a:pt x="1005819" y="908166"/>
                </a:lnTo>
                <a:lnTo>
                  <a:pt x="996053" y="908166"/>
                </a:lnTo>
                <a:lnTo>
                  <a:pt x="986288" y="908166"/>
                </a:lnTo>
                <a:lnTo>
                  <a:pt x="986288" y="898401"/>
                </a:lnTo>
                <a:lnTo>
                  <a:pt x="986288" y="888636"/>
                </a:lnTo>
                <a:lnTo>
                  <a:pt x="986288" y="878871"/>
                </a:lnTo>
                <a:lnTo>
                  <a:pt x="986288" y="869105"/>
                </a:lnTo>
                <a:lnTo>
                  <a:pt x="986288" y="859340"/>
                </a:lnTo>
                <a:lnTo>
                  <a:pt x="976523" y="859340"/>
                </a:lnTo>
                <a:lnTo>
                  <a:pt x="976523" y="869105"/>
                </a:lnTo>
                <a:lnTo>
                  <a:pt x="976523" y="878871"/>
                </a:lnTo>
                <a:lnTo>
                  <a:pt x="966758" y="878871"/>
                </a:lnTo>
                <a:lnTo>
                  <a:pt x="966758" y="888636"/>
                </a:lnTo>
                <a:lnTo>
                  <a:pt x="966758" y="898401"/>
                </a:lnTo>
                <a:lnTo>
                  <a:pt x="966758" y="908166"/>
                </a:lnTo>
                <a:lnTo>
                  <a:pt x="956992" y="908166"/>
                </a:lnTo>
                <a:lnTo>
                  <a:pt x="947227" y="908166"/>
                </a:lnTo>
                <a:lnTo>
                  <a:pt x="947227" y="898401"/>
                </a:lnTo>
                <a:lnTo>
                  <a:pt x="947227" y="888636"/>
                </a:lnTo>
                <a:lnTo>
                  <a:pt x="937462" y="888636"/>
                </a:lnTo>
                <a:lnTo>
                  <a:pt x="937462" y="878871"/>
                </a:lnTo>
                <a:lnTo>
                  <a:pt x="927697" y="878871"/>
                </a:lnTo>
                <a:lnTo>
                  <a:pt x="927697" y="869105"/>
                </a:lnTo>
                <a:lnTo>
                  <a:pt x="917931" y="869105"/>
                </a:lnTo>
                <a:lnTo>
                  <a:pt x="908166" y="869105"/>
                </a:lnTo>
                <a:lnTo>
                  <a:pt x="908166" y="859340"/>
                </a:lnTo>
                <a:lnTo>
                  <a:pt x="898401" y="859340"/>
                </a:lnTo>
                <a:lnTo>
                  <a:pt x="898401" y="849575"/>
                </a:lnTo>
                <a:lnTo>
                  <a:pt x="888636" y="849575"/>
                </a:lnTo>
                <a:lnTo>
                  <a:pt x="888636" y="839810"/>
                </a:lnTo>
                <a:lnTo>
                  <a:pt x="878871" y="839810"/>
                </a:lnTo>
                <a:lnTo>
                  <a:pt x="869105" y="839810"/>
                </a:lnTo>
                <a:lnTo>
                  <a:pt x="869105" y="830044"/>
                </a:lnTo>
                <a:lnTo>
                  <a:pt x="859340" y="830044"/>
                </a:lnTo>
                <a:lnTo>
                  <a:pt x="849575" y="830044"/>
                </a:lnTo>
                <a:lnTo>
                  <a:pt x="849575" y="820279"/>
                </a:lnTo>
                <a:lnTo>
                  <a:pt x="839810" y="820279"/>
                </a:lnTo>
                <a:lnTo>
                  <a:pt x="839810" y="810514"/>
                </a:lnTo>
                <a:lnTo>
                  <a:pt x="830044" y="810514"/>
                </a:lnTo>
                <a:lnTo>
                  <a:pt x="820279" y="810514"/>
                </a:lnTo>
                <a:lnTo>
                  <a:pt x="810514" y="810514"/>
                </a:lnTo>
                <a:lnTo>
                  <a:pt x="800749" y="810514"/>
                </a:lnTo>
                <a:lnTo>
                  <a:pt x="790984" y="810514"/>
                </a:lnTo>
                <a:lnTo>
                  <a:pt x="790984" y="820279"/>
                </a:lnTo>
                <a:lnTo>
                  <a:pt x="790984" y="830044"/>
                </a:lnTo>
                <a:lnTo>
                  <a:pt x="781218" y="830044"/>
                </a:lnTo>
                <a:lnTo>
                  <a:pt x="771453" y="830044"/>
                </a:lnTo>
                <a:lnTo>
                  <a:pt x="761688" y="830044"/>
                </a:lnTo>
                <a:lnTo>
                  <a:pt x="751923" y="830044"/>
                </a:lnTo>
                <a:lnTo>
                  <a:pt x="742157" y="830044"/>
                </a:lnTo>
                <a:lnTo>
                  <a:pt x="742157" y="820279"/>
                </a:lnTo>
                <a:lnTo>
                  <a:pt x="732392" y="820279"/>
                </a:lnTo>
                <a:lnTo>
                  <a:pt x="732392" y="810514"/>
                </a:lnTo>
                <a:lnTo>
                  <a:pt x="732392" y="800749"/>
                </a:lnTo>
                <a:lnTo>
                  <a:pt x="732392" y="790984"/>
                </a:lnTo>
                <a:lnTo>
                  <a:pt x="732392" y="781218"/>
                </a:lnTo>
                <a:lnTo>
                  <a:pt x="742157" y="781218"/>
                </a:lnTo>
                <a:lnTo>
                  <a:pt x="742157" y="790984"/>
                </a:lnTo>
                <a:lnTo>
                  <a:pt x="751923" y="790984"/>
                </a:lnTo>
                <a:lnTo>
                  <a:pt x="751923" y="781218"/>
                </a:lnTo>
                <a:lnTo>
                  <a:pt x="761688" y="781218"/>
                </a:lnTo>
                <a:lnTo>
                  <a:pt x="761688" y="771453"/>
                </a:lnTo>
                <a:lnTo>
                  <a:pt x="771453" y="771453"/>
                </a:lnTo>
                <a:lnTo>
                  <a:pt x="781218" y="771453"/>
                </a:lnTo>
                <a:lnTo>
                  <a:pt x="790984" y="771453"/>
                </a:lnTo>
                <a:lnTo>
                  <a:pt x="800749" y="771453"/>
                </a:lnTo>
                <a:lnTo>
                  <a:pt x="810514" y="771453"/>
                </a:lnTo>
                <a:lnTo>
                  <a:pt x="810514" y="761688"/>
                </a:lnTo>
                <a:lnTo>
                  <a:pt x="820279" y="761688"/>
                </a:lnTo>
                <a:lnTo>
                  <a:pt x="820279" y="751923"/>
                </a:lnTo>
                <a:lnTo>
                  <a:pt x="830044" y="751923"/>
                </a:lnTo>
                <a:lnTo>
                  <a:pt x="839810" y="751923"/>
                </a:lnTo>
                <a:lnTo>
                  <a:pt x="849575" y="751923"/>
                </a:lnTo>
                <a:lnTo>
                  <a:pt x="859340" y="751923"/>
                </a:lnTo>
                <a:lnTo>
                  <a:pt x="869105" y="751923"/>
                </a:lnTo>
                <a:lnTo>
                  <a:pt x="869105" y="742157"/>
                </a:lnTo>
                <a:lnTo>
                  <a:pt x="859340" y="742157"/>
                </a:lnTo>
                <a:lnTo>
                  <a:pt x="859340" y="732392"/>
                </a:lnTo>
                <a:lnTo>
                  <a:pt x="849575" y="732392"/>
                </a:lnTo>
                <a:lnTo>
                  <a:pt x="839810" y="732392"/>
                </a:lnTo>
                <a:lnTo>
                  <a:pt x="830044" y="732392"/>
                </a:lnTo>
                <a:lnTo>
                  <a:pt x="820279" y="732392"/>
                </a:lnTo>
                <a:lnTo>
                  <a:pt x="810514" y="732392"/>
                </a:lnTo>
                <a:lnTo>
                  <a:pt x="800749" y="732392"/>
                </a:lnTo>
                <a:lnTo>
                  <a:pt x="790984" y="732392"/>
                </a:lnTo>
                <a:lnTo>
                  <a:pt x="790984" y="722627"/>
                </a:lnTo>
                <a:lnTo>
                  <a:pt x="781218" y="722627"/>
                </a:lnTo>
                <a:lnTo>
                  <a:pt x="781218" y="712862"/>
                </a:lnTo>
                <a:lnTo>
                  <a:pt x="771453" y="712862"/>
                </a:lnTo>
                <a:lnTo>
                  <a:pt x="761688" y="712862"/>
                </a:lnTo>
                <a:lnTo>
                  <a:pt x="751923" y="712862"/>
                </a:lnTo>
                <a:lnTo>
                  <a:pt x="742157" y="712862"/>
                </a:lnTo>
                <a:lnTo>
                  <a:pt x="732392" y="712862"/>
                </a:lnTo>
                <a:lnTo>
                  <a:pt x="732392" y="703096"/>
                </a:lnTo>
                <a:lnTo>
                  <a:pt x="732392" y="693331"/>
                </a:lnTo>
                <a:lnTo>
                  <a:pt x="732392" y="683566"/>
                </a:lnTo>
                <a:lnTo>
                  <a:pt x="722627" y="683566"/>
                </a:lnTo>
                <a:lnTo>
                  <a:pt x="722627" y="673801"/>
                </a:lnTo>
                <a:lnTo>
                  <a:pt x="722627" y="664036"/>
                </a:lnTo>
                <a:lnTo>
                  <a:pt x="712862" y="664036"/>
                </a:lnTo>
                <a:lnTo>
                  <a:pt x="712862" y="654270"/>
                </a:lnTo>
                <a:lnTo>
                  <a:pt x="703096" y="654270"/>
                </a:lnTo>
                <a:lnTo>
                  <a:pt x="703096" y="644505"/>
                </a:lnTo>
                <a:lnTo>
                  <a:pt x="693331" y="644505"/>
                </a:lnTo>
                <a:lnTo>
                  <a:pt x="693331" y="654270"/>
                </a:lnTo>
                <a:lnTo>
                  <a:pt x="683566" y="654270"/>
                </a:lnTo>
                <a:lnTo>
                  <a:pt x="683566" y="664036"/>
                </a:lnTo>
                <a:lnTo>
                  <a:pt x="683566" y="673801"/>
                </a:lnTo>
                <a:lnTo>
                  <a:pt x="673801" y="673801"/>
                </a:lnTo>
                <a:lnTo>
                  <a:pt x="673801" y="664036"/>
                </a:lnTo>
                <a:lnTo>
                  <a:pt x="664036" y="664036"/>
                </a:lnTo>
                <a:lnTo>
                  <a:pt x="664036" y="654270"/>
                </a:lnTo>
                <a:lnTo>
                  <a:pt x="664036" y="644505"/>
                </a:lnTo>
                <a:lnTo>
                  <a:pt x="654270" y="644505"/>
                </a:lnTo>
                <a:lnTo>
                  <a:pt x="654270" y="654270"/>
                </a:lnTo>
                <a:lnTo>
                  <a:pt x="654270" y="664036"/>
                </a:lnTo>
                <a:lnTo>
                  <a:pt x="644505" y="664036"/>
                </a:lnTo>
                <a:lnTo>
                  <a:pt x="644505" y="654270"/>
                </a:lnTo>
                <a:lnTo>
                  <a:pt x="644505" y="644505"/>
                </a:lnTo>
                <a:lnTo>
                  <a:pt x="644505" y="634740"/>
                </a:lnTo>
                <a:lnTo>
                  <a:pt x="654270" y="634740"/>
                </a:lnTo>
                <a:lnTo>
                  <a:pt x="654270" y="624975"/>
                </a:lnTo>
                <a:lnTo>
                  <a:pt x="644505" y="624975"/>
                </a:lnTo>
                <a:lnTo>
                  <a:pt x="644505" y="615209"/>
                </a:lnTo>
                <a:lnTo>
                  <a:pt x="654270" y="615209"/>
                </a:lnTo>
                <a:lnTo>
                  <a:pt x="654270" y="605444"/>
                </a:lnTo>
                <a:lnTo>
                  <a:pt x="654270" y="595679"/>
                </a:lnTo>
                <a:lnTo>
                  <a:pt x="664036" y="595679"/>
                </a:lnTo>
                <a:lnTo>
                  <a:pt x="673801" y="595679"/>
                </a:lnTo>
                <a:lnTo>
                  <a:pt x="683566" y="595679"/>
                </a:lnTo>
                <a:lnTo>
                  <a:pt x="693331" y="595679"/>
                </a:lnTo>
                <a:lnTo>
                  <a:pt x="703096" y="595679"/>
                </a:lnTo>
                <a:lnTo>
                  <a:pt x="703096" y="605444"/>
                </a:lnTo>
                <a:lnTo>
                  <a:pt x="703096" y="615209"/>
                </a:lnTo>
                <a:lnTo>
                  <a:pt x="703096" y="624975"/>
                </a:lnTo>
                <a:lnTo>
                  <a:pt x="703096" y="634740"/>
                </a:lnTo>
                <a:lnTo>
                  <a:pt x="712862" y="634740"/>
                </a:lnTo>
                <a:lnTo>
                  <a:pt x="712862" y="624975"/>
                </a:lnTo>
                <a:lnTo>
                  <a:pt x="712862" y="615209"/>
                </a:lnTo>
                <a:lnTo>
                  <a:pt x="722627" y="615209"/>
                </a:lnTo>
                <a:lnTo>
                  <a:pt x="722627" y="605444"/>
                </a:lnTo>
                <a:lnTo>
                  <a:pt x="732392" y="605444"/>
                </a:lnTo>
                <a:lnTo>
                  <a:pt x="742157" y="605444"/>
                </a:lnTo>
                <a:lnTo>
                  <a:pt x="742157" y="595679"/>
                </a:lnTo>
                <a:lnTo>
                  <a:pt x="732392" y="595679"/>
                </a:lnTo>
                <a:lnTo>
                  <a:pt x="732392" y="585914"/>
                </a:lnTo>
                <a:lnTo>
                  <a:pt x="722627" y="585914"/>
                </a:lnTo>
                <a:lnTo>
                  <a:pt x="712862" y="585914"/>
                </a:lnTo>
                <a:lnTo>
                  <a:pt x="703096" y="585914"/>
                </a:lnTo>
                <a:lnTo>
                  <a:pt x="703096" y="576148"/>
                </a:lnTo>
                <a:lnTo>
                  <a:pt x="693331" y="576148"/>
                </a:lnTo>
                <a:lnTo>
                  <a:pt x="683566" y="576148"/>
                </a:lnTo>
                <a:lnTo>
                  <a:pt x="683566" y="566383"/>
                </a:lnTo>
                <a:lnTo>
                  <a:pt x="683566" y="556618"/>
                </a:lnTo>
                <a:lnTo>
                  <a:pt x="673801" y="556618"/>
                </a:lnTo>
                <a:lnTo>
                  <a:pt x="673801" y="546853"/>
                </a:lnTo>
                <a:lnTo>
                  <a:pt x="683566" y="546853"/>
                </a:lnTo>
                <a:lnTo>
                  <a:pt x="683566" y="537088"/>
                </a:lnTo>
                <a:lnTo>
                  <a:pt x="683566" y="527322"/>
                </a:lnTo>
                <a:lnTo>
                  <a:pt x="673801" y="527322"/>
                </a:lnTo>
                <a:lnTo>
                  <a:pt x="664036" y="527322"/>
                </a:lnTo>
                <a:lnTo>
                  <a:pt x="664036" y="517557"/>
                </a:lnTo>
                <a:lnTo>
                  <a:pt x="654270" y="517557"/>
                </a:lnTo>
                <a:lnTo>
                  <a:pt x="654270" y="507792"/>
                </a:lnTo>
                <a:lnTo>
                  <a:pt x="664036" y="507792"/>
                </a:lnTo>
                <a:lnTo>
                  <a:pt x="664036" y="498027"/>
                </a:lnTo>
                <a:lnTo>
                  <a:pt x="664036" y="488261"/>
                </a:lnTo>
                <a:lnTo>
                  <a:pt x="673801" y="488261"/>
                </a:lnTo>
                <a:lnTo>
                  <a:pt x="673801" y="478496"/>
                </a:lnTo>
                <a:lnTo>
                  <a:pt x="683566" y="478496"/>
                </a:lnTo>
                <a:lnTo>
                  <a:pt x="683566" y="468731"/>
                </a:lnTo>
                <a:lnTo>
                  <a:pt x="673801" y="468731"/>
                </a:lnTo>
                <a:lnTo>
                  <a:pt x="673801" y="458966"/>
                </a:lnTo>
                <a:lnTo>
                  <a:pt x="683566" y="458966"/>
                </a:lnTo>
                <a:lnTo>
                  <a:pt x="683566" y="449201"/>
                </a:lnTo>
                <a:lnTo>
                  <a:pt x="693331" y="449201"/>
                </a:lnTo>
                <a:lnTo>
                  <a:pt x="693331" y="458966"/>
                </a:lnTo>
                <a:lnTo>
                  <a:pt x="703096" y="458966"/>
                </a:lnTo>
                <a:lnTo>
                  <a:pt x="712862" y="458966"/>
                </a:lnTo>
                <a:lnTo>
                  <a:pt x="712862" y="449201"/>
                </a:lnTo>
                <a:lnTo>
                  <a:pt x="712862" y="439435"/>
                </a:lnTo>
                <a:lnTo>
                  <a:pt x="712862" y="429670"/>
                </a:lnTo>
                <a:lnTo>
                  <a:pt x="703096" y="429670"/>
                </a:lnTo>
                <a:lnTo>
                  <a:pt x="693331" y="429670"/>
                </a:lnTo>
                <a:lnTo>
                  <a:pt x="693331" y="419905"/>
                </a:lnTo>
                <a:lnTo>
                  <a:pt x="693331" y="410140"/>
                </a:lnTo>
                <a:lnTo>
                  <a:pt x="693331" y="400374"/>
                </a:lnTo>
                <a:lnTo>
                  <a:pt x="683566" y="400374"/>
                </a:lnTo>
                <a:lnTo>
                  <a:pt x="683566" y="410140"/>
                </a:lnTo>
                <a:lnTo>
                  <a:pt x="683566" y="419905"/>
                </a:lnTo>
                <a:lnTo>
                  <a:pt x="683566" y="429670"/>
                </a:lnTo>
                <a:lnTo>
                  <a:pt x="673801" y="429670"/>
                </a:lnTo>
                <a:lnTo>
                  <a:pt x="664036" y="429670"/>
                </a:lnTo>
                <a:lnTo>
                  <a:pt x="664036" y="419905"/>
                </a:lnTo>
                <a:lnTo>
                  <a:pt x="664036" y="410140"/>
                </a:lnTo>
                <a:lnTo>
                  <a:pt x="673801" y="410140"/>
                </a:lnTo>
                <a:lnTo>
                  <a:pt x="673801" y="400374"/>
                </a:lnTo>
                <a:lnTo>
                  <a:pt x="664036" y="400374"/>
                </a:lnTo>
                <a:lnTo>
                  <a:pt x="654270" y="400374"/>
                </a:lnTo>
                <a:lnTo>
                  <a:pt x="644505" y="400374"/>
                </a:lnTo>
                <a:lnTo>
                  <a:pt x="634740" y="400374"/>
                </a:lnTo>
                <a:lnTo>
                  <a:pt x="634740" y="410140"/>
                </a:lnTo>
                <a:lnTo>
                  <a:pt x="634740" y="419905"/>
                </a:lnTo>
                <a:lnTo>
                  <a:pt x="634740" y="429670"/>
                </a:lnTo>
                <a:lnTo>
                  <a:pt x="634740" y="439435"/>
                </a:lnTo>
                <a:lnTo>
                  <a:pt x="634740" y="449201"/>
                </a:lnTo>
                <a:lnTo>
                  <a:pt x="624975" y="449201"/>
                </a:lnTo>
                <a:lnTo>
                  <a:pt x="624975" y="439435"/>
                </a:lnTo>
                <a:lnTo>
                  <a:pt x="624975" y="429670"/>
                </a:lnTo>
                <a:lnTo>
                  <a:pt x="615209" y="429670"/>
                </a:lnTo>
                <a:lnTo>
                  <a:pt x="615209" y="419905"/>
                </a:lnTo>
                <a:lnTo>
                  <a:pt x="605444" y="419905"/>
                </a:lnTo>
                <a:lnTo>
                  <a:pt x="605444" y="410140"/>
                </a:lnTo>
                <a:lnTo>
                  <a:pt x="595679" y="410140"/>
                </a:lnTo>
                <a:lnTo>
                  <a:pt x="595679" y="419905"/>
                </a:lnTo>
                <a:lnTo>
                  <a:pt x="585914" y="419905"/>
                </a:lnTo>
                <a:lnTo>
                  <a:pt x="585914" y="429670"/>
                </a:lnTo>
                <a:lnTo>
                  <a:pt x="585914" y="439435"/>
                </a:lnTo>
                <a:lnTo>
                  <a:pt x="576148" y="439435"/>
                </a:lnTo>
                <a:lnTo>
                  <a:pt x="576148" y="429670"/>
                </a:lnTo>
                <a:lnTo>
                  <a:pt x="566383" y="429670"/>
                </a:lnTo>
                <a:lnTo>
                  <a:pt x="556618" y="429670"/>
                </a:lnTo>
                <a:lnTo>
                  <a:pt x="556618" y="419905"/>
                </a:lnTo>
                <a:lnTo>
                  <a:pt x="546853" y="419905"/>
                </a:lnTo>
                <a:lnTo>
                  <a:pt x="537088" y="419905"/>
                </a:lnTo>
                <a:lnTo>
                  <a:pt x="537088" y="429670"/>
                </a:lnTo>
                <a:lnTo>
                  <a:pt x="546853" y="429670"/>
                </a:lnTo>
                <a:lnTo>
                  <a:pt x="546853" y="439435"/>
                </a:lnTo>
                <a:lnTo>
                  <a:pt x="546853" y="449201"/>
                </a:lnTo>
                <a:lnTo>
                  <a:pt x="546853" y="458966"/>
                </a:lnTo>
                <a:lnTo>
                  <a:pt x="546853" y="468731"/>
                </a:lnTo>
                <a:lnTo>
                  <a:pt x="556618" y="468731"/>
                </a:lnTo>
                <a:lnTo>
                  <a:pt x="556618" y="478496"/>
                </a:lnTo>
                <a:lnTo>
                  <a:pt x="556618" y="488261"/>
                </a:lnTo>
                <a:lnTo>
                  <a:pt x="546853" y="488261"/>
                </a:lnTo>
                <a:lnTo>
                  <a:pt x="546853" y="478496"/>
                </a:lnTo>
                <a:lnTo>
                  <a:pt x="537088" y="478496"/>
                </a:lnTo>
                <a:lnTo>
                  <a:pt x="527322" y="478496"/>
                </a:lnTo>
                <a:lnTo>
                  <a:pt x="527322" y="468731"/>
                </a:lnTo>
                <a:lnTo>
                  <a:pt x="517557" y="468731"/>
                </a:lnTo>
                <a:lnTo>
                  <a:pt x="517557" y="458966"/>
                </a:lnTo>
                <a:lnTo>
                  <a:pt x="507792" y="458966"/>
                </a:lnTo>
                <a:lnTo>
                  <a:pt x="507792" y="468731"/>
                </a:lnTo>
                <a:lnTo>
                  <a:pt x="498027" y="468731"/>
                </a:lnTo>
                <a:lnTo>
                  <a:pt x="488261" y="468731"/>
                </a:lnTo>
                <a:lnTo>
                  <a:pt x="478496" y="468731"/>
                </a:lnTo>
                <a:lnTo>
                  <a:pt x="468731" y="468731"/>
                </a:lnTo>
                <a:lnTo>
                  <a:pt x="458966" y="468731"/>
                </a:lnTo>
                <a:lnTo>
                  <a:pt x="458966" y="478496"/>
                </a:lnTo>
                <a:lnTo>
                  <a:pt x="449201" y="478496"/>
                </a:lnTo>
                <a:lnTo>
                  <a:pt x="449201" y="468731"/>
                </a:lnTo>
                <a:lnTo>
                  <a:pt x="439435" y="468731"/>
                </a:lnTo>
                <a:lnTo>
                  <a:pt x="439435" y="458966"/>
                </a:lnTo>
                <a:lnTo>
                  <a:pt x="429670" y="458966"/>
                </a:lnTo>
                <a:lnTo>
                  <a:pt x="419905" y="458966"/>
                </a:lnTo>
                <a:lnTo>
                  <a:pt x="419905" y="449201"/>
                </a:lnTo>
                <a:lnTo>
                  <a:pt x="410140" y="449201"/>
                </a:lnTo>
                <a:lnTo>
                  <a:pt x="400374" y="449201"/>
                </a:lnTo>
                <a:lnTo>
                  <a:pt x="390609" y="449201"/>
                </a:lnTo>
                <a:lnTo>
                  <a:pt x="380844" y="449201"/>
                </a:lnTo>
                <a:lnTo>
                  <a:pt x="380844" y="439435"/>
                </a:lnTo>
                <a:lnTo>
                  <a:pt x="371079" y="439435"/>
                </a:lnTo>
                <a:lnTo>
                  <a:pt x="371079" y="429670"/>
                </a:lnTo>
                <a:lnTo>
                  <a:pt x="371079" y="419905"/>
                </a:lnTo>
                <a:lnTo>
                  <a:pt x="361313" y="419905"/>
                </a:lnTo>
                <a:lnTo>
                  <a:pt x="361313" y="410140"/>
                </a:lnTo>
                <a:close/>
                <a:moveTo>
                  <a:pt x="624975" y="400374"/>
                </a:moveTo>
                <a:lnTo>
                  <a:pt x="634740" y="400374"/>
                </a:lnTo>
                <a:lnTo>
                  <a:pt x="634740" y="390609"/>
                </a:lnTo>
                <a:lnTo>
                  <a:pt x="634740" y="380844"/>
                </a:lnTo>
                <a:lnTo>
                  <a:pt x="634740" y="371079"/>
                </a:lnTo>
                <a:lnTo>
                  <a:pt x="634740" y="361313"/>
                </a:lnTo>
                <a:lnTo>
                  <a:pt x="624975" y="361313"/>
                </a:lnTo>
                <a:lnTo>
                  <a:pt x="624975" y="371079"/>
                </a:lnTo>
                <a:lnTo>
                  <a:pt x="615209" y="371079"/>
                </a:lnTo>
                <a:lnTo>
                  <a:pt x="615209" y="361313"/>
                </a:lnTo>
                <a:lnTo>
                  <a:pt x="615209" y="351548"/>
                </a:lnTo>
                <a:lnTo>
                  <a:pt x="605444" y="351548"/>
                </a:lnTo>
                <a:lnTo>
                  <a:pt x="605444" y="341783"/>
                </a:lnTo>
                <a:lnTo>
                  <a:pt x="605444" y="332018"/>
                </a:lnTo>
                <a:lnTo>
                  <a:pt x="615209" y="332018"/>
                </a:lnTo>
                <a:lnTo>
                  <a:pt x="615209" y="322253"/>
                </a:lnTo>
                <a:lnTo>
                  <a:pt x="605444" y="322253"/>
                </a:lnTo>
                <a:lnTo>
                  <a:pt x="595679" y="322253"/>
                </a:lnTo>
                <a:lnTo>
                  <a:pt x="595679" y="332018"/>
                </a:lnTo>
                <a:lnTo>
                  <a:pt x="595679" y="341783"/>
                </a:lnTo>
                <a:lnTo>
                  <a:pt x="585914" y="341783"/>
                </a:lnTo>
                <a:lnTo>
                  <a:pt x="585914" y="351548"/>
                </a:lnTo>
                <a:lnTo>
                  <a:pt x="585914" y="361313"/>
                </a:lnTo>
                <a:lnTo>
                  <a:pt x="595679" y="361313"/>
                </a:lnTo>
                <a:lnTo>
                  <a:pt x="595679" y="371079"/>
                </a:lnTo>
                <a:lnTo>
                  <a:pt x="595679" y="380844"/>
                </a:lnTo>
                <a:lnTo>
                  <a:pt x="595679" y="390609"/>
                </a:lnTo>
                <a:lnTo>
                  <a:pt x="605444" y="390609"/>
                </a:lnTo>
                <a:lnTo>
                  <a:pt x="605444" y="400374"/>
                </a:lnTo>
                <a:lnTo>
                  <a:pt x="615209" y="400374"/>
                </a:lnTo>
                <a:close/>
                <a:moveTo>
                  <a:pt x="790984" y="361313"/>
                </a:moveTo>
                <a:lnTo>
                  <a:pt x="781218" y="361313"/>
                </a:lnTo>
                <a:lnTo>
                  <a:pt x="781218" y="371079"/>
                </a:lnTo>
                <a:lnTo>
                  <a:pt x="771453" y="371079"/>
                </a:lnTo>
                <a:lnTo>
                  <a:pt x="771453" y="380844"/>
                </a:lnTo>
                <a:lnTo>
                  <a:pt x="771453" y="390609"/>
                </a:lnTo>
                <a:lnTo>
                  <a:pt x="781218" y="390609"/>
                </a:lnTo>
                <a:lnTo>
                  <a:pt x="790984" y="390609"/>
                </a:lnTo>
                <a:lnTo>
                  <a:pt x="800749" y="390609"/>
                </a:lnTo>
                <a:lnTo>
                  <a:pt x="800749" y="380844"/>
                </a:lnTo>
                <a:lnTo>
                  <a:pt x="800749" y="371079"/>
                </a:lnTo>
                <a:lnTo>
                  <a:pt x="790984" y="371079"/>
                </a:lnTo>
                <a:close/>
                <a:moveTo>
                  <a:pt x="703096" y="322253"/>
                </a:moveTo>
                <a:lnTo>
                  <a:pt x="703096" y="312487"/>
                </a:lnTo>
                <a:lnTo>
                  <a:pt x="693331" y="312487"/>
                </a:lnTo>
                <a:lnTo>
                  <a:pt x="683566" y="312487"/>
                </a:lnTo>
                <a:lnTo>
                  <a:pt x="683566" y="322253"/>
                </a:lnTo>
                <a:lnTo>
                  <a:pt x="693331" y="322253"/>
                </a:lnTo>
                <a:close/>
                <a:moveTo>
                  <a:pt x="400374" y="390609"/>
                </a:moveTo>
                <a:lnTo>
                  <a:pt x="390609" y="390609"/>
                </a:lnTo>
                <a:lnTo>
                  <a:pt x="390609" y="400374"/>
                </a:lnTo>
                <a:lnTo>
                  <a:pt x="400374" y="400374"/>
                </a:lnTo>
                <a:close/>
                <a:moveTo>
                  <a:pt x="400374" y="380844"/>
                </a:moveTo>
                <a:lnTo>
                  <a:pt x="400374" y="390609"/>
                </a:lnTo>
                <a:lnTo>
                  <a:pt x="410140" y="390609"/>
                </a:lnTo>
                <a:lnTo>
                  <a:pt x="410140" y="380844"/>
                </a:lnTo>
                <a:lnTo>
                  <a:pt x="419905" y="380844"/>
                </a:lnTo>
                <a:lnTo>
                  <a:pt x="419905" y="371079"/>
                </a:lnTo>
                <a:lnTo>
                  <a:pt x="410140" y="371079"/>
                </a:lnTo>
                <a:lnTo>
                  <a:pt x="400374" y="371079"/>
                </a:lnTo>
                <a:close/>
                <a:moveTo>
                  <a:pt x="527322" y="449201"/>
                </a:moveTo>
                <a:lnTo>
                  <a:pt x="537088" y="449201"/>
                </a:lnTo>
                <a:lnTo>
                  <a:pt x="537088" y="439435"/>
                </a:lnTo>
                <a:lnTo>
                  <a:pt x="527322" y="439435"/>
                </a:lnTo>
                <a:lnTo>
                  <a:pt x="527322" y="429670"/>
                </a:lnTo>
                <a:lnTo>
                  <a:pt x="517557" y="429670"/>
                </a:lnTo>
                <a:lnTo>
                  <a:pt x="517557" y="419905"/>
                </a:lnTo>
                <a:lnTo>
                  <a:pt x="507792" y="419905"/>
                </a:lnTo>
                <a:lnTo>
                  <a:pt x="507792" y="410140"/>
                </a:lnTo>
                <a:lnTo>
                  <a:pt x="498027" y="410140"/>
                </a:lnTo>
                <a:lnTo>
                  <a:pt x="498027" y="400374"/>
                </a:lnTo>
                <a:lnTo>
                  <a:pt x="488261" y="400374"/>
                </a:lnTo>
                <a:lnTo>
                  <a:pt x="488261" y="410140"/>
                </a:lnTo>
                <a:lnTo>
                  <a:pt x="488261" y="419905"/>
                </a:lnTo>
                <a:lnTo>
                  <a:pt x="498027" y="419905"/>
                </a:lnTo>
                <a:lnTo>
                  <a:pt x="498027" y="429670"/>
                </a:lnTo>
                <a:lnTo>
                  <a:pt x="507792" y="429670"/>
                </a:lnTo>
                <a:lnTo>
                  <a:pt x="507792" y="439435"/>
                </a:lnTo>
                <a:lnTo>
                  <a:pt x="517557" y="439435"/>
                </a:lnTo>
                <a:lnTo>
                  <a:pt x="517557" y="449201"/>
                </a:lnTo>
                <a:close/>
                <a:moveTo>
                  <a:pt x="478496" y="400374"/>
                </a:moveTo>
                <a:lnTo>
                  <a:pt x="488261" y="400374"/>
                </a:lnTo>
                <a:lnTo>
                  <a:pt x="488261" y="390609"/>
                </a:lnTo>
                <a:lnTo>
                  <a:pt x="488261" y="380844"/>
                </a:lnTo>
                <a:lnTo>
                  <a:pt x="478496" y="380844"/>
                </a:lnTo>
                <a:lnTo>
                  <a:pt x="468731" y="380844"/>
                </a:lnTo>
                <a:lnTo>
                  <a:pt x="468731" y="390609"/>
                </a:lnTo>
                <a:lnTo>
                  <a:pt x="458966" y="390609"/>
                </a:lnTo>
                <a:lnTo>
                  <a:pt x="449201" y="390609"/>
                </a:lnTo>
                <a:lnTo>
                  <a:pt x="449201" y="380844"/>
                </a:lnTo>
                <a:lnTo>
                  <a:pt x="439435" y="380844"/>
                </a:lnTo>
                <a:lnTo>
                  <a:pt x="439435" y="371079"/>
                </a:lnTo>
                <a:lnTo>
                  <a:pt x="429670" y="371079"/>
                </a:lnTo>
                <a:lnTo>
                  <a:pt x="429670" y="380844"/>
                </a:lnTo>
                <a:lnTo>
                  <a:pt x="429670" y="390609"/>
                </a:lnTo>
                <a:lnTo>
                  <a:pt x="429670" y="400374"/>
                </a:lnTo>
                <a:lnTo>
                  <a:pt x="439435" y="400374"/>
                </a:lnTo>
                <a:lnTo>
                  <a:pt x="449201" y="400374"/>
                </a:lnTo>
                <a:lnTo>
                  <a:pt x="458966" y="400374"/>
                </a:lnTo>
                <a:lnTo>
                  <a:pt x="468731" y="400374"/>
                </a:lnTo>
                <a:close/>
                <a:moveTo>
                  <a:pt x="722627" y="537088"/>
                </a:moveTo>
                <a:lnTo>
                  <a:pt x="722627" y="527322"/>
                </a:lnTo>
                <a:lnTo>
                  <a:pt x="732392" y="527322"/>
                </a:lnTo>
                <a:lnTo>
                  <a:pt x="732392" y="517557"/>
                </a:lnTo>
                <a:lnTo>
                  <a:pt x="732392" y="507792"/>
                </a:lnTo>
                <a:lnTo>
                  <a:pt x="722627" y="507792"/>
                </a:lnTo>
                <a:lnTo>
                  <a:pt x="712862" y="507792"/>
                </a:lnTo>
                <a:lnTo>
                  <a:pt x="703096" y="507792"/>
                </a:lnTo>
                <a:lnTo>
                  <a:pt x="703096" y="517557"/>
                </a:lnTo>
                <a:lnTo>
                  <a:pt x="703096" y="527322"/>
                </a:lnTo>
                <a:lnTo>
                  <a:pt x="703096" y="537088"/>
                </a:lnTo>
                <a:lnTo>
                  <a:pt x="712862" y="537088"/>
                </a:lnTo>
                <a:close/>
                <a:moveTo>
                  <a:pt x="722627" y="439435"/>
                </a:moveTo>
                <a:lnTo>
                  <a:pt x="722627" y="449201"/>
                </a:lnTo>
                <a:lnTo>
                  <a:pt x="732392" y="449201"/>
                </a:lnTo>
                <a:lnTo>
                  <a:pt x="732392" y="439435"/>
                </a:lnTo>
                <a:close/>
                <a:moveTo>
                  <a:pt x="722627" y="361313"/>
                </a:moveTo>
                <a:lnTo>
                  <a:pt x="722627" y="371079"/>
                </a:lnTo>
                <a:lnTo>
                  <a:pt x="732392" y="371079"/>
                </a:lnTo>
                <a:lnTo>
                  <a:pt x="732392" y="361313"/>
                </a:lnTo>
                <a:lnTo>
                  <a:pt x="732392" y="351548"/>
                </a:lnTo>
                <a:lnTo>
                  <a:pt x="722627" y="351548"/>
                </a:lnTo>
                <a:lnTo>
                  <a:pt x="712862" y="351548"/>
                </a:lnTo>
                <a:lnTo>
                  <a:pt x="712862" y="361313"/>
                </a:lnTo>
                <a:close/>
                <a:moveTo>
                  <a:pt x="566383" y="234365"/>
                </a:moveTo>
                <a:lnTo>
                  <a:pt x="566383" y="244131"/>
                </a:lnTo>
                <a:lnTo>
                  <a:pt x="556618" y="244131"/>
                </a:lnTo>
                <a:lnTo>
                  <a:pt x="556618" y="253896"/>
                </a:lnTo>
                <a:lnTo>
                  <a:pt x="556618" y="263661"/>
                </a:lnTo>
                <a:lnTo>
                  <a:pt x="566383" y="263661"/>
                </a:lnTo>
                <a:lnTo>
                  <a:pt x="576148" y="263661"/>
                </a:lnTo>
                <a:lnTo>
                  <a:pt x="576148" y="253896"/>
                </a:lnTo>
                <a:lnTo>
                  <a:pt x="576148" y="244131"/>
                </a:lnTo>
                <a:lnTo>
                  <a:pt x="576148" y="234365"/>
                </a:lnTo>
                <a:close/>
                <a:moveTo>
                  <a:pt x="624975" y="224600"/>
                </a:moveTo>
                <a:lnTo>
                  <a:pt x="624975" y="234365"/>
                </a:lnTo>
                <a:lnTo>
                  <a:pt x="634740" y="234365"/>
                </a:lnTo>
                <a:lnTo>
                  <a:pt x="634740" y="224600"/>
                </a:lnTo>
                <a:close/>
                <a:moveTo>
                  <a:pt x="566383" y="361313"/>
                </a:moveTo>
                <a:lnTo>
                  <a:pt x="566383" y="371079"/>
                </a:lnTo>
                <a:lnTo>
                  <a:pt x="556618" y="371079"/>
                </a:lnTo>
                <a:lnTo>
                  <a:pt x="556618" y="380844"/>
                </a:lnTo>
                <a:lnTo>
                  <a:pt x="566383" y="380844"/>
                </a:lnTo>
                <a:lnTo>
                  <a:pt x="576148" y="380844"/>
                </a:lnTo>
                <a:lnTo>
                  <a:pt x="576148" y="371079"/>
                </a:lnTo>
                <a:lnTo>
                  <a:pt x="576148" y="361313"/>
                </a:lnTo>
                <a:close/>
                <a:moveTo>
                  <a:pt x="664036" y="390609"/>
                </a:moveTo>
                <a:lnTo>
                  <a:pt x="673801" y="390609"/>
                </a:lnTo>
                <a:lnTo>
                  <a:pt x="673801" y="380844"/>
                </a:lnTo>
                <a:lnTo>
                  <a:pt x="673801" y="371079"/>
                </a:lnTo>
                <a:lnTo>
                  <a:pt x="673801" y="361313"/>
                </a:lnTo>
                <a:lnTo>
                  <a:pt x="683566" y="361313"/>
                </a:lnTo>
                <a:lnTo>
                  <a:pt x="683566" y="351548"/>
                </a:lnTo>
                <a:lnTo>
                  <a:pt x="673801" y="351548"/>
                </a:lnTo>
                <a:lnTo>
                  <a:pt x="664036" y="351548"/>
                </a:lnTo>
                <a:lnTo>
                  <a:pt x="664036" y="361313"/>
                </a:lnTo>
                <a:lnTo>
                  <a:pt x="664036" y="371079"/>
                </a:lnTo>
                <a:lnTo>
                  <a:pt x="664036" y="380844"/>
                </a:lnTo>
                <a:close/>
                <a:moveTo>
                  <a:pt x="703096" y="371079"/>
                </a:moveTo>
                <a:lnTo>
                  <a:pt x="703096" y="380844"/>
                </a:lnTo>
                <a:lnTo>
                  <a:pt x="703096" y="390609"/>
                </a:lnTo>
                <a:lnTo>
                  <a:pt x="712862" y="390609"/>
                </a:lnTo>
                <a:lnTo>
                  <a:pt x="712862" y="380844"/>
                </a:lnTo>
                <a:lnTo>
                  <a:pt x="712862" y="371079"/>
                </a:lnTo>
                <a:close/>
                <a:moveTo>
                  <a:pt x="712862" y="546853"/>
                </a:moveTo>
                <a:lnTo>
                  <a:pt x="712862" y="556618"/>
                </a:lnTo>
                <a:lnTo>
                  <a:pt x="712862" y="566383"/>
                </a:lnTo>
                <a:lnTo>
                  <a:pt x="722627" y="566383"/>
                </a:lnTo>
                <a:lnTo>
                  <a:pt x="722627" y="556618"/>
                </a:lnTo>
                <a:lnTo>
                  <a:pt x="722627" y="546853"/>
                </a:lnTo>
                <a:close/>
                <a:moveTo>
                  <a:pt x="742157" y="664036"/>
                </a:moveTo>
                <a:lnTo>
                  <a:pt x="742157" y="673801"/>
                </a:lnTo>
                <a:lnTo>
                  <a:pt x="742157" y="683566"/>
                </a:lnTo>
                <a:lnTo>
                  <a:pt x="751923" y="683566"/>
                </a:lnTo>
                <a:lnTo>
                  <a:pt x="761688" y="683566"/>
                </a:lnTo>
                <a:lnTo>
                  <a:pt x="771453" y="683566"/>
                </a:lnTo>
                <a:lnTo>
                  <a:pt x="781218" y="683566"/>
                </a:lnTo>
                <a:lnTo>
                  <a:pt x="790984" y="683566"/>
                </a:lnTo>
                <a:lnTo>
                  <a:pt x="790984" y="673801"/>
                </a:lnTo>
                <a:lnTo>
                  <a:pt x="800749" y="673801"/>
                </a:lnTo>
                <a:lnTo>
                  <a:pt x="810514" y="673801"/>
                </a:lnTo>
                <a:lnTo>
                  <a:pt x="820279" y="673801"/>
                </a:lnTo>
                <a:lnTo>
                  <a:pt x="830044" y="673801"/>
                </a:lnTo>
                <a:lnTo>
                  <a:pt x="830044" y="664036"/>
                </a:lnTo>
                <a:lnTo>
                  <a:pt x="839810" y="664036"/>
                </a:lnTo>
                <a:lnTo>
                  <a:pt x="849575" y="664036"/>
                </a:lnTo>
                <a:lnTo>
                  <a:pt x="859340" y="664036"/>
                </a:lnTo>
                <a:lnTo>
                  <a:pt x="859340" y="673801"/>
                </a:lnTo>
                <a:lnTo>
                  <a:pt x="869105" y="673801"/>
                </a:lnTo>
                <a:lnTo>
                  <a:pt x="869105" y="664036"/>
                </a:lnTo>
                <a:lnTo>
                  <a:pt x="869105" y="654270"/>
                </a:lnTo>
                <a:lnTo>
                  <a:pt x="859340" y="654270"/>
                </a:lnTo>
                <a:lnTo>
                  <a:pt x="859340" y="644505"/>
                </a:lnTo>
                <a:lnTo>
                  <a:pt x="849575" y="644505"/>
                </a:lnTo>
                <a:lnTo>
                  <a:pt x="839810" y="644505"/>
                </a:lnTo>
                <a:lnTo>
                  <a:pt x="839810" y="634740"/>
                </a:lnTo>
                <a:lnTo>
                  <a:pt x="830044" y="634740"/>
                </a:lnTo>
                <a:lnTo>
                  <a:pt x="830044" y="644505"/>
                </a:lnTo>
                <a:lnTo>
                  <a:pt x="830044" y="654270"/>
                </a:lnTo>
                <a:lnTo>
                  <a:pt x="820279" y="654270"/>
                </a:lnTo>
                <a:lnTo>
                  <a:pt x="810514" y="654270"/>
                </a:lnTo>
                <a:lnTo>
                  <a:pt x="800749" y="654270"/>
                </a:lnTo>
                <a:lnTo>
                  <a:pt x="790984" y="654270"/>
                </a:lnTo>
                <a:lnTo>
                  <a:pt x="781218" y="654270"/>
                </a:lnTo>
                <a:lnTo>
                  <a:pt x="781218" y="664036"/>
                </a:lnTo>
                <a:lnTo>
                  <a:pt x="771453" y="664036"/>
                </a:lnTo>
                <a:lnTo>
                  <a:pt x="771453" y="654270"/>
                </a:lnTo>
                <a:lnTo>
                  <a:pt x="761688" y="654270"/>
                </a:lnTo>
                <a:lnTo>
                  <a:pt x="751923" y="654270"/>
                </a:lnTo>
                <a:lnTo>
                  <a:pt x="751923" y="664036"/>
                </a:lnTo>
                <a:close/>
                <a:moveTo>
                  <a:pt x="722627" y="644505"/>
                </a:moveTo>
                <a:lnTo>
                  <a:pt x="732392" y="644505"/>
                </a:lnTo>
                <a:lnTo>
                  <a:pt x="742157" y="644505"/>
                </a:lnTo>
                <a:lnTo>
                  <a:pt x="742157" y="634740"/>
                </a:lnTo>
                <a:lnTo>
                  <a:pt x="732392" y="634740"/>
                </a:lnTo>
                <a:lnTo>
                  <a:pt x="722627" y="634740"/>
                </a:lnTo>
                <a:close/>
                <a:moveTo>
                  <a:pt x="839810" y="585914"/>
                </a:moveTo>
                <a:lnTo>
                  <a:pt x="839810" y="595679"/>
                </a:lnTo>
                <a:lnTo>
                  <a:pt x="849575" y="595679"/>
                </a:lnTo>
                <a:lnTo>
                  <a:pt x="859340" y="595679"/>
                </a:lnTo>
                <a:lnTo>
                  <a:pt x="859340" y="585914"/>
                </a:lnTo>
                <a:lnTo>
                  <a:pt x="849575" y="585914"/>
                </a:lnTo>
                <a:close/>
                <a:moveTo>
                  <a:pt x="839810" y="605444"/>
                </a:moveTo>
                <a:lnTo>
                  <a:pt x="839810" y="595679"/>
                </a:lnTo>
                <a:lnTo>
                  <a:pt x="830044" y="595679"/>
                </a:lnTo>
                <a:lnTo>
                  <a:pt x="820279" y="595679"/>
                </a:lnTo>
                <a:lnTo>
                  <a:pt x="820279" y="605444"/>
                </a:lnTo>
                <a:lnTo>
                  <a:pt x="810514" y="605444"/>
                </a:lnTo>
                <a:lnTo>
                  <a:pt x="810514" y="615209"/>
                </a:lnTo>
                <a:lnTo>
                  <a:pt x="820279" y="615209"/>
                </a:lnTo>
                <a:lnTo>
                  <a:pt x="820279" y="624975"/>
                </a:lnTo>
                <a:lnTo>
                  <a:pt x="830044" y="624975"/>
                </a:lnTo>
                <a:lnTo>
                  <a:pt x="830044" y="615209"/>
                </a:lnTo>
                <a:lnTo>
                  <a:pt x="839810" y="615209"/>
                </a:lnTo>
                <a:close/>
                <a:moveTo>
                  <a:pt x="810514" y="634740"/>
                </a:moveTo>
                <a:lnTo>
                  <a:pt x="800749" y="634740"/>
                </a:lnTo>
                <a:lnTo>
                  <a:pt x="800749" y="644505"/>
                </a:lnTo>
                <a:lnTo>
                  <a:pt x="810514" y="644505"/>
                </a:lnTo>
                <a:lnTo>
                  <a:pt x="820279" y="644505"/>
                </a:lnTo>
                <a:lnTo>
                  <a:pt x="820279" y="634740"/>
                </a:lnTo>
                <a:close/>
                <a:moveTo>
                  <a:pt x="761688" y="410140"/>
                </a:moveTo>
                <a:lnTo>
                  <a:pt x="771453" y="410140"/>
                </a:lnTo>
                <a:lnTo>
                  <a:pt x="771453" y="400374"/>
                </a:lnTo>
                <a:lnTo>
                  <a:pt x="761688" y="400374"/>
                </a:lnTo>
                <a:close/>
                <a:moveTo>
                  <a:pt x="751923" y="361313"/>
                </a:moveTo>
                <a:lnTo>
                  <a:pt x="751923" y="371079"/>
                </a:lnTo>
                <a:lnTo>
                  <a:pt x="751923" y="380844"/>
                </a:lnTo>
                <a:lnTo>
                  <a:pt x="761688" y="380844"/>
                </a:lnTo>
                <a:lnTo>
                  <a:pt x="761688" y="371079"/>
                </a:lnTo>
                <a:lnTo>
                  <a:pt x="761688" y="361313"/>
                </a:lnTo>
                <a:close/>
                <a:moveTo>
                  <a:pt x="810514" y="507792"/>
                </a:moveTo>
                <a:lnTo>
                  <a:pt x="820279" y="507792"/>
                </a:lnTo>
                <a:lnTo>
                  <a:pt x="820279" y="498027"/>
                </a:lnTo>
                <a:lnTo>
                  <a:pt x="810514" y="498027"/>
                </a:lnTo>
                <a:close/>
                <a:moveTo>
                  <a:pt x="810514" y="703096"/>
                </a:moveTo>
                <a:lnTo>
                  <a:pt x="810514" y="712862"/>
                </a:lnTo>
                <a:lnTo>
                  <a:pt x="810514" y="722627"/>
                </a:lnTo>
                <a:lnTo>
                  <a:pt x="820279" y="722627"/>
                </a:lnTo>
                <a:lnTo>
                  <a:pt x="820279" y="712862"/>
                </a:lnTo>
                <a:lnTo>
                  <a:pt x="820279" y="703096"/>
                </a:lnTo>
                <a:close/>
                <a:moveTo>
                  <a:pt x="898401" y="722627"/>
                </a:moveTo>
                <a:lnTo>
                  <a:pt x="898401" y="712862"/>
                </a:lnTo>
                <a:lnTo>
                  <a:pt x="888636" y="712862"/>
                </a:lnTo>
                <a:lnTo>
                  <a:pt x="888636" y="722627"/>
                </a:lnTo>
                <a:close/>
                <a:moveTo>
                  <a:pt x="878871" y="605444"/>
                </a:moveTo>
                <a:lnTo>
                  <a:pt x="869105" y="605444"/>
                </a:lnTo>
                <a:lnTo>
                  <a:pt x="869105" y="615209"/>
                </a:lnTo>
                <a:lnTo>
                  <a:pt x="869105" y="624975"/>
                </a:lnTo>
                <a:lnTo>
                  <a:pt x="878871" y="624975"/>
                </a:lnTo>
                <a:lnTo>
                  <a:pt x="878871" y="615209"/>
                </a:lnTo>
                <a:close/>
                <a:moveTo>
                  <a:pt x="869105" y="693331"/>
                </a:moveTo>
                <a:lnTo>
                  <a:pt x="869105" y="703096"/>
                </a:lnTo>
                <a:lnTo>
                  <a:pt x="878871" y="703096"/>
                </a:lnTo>
                <a:lnTo>
                  <a:pt x="878871" y="693331"/>
                </a:lnTo>
                <a:close/>
                <a:moveTo>
                  <a:pt x="400374" y="585914"/>
                </a:moveTo>
                <a:lnTo>
                  <a:pt x="400374" y="595679"/>
                </a:lnTo>
                <a:lnTo>
                  <a:pt x="390609" y="595679"/>
                </a:lnTo>
                <a:lnTo>
                  <a:pt x="390609" y="585914"/>
                </a:lnTo>
                <a:close/>
                <a:moveTo>
                  <a:pt x="429670" y="126948"/>
                </a:moveTo>
                <a:lnTo>
                  <a:pt x="429670" y="136713"/>
                </a:lnTo>
                <a:lnTo>
                  <a:pt x="419905" y="136713"/>
                </a:lnTo>
                <a:lnTo>
                  <a:pt x="419905" y="126948"/>
                </a:lnTo>
                <a:close/>
                <a:moveTo>
                  <a:pt x="439435" y="332018"/>
                </a:moveTo>
                <a:lnTo>
                  <a:pt x="429670" y="332018"/>
                </a:lnTo>
                <a:lnTo>
                  <a:pt x="429670" y="322253"/>
                </a:lnTo>
                <a:lnTo>
                  <a:pt x="419905" y="322253"/>
                </a:lnTo>
                <a:lnTo>
                  <a:pt x="419905" y="312487"/>
                </a:lnTo>
                <a:lnTo>
                  <a:pt x="410140" y="312487"/>
                </a:lnTo>
                <a:lnTo>
                  <a:pt x="410140" y="302722"/>
                </a:lnTo>
                <a:lnTo>
                  <a:pt x="400374" y="302722"/>
                </a:lnTo>
                <a:lnTo>
                  <a:pt x="400374" y="292957"/>
                </a:lnTo>
                <a:lnTo>
                  <a:pt x="400374" y="283192"/>
                </a:lnTo>
                <a:lnTo>
                  <a:pt x="410140" y="283192"/>
                </a:lnTo>
                <a:lnTo>
                  <a:pt x="419905" y="283192"/>
                </a:lnTo>
                <a:lnTo>
                  <a:pt x="429670" y="283192"/>
                </a:lnTo>
                <a:lnTo>
                  <a:pt x="429670" y="292957"/>
                </a:lnTo>
                <a:lnTo>
                  <a:pt x="439435" y="292957"/>
                </a:lnTo>
                <a:lnTo>
                  <a:pt x="439435" y="302722"/>
                </a:lnTo>
                <a:lnTo>
                  <a:pt x="439435" y="312487"/>
                </a:lnTo>
                <a:lnTo>
                  <a:pt x="449201" y="312487"/>
                </a:lnTo>
                <a:lnTo>
                  <a:pt x="449201" y="322253"/>
                </a:lnTo>
                <a:lnTo>
                  <a:pt x="439435" y="322253"/>
                </a:lnTo>
                <a:close/>
                <a:moveTo>
                  <a:pt x="449201" y="898401"/>
                </a:moveTo>
                <a:lnTo>
                  <a:pt x="449201" y="908166"/>
                </a:lnTo>
                <a:lnTo>
                  <a:pt x="439435" y="908166"/>
                </a:lnTo>
                <a:lnTo>
                  <a:pt x="429670" y="908166"/>
                </a:lnTo>
                <a:lnTo>
                  <a:pt x="419905" y="908166"/>
                </a:lnTo>
                <a:lnTo>
                  <a:pt x="419905" y="898401"/>
                </a:lnTo>
                <a:lnTo>
                  <a:pt x="419905" y="888636"/>
                </a:lnTo>
                <a:lnTo>
                  <a:pt x="429670" y="888636"/>
                </a:lnTo>
                <a:lnTo>
                  <a:pt x="429670" y="878871"/>
                </a:lnTo>
                <a:lnTo>
                  <a:pt x="439435" y="878871"/>
                </a:lnTo>
                <a:lnTo>
                  <a:pt x="449201" y="878871"/>
                </a:lnTo>
                <a:lnTo>
                  <a:pt x="449201" y="888636"/>
                </a:lnTo>
                <a:close/>
                <a:moveTo>
                  <a:pt x="419905" y="908166"/>
                </a:moveTo>
                <a:lnTo>
                  <a:pt x="419905" y="917931"/>
                </a:lnTo>
                <a:lnTo>
                  <a:pt x="410140" y="917931"/>
                </a:lnTo>
                <a:lnTo>
                  <a:pt x="410140" y="908166"/>
                </a:lnTo>
                <a:close/>
                <a:moveTo>
                  <a:pt x="449201" y="956992"/>
                </a:moveTo>
                <a:lnTo>
                  <a:pt x="439435" y="956992"/>
                </a:lnTo>
                <a:lnTo>
                  <a:pt x="439435" y="966758"/>
                </a:lnTo>
                <a:lnTo>
                  <a:pt x="429670" y="966758"/>
                </a:lnTo>
                <a:lnTo>
                  <a:pt x="429670" y="956992"/>
                </a:lnTo>
                <a:lnTo>
                  <a:pt x="429670" y="947227"/>
                </a:lnTo>
                <a:lnTo>
                  <a:pt x="439435" y="947227"/>
                </a:lnTo>
                <a:lnTo>
                  <a:pt x="439435" y="937462"/>
                </a:lnTo>
                <a:lnTo>
                  <a:pt x="449201" y="937462"/>
                </a:lnTo>
                <a:lnTo>
                  <a:pt x="449201" y="927697"/>
                </a:lnTo>
                <a:lnTo>
                  <a:pt x="458966" y="927697"/>
                </a:lnTo>
                <a:lnTo>
                  <a:pt x="458966" y="937462"/>
                </a:lnTo>
                <a:lnTo>
                  <a:pt x="458966" y="947227"/>
                </a:lnTo>
                <a:lnTo>
                  <a:pt x="449201" y="947227"/>
                </a:lnTo>
                <a:close/>
                <a:moveTo>
                  <a:pt x="468731" y="9765"/>
                </a:moveTo>
                <a:lnTo>
                  <a:pt x="458966" y="9765"/>
                </a:lnTo>
                <a:lnTo>
                  <a:pt x="449201" y="9765"/>
                </a:lnTo>
                <a:lnTo>
                  <a:pt x="449201" y="0"/>
                </a:lnTo>
                <a:lnTo>
                  <a:pt x="458966" y="0"/>
                </a:lnTo>
                <a:lnTo>
                  <a:pt x="468731" y="0"/>
                </a:lnTo>
                <a:close/>
                <a:moveTo>
                  <a:pt x="449201" y="117183"/>
                </a:moveTo>
                <a:lnTo>
                  <a:pt x="458966" y="117183"/>
                </a:lnTo>
                <a:lnTo>
                  <a:pt x="458966" y="126948"/>
                </a:lnTo>
                <a:lnTo>
                  <a:pt x="458966" y="136713"/>
                </a:lnTo>
                <a:lnTo>
                  <a:pt x="468731" y="136713"/>
                </a:lnTo>
                <a:lnTo>
                  <a:pt x="468731" y="146478"/>
                </a:lnTo>
                <a:lnTo>
                  <a:pt x="468731" y="156244"/>
                </a:lnTo>
                <a:lnTo>
                  <a:pt x="458966" y="156244"/>
                </a:lnTo>
                <a:lnTo>
                  <a:pt x="458966" y="146478"/>
                </a:lnTo>
                <a:lnTo>
                  <a:pt x="449201" y="146478"/>
                </a:lnTo>
                <a:lnTo>
                  <a:pt x="449201" y="136713"/>
                </a:lnTo>
                <a:lnTo>
                  <a:pt x="449201" y="126948"/>
                </a:lnTo>
                <a:close/>
                <a:moveTo>
                  <a:pt x="439435" y="507792"/>
                </a:moveTo>
                <a:lnTo>
                  <a:pt x="449201" y="507792"/>
                </a:lnTo>
                <a:lnTo>
                  <a:pt x="449201" y="517557"/>
                </a:lnTo>
                <a:lnTo>
                  <a:pt x="439435" y="517557"/>
                </a:lnTo>
                <a:lnTo>
                  <a:pt x="429670" y="517557"/>
                </a:lnTo>
                <a:lnTo>
                  <a:pt x="429670" y="507792"/>
                </a:lnTo>
                <a:close/>
                <a:moveTo>
                  <a:pt x="478496" y="839810"/>
                </a:moveTo>
                <a:lnTo>
                  <a:pt x="468731" y="839810"/>
                </a:lnTo>
                <a:lnTo>
                  <a:pt x="468731" y="830044"/>
                </a:lnTo>
                <a:lnTo>
                  <a:pt x="458966" y="830044"/>
                </a:lnTo>
                <a:lnTo>
                  <a:pt x="449201" y="830044"/>
                </a:lnTo>
                <a:lnTo>
                  <a:pt x="449201" y="820279"/>
                </a:lnTo>
                <a:lnTo>
                  <a:pt x="458966" y="820279"/>
                </a:lnTo>
                <a:lnTo>
                  <a:pt x="468731" y="820279"/>
                </a:lnTo>
                <a:lnTo>
                  <a:pt x="478496" y="820279"/>
                </a:lnTo>
                <a:lnTo>
                  <a:pt x="478496" y="810514"/>
                </a:lnTo>
                <a:lnTo>
                  <a:pt x="488261" y="810514"/>
                </a:lnTo>
                <a:lnTo>
                  <a:pt x="498027" y="810514"/>
                </a:lnTo>
                <a:lnTo>
                  <a:pt x="507792" y="810514"/>
                </a:lnTo>
                <a:lnTo>
                  <a:pt x="507792" y="800749"/>
                </a:lnTo>
                <a:lnTo>
                  <a:pt x="498027" y="800749"/>
                </a:lnTo>
                <a:lnTo>
                  <a:pt x="488261" y="800749"/>
                </a:lnTo>
                <a:lnTo>
                  <a:pt x="478496" y="800749"/>
                </a:lnTo>
                <a:lnTo>
                  <a:pt x="478496" y="790984"/>
                </a:lnTo>
                <a:lnTo>
                  <a:pt x="488261" y="790984"/>
                </a:lnTo>
                <a:lnTo>
                  <a:pt x="488261" y="781218"/>
                </a:lnTo>
                <a:lnTo>
                  <a:pt x="488261" y="771453"/>
                </a:lnTo>
                <a:lnTo>
                  <a:pt x="488261" y="761688"/>
                </a:lnTo>
                <a:lnTo>
                  <a:pt x="498027" y="761688"/>
                </a:lnTo>
                <a:lnTo>
                  <a:pt x="498027" y="771453"/>
                </a:lnTo>
                <a:lnTo>
                  <a:pt x="498027" y="781218"/>
                </a:lnTo>
                <a:lnTo>
                  <a:pt x="498027" y="790984"/>
                </a:lnTo>
                <a:lnTo>
                  <a:pt x="507792" y="790984"/>
                </a:lnTo>
                <a:lnTo>
                  <a:pt x="517557" y="790984"/>
                </a:lnTo>
                <a:lnTo>
                  <a:pt x="517557" y="781218"/>
                </a:lnTo>
                <a:lnTo>
                  <a:pt x="517557" y="771453"/>
                </a:lnTo>
                <a:lnTo>
                  <a:pt x="517557" y="761688"/>
                </a:lnTo>
                <a:lnTo>
                  <a:pt x="517557" y="751923"/>
                </a:lnTo>
                <a:lnTo>
                  <a:pt x="517557" y="742157"/>
                </a:lnTo>
                <a:lnTo>
                  <a:pt x="507792" y="742157"/>
                </a:lnTo>
                <a:lnTo>
                  <a:pt x="507792" y="732392"/>
                </a:lnTo>
                <a:lnTo>
                  <a:pt x="517557" y="732392"/>
                </a:lnTo>
                <a:lnTo>
                  <a:pt x="517557" y="722627"/>
                </a:lnTo>
                <a:lnTo>
                  <a:pt x="527322" y="722627"/>
                </a:lnTo>
                <a:lnTo>
                  <a:pt x="527322" y="712862"/>
                </a:lnTo>
                <a:lnTo>
                  <a:pt x="517557" y="712862"/>
                </a:lnTo>
                <a:lnTo>
                  <a:pt x="517557" y="703096"/>
                </a:lnTo>
                <a:lnTo>
                  <a:pt x="507792" y="703096"/>
                </a:lnTo>
                <a:lnTo>
                  <a:pt x="507792" y="693331"/>
                </a:lnTo>
                <a:lnTo>
                  <a:pt x="517557" y="693331"/>
                </a:lnTo>
                <a:lnTo>
                  <a:pt x="527322" y="693331"/>
                </a:lnTo>
                <a:lnTo>
                  <a:pt x="527322" y="703096"/>
                </a:lnTo>
                <a:lnTo>
                  <a:pt x="537088" y="703096"/>
                </a:lnTo>
                <a:lnTo>
                  <a:pt x="546853" y="703096"/>
                </a:lnTo>
                <a:lnTo>
                  <a:pt x="546853" y="693331"/>
                </a:lnTo>
                <a:lnTo>
                  <a:pt x="546853" y="683566"/>
                </a:lnTo>
                <a:lnTo>
                  <a:pt x="537088" y="683566"/>
                </a:lnTo>
                <a:lnTo>
                  <a:pt x="537088" y="673801"/>
                </a:lnTo>
                <a:lnTo>
                  <a:pt x="546853" y="673801"/>
                </a:lnTo>
                <a:lnTo>
                  <a:pt x="546853" y="664036"/>
                </a:lnTo>
                <a:lnTo>
                  <a:pt x="537088" y="664036"/>
                </a:lnTo>
                <a:lnTo>
                  <a:pt x="537088" y="654270"/>
                </a:lnTo>
                <a:lnTo>
                  <a:pt x="527322" y="654270"/>
                </a:lnTo>
                <a:lnTo>
                  <a:pt x="517557" y="654270"/>
                </a:lnTo>
                <a:lnTo>
                  <a:pt x="507792" y="654270"/>
                </a:lnTo>
                <a:lnTo>
                  <a:pt x="507792" y="644505"/>
                </a:lnTo>
                <a:lnTo>
                  <a:pt x="507792" y="634740"/>
                </a:lnTo>
                <a:lnTo>
                  <a:pt x="517557" y="634740"/>
                </a:lnTo>
                <a:lnTo>
                  <a:pt x="527322" y="634740"/>
                </a:lnTo>
                <a:lnTo>
                  <a:pt x="527322" y="624975"/>
                </a:lnTo>
                <a:lnTo>
                  <a:pt x="537088" y="624975"/>
                </a:lnTo>
                <a:lnTo>
                  <a:pt x="537088" y="615209"/>
                </a:lnTo>
                <a:lnTo>
                  <a:pt x="546853" y="615209"/>
                </a:lnTo>
                <a:lnTo>
                  <a:pt x="546853" y="605444"/>
                </a:lnTo>
                <a:lnTo>
                  <a:pt x="537088" y="605444"/>
                </a:lnTo>
                <a:lnTo>
                  <a:pt x="537088" y="595679"/>
                </a:lnTo>
                <a:lnTo>
                  <a:pt x="527322" y="595679"/>
                </a:lnTo>
                <a:lnTo>
                  <a:pt x="527322" y="585914"/>
                </a:lnTo>
                <a:lnTo>
                  <a:pt x="527322" y="576148"/>
                </a:lnTo>
                <a:lnTo>
                  <a:pt x="537088" y="576148"/>
                </a:lnTo>
                <a:lnTo>
                  <a:pt x="546853" y="576148"/>
                </a:lnTo>
                <a:lnTo>
                  <a:pt x="556618" y="576148"/>
                </a:lnTo>
                <a:lnTo>
                  <a:pt x="556618" y="585914"/>
                </a:lnTo>
                <a:lnTo>
                  <a:pt x="556618" y="595679"/>
                </a:lnTo>
                <a:lnTo>
                  <a:pt x="556618" y="605444"/>
                </a:lnTo>
                <a:lnTo>
                  <a:pt x="556618" y="615209"/>
                </a:lnTo>
                <a:lnTo>
                  <a:pt x="566383" y="615209"/>
                </a:lnTo>
                <a:lnTo>
                  <a:pt x="566383" y="605444"/>
                </a:lnTo>
                <a:lnTo>
                  <a:pt x="576148" y="605444"/>
                </a:lnTo>
                <a:lnTo>
                  <a:pt x="576148" y="595679"/>
                </a:lnTo>
                <a:lnTo>
                  <a:pt x="576148" y="585914"/>
                </a:lnTo>
                <a:lnTo>
                  <a:pt x="585914" y="585914"/>
                </a:lnTo>
                <a:lnTo>
                  <a:pt x="585914" y="595679"/>
                </a:lnTo>
                <a:lnTo>
                  <a:pt x="595679" y="595679"/>
                </a:lnTo>
                <a:lnTo>
                  <a:pt x="595679" y="605444"/>
                </a:lnTo>
                <a:lnTo>
                  <a:pt x="605444" y="605444"/>
                </a:lnTo>
                <a:lnTo>
                  <a:pt x="615209" y="605444"/>
                </a:lnTo>
                <a:lnTo>
                  <a:pt x="615209" y="615209"/>
                </a:lnTo>
                <a:lnTo>
                  <a:pt x="605444" y="615209"/>
                </a:lnTo>
                <a:lnTo>
                  <a:pt x="605444" y="624975"/>
                </a:lnTo>
                <a:lnTo>
                  <a:pt x="605444" y="634740"/>
                </a:lnTo>
                <a:lnTo>
                  <a:pt x="615209" y="634740"/>
                </a:lnTo>
                <a:lnTo>
                  <a:pt x="615209" y="644505"/>
                </a:lnTo>
                <a:lnTo>
                  <a:pt x="624975" y="644505"/>
                </a:lnTo>
                <a:lnTo>
                  <a:pt x="624975" y="654270"/>
                </a:lnTo>
                <a:lnTo>
                  <a:pt x="624975" y="664036"/>
                </a:lnTo>
                <a:lnTo>
                  <a:pt x="624975" y="673801"/>
                </a:lnTo>
                <a:lnTo>
                  <a:pt x="624975" y="683566"/>
                </a:lnTo>
                <a:lnTo>
                  <a:pt x="634740" y="683566"/>
                </a:lnTo>
                <a:lnTo>
                  <a:pt x="644505" y="683566"/>
                </a:lnTo>
                <a:lnTo>
                  <a:pt x="644505" y="693331"/>
                </a:lnTo>
                <a:lnTo>
                  <a:pt x="634740" y="693331"/>
                </a:lnTo>
                <a:lnTo>
                  <a:pt x="634740" y="703096"/>
                </a:lnTo>
                <a:lnTo>
                  <a:pt x="624975" y="703096"/>
                </a:lnTo>
                <a:lnTo>
                  <a:pt x="624975" y="712862"/>
                </a:lnTo>
                <a:lnTo>
                  <a:pt x="615209" y="712862"/>
                </a:lnTo>
                <a:lnTo>
                  <a:pt x="605444" y="712862"/>
                </a:lnTo>
                <a:lnTo>
                  <a:pt x="595679" y="712862"/>
                </a:lnTo>
                <a:lnTo>
                  <a:pt x="595679" y="722627"/>
                </a:lnTo>
                <a:lnTo>
                  <a:pt x="595679" y="732392"/>
                </a:lnTo>
                <a:lnTo>
                  <a:pt x="605444" y="732392"/>
                </a:lnTo>
                <a:lnTo>
                  <a:pt x="615209" y="732392"/>
                </a:lnTo>
                <a:lnTo>
                  <a:pt x="615209" y="742157"/>
                </a:lnTo>
                <a:lnTo>
                  <a:pt x="624975" y="742157"/>
                </a:lnTo>
                <a:lnTo>
                  <a:pt x="634740" y="742157"/>
                </a:lnTo>
                <a:lnTo>
                  <a:pt x="644505" y="742157"/>
                </a:lnTo>
                <a:lnTo>
                  <a:pt x="644505" y="751923"/>
                </a:lnTo>
                <a:lnTo>
                  <a:pt x="634740" y="751923"/>
                </a:lnTo>
                <a:lnTo>
                  <a:pt x="634740" y="761688"/>
                </a:lnTo>
                <a:lnTo>
                  <a:pt x="624975" y="761688"/>
                </a:lnTo>
                <a:lnTo>
                  <a:pt x="624975" y="771453"/>
                </a:lnTo>
                <a:lnTo>
                  <a:pt x="615209" y="771453"/>
                </a:lnTo>
                <a:lnTo>
                  <a:pt x="615209" y="781218"/>
                </a:lnTo>
                <a:lnTo>
                  <a:pt x="605444" y="781218"/>
                </a:lnTo>
                <a:lnTo>
                  <a:pt x="595679" y="781218"/>
                </a:lnTo>
                <a:lnTo>
                  <a:pt x="595679" y="771453"/>
                </a:lnTo>
                <a:lnTo>
                  <a:pt x="585914" y="771453"/>
                </a:lnTo>
                <a:lnTo>
                  <a:pt x="576148" y="771453"/>
                </a:lnTo>
                <a:lnTo>
                  <a:pt x="566383" y="771453"/>
                </a:lnTo>
                <a:lnTo>
                  <a:pt x="566383" y="781218"/>
                </a:lnTo>
                <a:lnTo>
                  <a:pt x="556618" y="781218"/>
                </a:lnTo>
                <a:lnTo>
                  <a:pt x="556618" y="771453"/>
                </a:lnTo>
                <a:lnTo>
                  <a:pt x="546853" y="771453"/>
                </a:lnTo>
                <a:lnTo>
                  <a:pt x="546853" y="781218"/>
                </a:lnTo>
                <a:lnTo>
                  <a:pt x="537088" y="781218"/>
                </a:lnTo>
                <a:lnTo>
                  <a:pt x="537088" y="790984"/>
                </a:lnTo>
                <a:lnTo>
                  <a:pt x="546853" y="790984"/>
                </a:lnTo>
                <a:lnTo>
                  <a:pt x="546853" y="800749"/>
                </a:lnTo>
                <a:lnTo>
                  <a:pt x="546853" y="810514"/>
                </a:lnTo>
                <a:lnTo>
                  <a:pt x="546853" y="820279"/>
                </a:lnTo>
                <a:lnTo>
                  <a:pt x="537088" y="820279"/>
                </a:lnTo>
                <a:lnTo>
                  <a:pt x="527322" y="820279"/>
                </a:lnTo>
                <a:lnTo>
                  <a:pt x="517557" y="820279"/>
                </a:lnTo>
                <a:lnTo>
                  <a:pt x="517557" y="830044"/>
                </a:lnTo>
                <a:lnTo>
                  <a:pt x="507792" y="830044"/>
                </a:lnTo>
                <a:lnTo>
                  <a:pt x="498027" y="830044"/>
                </a:lnTo>
                <a:lnTo>
                  <a:pt x="498027" y="839810"/>
                </a:lnTo>
                <a:lnTo>
                  <a:pt x="488261" y="839810"/>
                </a:lnTo>
                <a:lnTo>
                  <a:pt x="488261" y="849575"/>
                </a:lnTo>
                <a:lnTo>
                  <a:pt x="478496" y="849575"/>
                </a:lnTo>
                <a:close/>
                <a:moveTo>
                  <a:pt x="537088" y="751923"/>
                </a:moveTo>
                <a:lnTo>
                  <a:pt x="546853" y="751923"/>
                </a:lnTo>
                <a:lnTo>
                  <a:pt x="556618" y="751923"/>
                </a:lnTo>
                <a:lnTo>
                  <a:pt x="566383" y="751923"/>
                </a:lnTo>
                <a:lnTo>
                  <a:pt x="576148" y="751923"/>
                </a:lnTo>
                <a:lnTo>
                  <a:pt x="576148" y="742157"/>
                </a:lnTo>
                <a:lnTo>
                  <a:pt x="585914" y="742157"/>
                </a:lnTo>
                <a:lnTo>
                  <a:pt x="585914" y="732392"/>
                </a:lnTo>
                <a:lnTo>
                  <a:pt x="585914" y="722627"/>
                </a:lnTo>
                <a:lnTo>
                  <a:pt x="576148" y="722627"/>
                </a:lnTo>
                <a:lnTo>
                  <a:pt x="566383" y="722627"/>
                </a:lnTo>
                <a:lnTo>
                  <a:pt x="566383" y="732392"/>
                </a:lnTo>
                <a:lnTo>
                  <a:pt x="556618" y="732392"/>
                </a:lnTo>
                <a:lnTo>
                  <a:pt x="546853" y="732392"/>
                </a:lnTo>
                <a:lnTo>
                  <a:pt x="537088" y="732392"/>
                </a:lnTo>
                <a:lnTo>
                  <a:pt x="537088" y="742157"/>
                </a:lnTo>
                <a:close/>
                <a:moveTo>
                  <a:pt x="566383" y="683566"/>
                </a:moveTo>
                <a:lnTo>
                  <a:pt x="556618" y="683566"/>
                </a:lnTo>
                <a:lnTo>
                  <a:pt x="556618" y="693331"/>
                </a:lnTo>
                <a:lnTo>
                  <a:pt x="566383" y="693331"/>
                </a:lnTo>
                <a:lnTo>
                  <a:pt x="576148" y="693331"/>
                </a:lnTo>
                <a:lnTo>
                  <a:pt x="585914" y="693331"/>
                </a:lnTo>
                <a:lnTo>
                  <a:pt x="595679" y="693331"/>
                </a:lnTo>
                <a:lnTo>
                  <a:pt x="595679" y="683566"/>
                </a:lnTo>
                <a:lnTo>
                  <a:pt x="585914" y="683566"/>
                </a:lnTo>
                <a:lnTo>
                  <a:pt x="576148" y="683566"/>
                </a:lnTo>
                <a:lnTo>
                  <a:pt x="576148" y="673801"/>
                </a:lnTo>
                <a:lnTo>
                  <a:pt x="566383" y="673801"/>
                </a:lnTo>
                <a:close/>
                <a:moveTo>
                  <a:pt x="556618" y="673801"/>
                </a:moveTo>
                <a:lnTo>
                  <a:pt x="566383" y="673801"/>
                </a:lnTo>
                <a:lnTo>
                  <a:pt x="566383" y="664036"/>
                </a:lnTo>
                <a:lnTo>
                  <a:pt x="566383" y="654270"/>
                </a:lnTo>
                <a:lnTo>
                  <a:pt x="556618" y="654270"/>
                </a:lnTo>
                <a:lnTo>
                  <a:pt x="556618" y="664036"/>
                </a:lnTo>
                <a:close/>
                <a:moveTo>
                  <a:pt x="576148" y="615209"/>
                </a:moveTo>
                <a:lnTo>
                  <a:pt x="576148" y="624975"/>
                </a:lnTo>
                <a:lnTo>
                  <a:pt x="566383" y="624975"/>
                </a:lnTo>
                <a:lnTo>
                  <a:pt x="566383" y="634740"/>
                </a:lnTo>
                <a:lnTo>
                  <a:pt x="566383" y="644505"/>
                </a:lnTo>
                <a:lnTo>
                  <a:pt x="576148" y="644505"/>
                </a:lnTo>
                <a:lnTo>
                  <a:pt x="576148" y="634740"/>
                </a:lnTo>
                <a:lnTo>
                  <a:pt x="585914" y="634740"/>
                </a:lnTo>
                <a:lnTo>
                  <a:pt x="585914" y="624975"/>
                </a:lnTo>
                <a:lnTo>
                  <a:pt x="585914" y="615209"/>
                </a:lnTo>
                <a:close/>
                <a:moveTo>
                  <a:pt x="468731" y="859340"/>
                </a:moveTo>
                <a:lnTo>
                  <a:pt x="478496" y="859340"/>
                </a:lnTo>
                <a:lnTo>
                  <a:pt x="478496" y="869105"/>
                </a:lnTo>
                <a:lnTo>
                  <a:pt x="468731" y="869105"/>
                </a:lnTo>
                <a:lnTo>
                  <a:pt x="468731" y="878871"/>
                </a:lnTo>
                <a:lnTo>
                  <a:pt x="458966" y="878871"/>
                </a:lnTo>
                <a:lnTo>
                  <a:pt x="458966" y="869105"/>
                </a:lnTo>
                <a:lnTo>
                  <a:pt x="449201" y="869105"/>
                </a:lnTo>
                <a:lnTo>
                  <a:pt x="449201" y="859340"/>
                </a:lnTo>
                <a:lnTo>
                  <a:pt x="458966" y="859340"/>
                </a:lnTo>
                <a:close/>
                <a:moveTo>
                  <a:pt x="498027" y="39061"/>
                </a:moveTo>
                <a:lnTo>
                  <a:pt x="498027" y="29296"/>
                </a:lnTo>
                <a:lnTo>
                  <a:pt x="488261" y="29296"/>
                </a:lnTo>
                <a:lnTo>
                  <a:pt x="488261" y="19530"/>
                </a:lnTo>
                <a:lnTo>
                  <a:pt x="498027" y="19530"/>
                </a:lnTo>
                <a:lnTo>
                  <a:pt x="507792" y="19530"/>
                </a:lnTo>
                <a:lnTo>
                  <a:pt x="507792" y="29296"/>
                </a:lnTo>
                <a:lnTo>
                  <a:pt x="507792" y="39061"/>
                </a:lnTo>
                <a:close/>
                <a:moveTo>
                  <a:pt x="488261" y="68357"/>
                </a:moveTo>
                <a:lnTo>
                  <a:pt x="488261" y="78122"/>
                </a:lnTo>
                <a:lnTo>
                  <a:pt x="478496" y="78122"/>
                </a:lnTo>
                <a:lnTo>
                  <a:pt x="478496" y="68357"/>
                </a:lnTo>
                <a:close/>
                <a:moveTo>
                  <a:pt x="507792" y="615209"/>
                </a:moveTo>
                <a:lnTo>
                  <a:pt x="498027" y="615209"/>
                </a:lnTo>
                <a:lnTo>
                  <a:pt x="488261" y="615209"/>
                </a:lnTo>
                <a:lnTo>
                  <a:pt x="478496" y="615209"/>
                </a:lnTo>
                <a:lnTo>
                  <a:pt x="468731" y="615209"/>
                </a:lnTo>
                <a:lnTo>
                  <a:pt x="468731" y="605444"/>
                </a:lnTo>
                <a:lnTo>
                  <a:pt x="468731" y="595679"/>
                </a:lnTo>
                <a:lnTo>
                  <a:pt x="478496" y="595679"/>
                </a:lnTo>
                <a:lnTo>
                  <a:pt x="478496" y="585914"/>
                </a:lnTo>
                <a:lnTo>
                  <a:pt x="488261" y="585914"/>
                </a:lnTo>
                <a:lnTo>
                  <a:pt x="498027" y="585914"/>
                </a:lnTo>
                <a:lnTo>
                  <a:pt x="498027" y="595679"/>
                </a:lnTo>
                <a:lnTo>
                  <a:pt x="498027" y="605444"/>
                </a:lnTo>
                <a:lnTo>
                  <a:pt x="507792" y="605444"/>
                </a:lnTo>
                <a:close/>
                <a:moveTo>
                  <a:pt x="478496" y="703096"/>
                </a:moveTo>
                <a:lnTo>
                  <a:pt x="478496" y="693331"/>
                </a:lnTo>
                <a:lnTo>
                  <a:pt x="488261" y="693331"/>
                </a:lnTo>
                <a:lnTo>
                  <a:pt x="488261" y="703096"/>
                </a:lnTo>
                <a:lnTo>
                  <a:pt x="488261" y="712862"/>
                </a:lnTo>
                <a:lnTo>
                  <a:pt x="478496" y="712862"/>
                </a:lnTo>
                <a:close/>
                <a:moveTo>
                  <a:pt x="498027" y="917931"/>
                </a:moveTo>
                <a:lnTo>
                  <a:pt x="498027" y="927697"/>
                </a:lnTo>
                <a:lnTo>
                  <a:pt x="488261" y="927697"/>
                </a:lnTo>
                <a:lnTo>
                  <a:pt x="478496" y="927697"/>
                </a:lnTo>
                <a:lnTo>
                  <a:pt x="478496" y="917931"/>
                </a:lnTo>
                <a:lnTo>
                  <a:pt x="478496" y="908166"/>
                </a:lnTo>
                <a:lnTo>
                  <a:pt x="478496" y="898401"/>
                </a:lnTo>
                <a:lnTo>
                  <a:pt x="488261" y="898401"/>
                </a:lnTo>
                <a:lnTo>
                  <a:pt x="498027" y="898401"/>
                </a:lnTo>
                <a:lnTo>
                  <a:pt x="507792" y="898401"/>
                </a:lnTo>
                <a:lnTo>
                  <a:pt x="507792" y="908166"/>
                </a:lnTo>
                <a:lnTo>
                  <a:pt x="498027" y="908166"/>
                </a:lnTo>
                <a:close/>
                <a:moveTo>
                  <a:pt x="507792" y="947227"/>
                </a:moveTo>
                <a:lnTo>
                  <a:pt x="507792" y="956992"/>
                </a:lnTo>
                <a:lnTo>
                  <a:pt x="498027" y="956992"/>
                </a:lnTo>
                <a:lnTo>
                  <a:pt x="498027" y="947227"/>
                </a:lnTo>
                <a:close/>
                <a:moveTo>
                  <a:pt x="498027" y="1201123"/>
                </a:moveTo>
                <a:lnTo>
                  <a:pt x="488261" y="1201123"/>
                </a:lnTo>
                <a:lnTo>
                  <a:pt x="488261" y="1191358"/>
                </a:lnTo>
                <a:lnTo>
                  <a:pt x="488261" y="1181593"/>
                </a:lnTo>
                <a:lnTo>
                  <a:pt x="498027" y="1181593"/>
                </a:lnTo>
                <a:lnTo>
                  <a:pt x="498027" y="1191358"/>
                </a:lnTo>
                <a:close/>
                <a:moveTo>
                  <a:pt x="498027" y="1367132"/>
                </a:moveTo>
                <a:lnTo>
                  <a:pt x="498027" y="1376897"/>
                </a:lnTo>
                <a:lnTo>
                  <a:pt x="488261" y="1376897"/>
                </a:lnTo>
                <a:lnTo>
                  <a:pt x="488261" y="1367132"/>
                </a:lnTo>
                <a:close/>
                <a:moveTo>
                  <a:pt x="507792" y="39061"/>
                </a:moveTo>
                <a:lnTo>
                  <a:pt x="517557" y="39061"/>
                </a:lnTo>
                <a:lnTo>
                  <a:pt x="517557" y="48826"/>
                </a:lnTo>
                <a:lnTo>
                  <a:pt x="507792" y="48826"/>
                </a:lnTo>
                <a:close/>
                <a:moveTo>
                  <a:pt x="507792" y="224600"/>
                </a:moveTo>
                <a:lnTo>
                  <a:pt x="507792" y="214835"/>
                </a:lnTo>
                <a:lnTo>
                  <a:pt x="517557" y="214835"/>
                </a:lnTo>
                <a:lnTo>
                  <a:pt x="527322" y="214835"/>
                </a:lnTo>
                <a:lnTo>
                  <a:pt x="527322" y="224600"/>
                </a:lnTo>
                <a:lnTo>
                  <a:pt x="527322" y="234365"/>
                </a:lnTo>
                <a:lnTo>
                  <a:pt x="517557" y="234365"/>
                </a:lnTo>
                <a:lnTo>
                  <a:pt x="507792" y="234365"/>
                </a:lnTo>
                <a:lnTo>
                  <a:pt x="498027" y="234365"/>
                </a:lnTo>
                <a:lnTo>
                  <a:pt x="498027" y="224600"/>
                </a:lnTo>
                <a:close/>
                <a:moveTo>
                  <a:pt x="507792" y="517557"/>
                </a:moveTo>
                <a:lnTo>
                  <a:pt x="507792" y="527322"/>
                </a:lnTo>
                <a:lnTo>
                  <a:pt x="498027" y="527322"/>
                </a:lnTo>
                <a:lnTo>
                  <a:pt x="498027" y="517557"/>
                </a:lnTo>
                <a:close/>
                <a:moveTo>
                  <a:pt x="537088" y="537088"/>
                </a:moveTo>
                <a:lnTo>
                  <a:pt x="537088" y="546853"/>
                </a:lnTo>
                <a:lnTo>
                  <a:pt x="546853" y="546853"/>
                </a:lnTo>
                <a:lnTo>
                  <a:pt x="546853" y="556618"/>
                </a:lnTo>
                <a:lnTo>
                  <a:pt x="546853" y="566383"/>
                </a:lnTo>
                <a:lnTo>
                  <a:pt x="537088" y="566383"/>
                </a:lnTo>
                <a:lnTo>
                  <a:pt x="527322" y="566383"/>
                </a:lnTo>
                <a:lnTo>
                  <a:pt x="527322" y="556618"/>
                </a:lnTo>
                <a:lnTo>
                  <a:pt x="527322" y="546853"/>
                </a:lnTo>
                <a:lnTo>
                  <a:pt x="517557" y="546853"/>
                </a:lnTo>
                <a:lnTo>
                  <a:pt x="517557" y="537088"/>
                </a:lnTo>
                <a:lnTo>
                  <a:pt x="527322" y="537088"/>
                </a:lnTo>
                <a:lnTo>
                  <a:pt x="527322" y="527322"/>
                </a:lnTo>
                <a:lnTo>
                  <a:pt x="537088" y="527322"/>
                </a:lnTo>
                <a:lnTo>
                  <a:pt x="537088" y="517557"/>
                </a:lnTo>
                <a:lnTo>
                  <a:pt x="537088" y="507792"/>
                </a:lnTo>
                <a:lnTo>
                  <a:pt x="546853" y="507792"/>
                </a:lnTo>
                <a:lnTo>
                  <a:pt x="546853" y="498027"/>
                </a:lnTo>
                <a:lnTo>
                  <a:pt x="556618" y="498027"/>
                </a:lnTo>
                <a:lnTo>
                  <a:pt x="556618" y="488261"/>
                </a:lnTo>
                <a:lnTo>
                  <a:pt x="566383" y="488261"/>
                </a:lnTo>
                <a:lnTo>
                  <a:pt x="566383" y="498027"/>
                </a:lnTo>
                <a:lnTo>
                  <a:pt x="576148" y="498027"/>
                </a:lnTo>
                <a:lnTo>
                  <a:pt x="585914" y="498027"/>
                </a:lnTo>
                <a:lnTo>
                  <a:pt x="595679" y="498027"/>
                </a:lnTo>
                <a:lnTo>
                  <a:pt x="595679" y="488261"/>
                </a:lnTo>
                <a:lnTo>
                  <a:pt x="605444" y="488261"/>
                </a:lnTo>
                <a:lnTo>
                  <a:pt x="605444" y="478496"/>
                </a:lnTo>
                <a:lnTo>
                  <a:pt x="605444" y="468731"/>
                </a:lnTo>
                <a:lnTo>
                  <a:pt x="615209" y="468731"/>
                </a:lnTo>
                <a:lnTo>
                  <a:pt x="615209" y="478496"/>
                </a:lnTo>
                <a:lnTo>
                  <a:pt x="624975" y="478496"/>
                </a:lnTo>
                <a:lnTo>
                  <a:pt x="624975" y="488261"/>
                </a:lnTo>
                <a:lnTo>
                  <a:pt x="624975" y="498027"/>
                </a:lnTo>
                <a:lnTo>
                  <a:pt x="634740" y="498027"/>
                </a:lnTo>
                <a:lnTo>
                  <a:pt x="634740" y="507792"/>
                </a:lnTo>
                <a:lnTo>
                  <a:pt x="624975" y="507792"/>
                </a:lnTo>
                <a:lnTo>
                  <a:pt x="624975" y="517557"/>
                </a:lnTo>
                <a:lnTo>
                  <a:pt x="624975" y="527322"/>
                </a:lnTo>
                <a:lnTo>
                  <a:pt x="634740" y="527322"/>
                </a:lnTo>
                <a:lnTo>
                  <a:pt x="634740" y="537088"/>
                </a:lnTo>
                <a:lnTo>
                  <a:pt x="644505" y="537088"/>
                </a:lnTo>
                <a:lnTo>
                  <a:pt x="654270" y="537088"/>
                </a:lnTo>
                <a:lnTo>
                  <a:pt x="664036" y="537088"/>
                </a:lnTo>
                <a:lnTo>
                  <a:pt x="664036" y="546853"/>
                </a:lnTo>
                <a:lnTo>
                  <a:pt x="664036" y="556618"/>
                </a:lnTo>
                <a:lnTo>
                  <a:pt x="664036" y="566383"/>
                </a:lnTo>
                <a:lnTo>
                  <a:pt x="654270" y="566383"/>
                </a:lnTo>
                <a:lnTo>
                  <a:pt x="654270" y="576148"/>
                </a:lnTo>
                <a:lnTo>
                  <a:pt x="644505" y="576148"/>
                </a:lnTo>
                <a:lnTo>
                  <a:pt x="644505" y="585914"/>
                </a:lnTo>
                <a:lnTo>
                  <a:pt x="634740" y="585914"/>
                </a:lnTo>
                <a:lnTo>
                  <a:pt x="634740" y="595679"/>
                </a:lnTo>
                <a:lnTo>
                  <a:pt x="634740" y="605444"/>
                </a:lnTo>
                <a:lnTo>
                  <a:pt x="624975" y="605444"/>
                </a:lnTo>
                <a:lnTo>
                  <a:pt x="615209" y="605444"/>
                </a:lnTo>
                <a:lnTo>
                  <a:pt x="615209" y="595679"/>
                </a:lnTo>
                <a:lnTo>
                  <a:pt x="615209" y="585914"/>
                </a:lnTo>
                <a:lnTo>
                  <a:pt x="624975" y="585914"/>
                </a:lnTo>
                <a:lnTo>
                  <a:pt x="624975" y="576148"/>
                </a:lnTo>
                <a:lnTo>
                  <a:pt x="624975" y="566383"/>
                </a:lnTo>
                <a:lnTo>
                  <a:pt x="624975" y="556618"/>
                </a:lnTo>
                <a:lnTo>
                  <a:pt x="624975" y="546853"/>
                </a:lnTo>
                <a:lnTo>
                  <a:pt x="615209" y="546853"/>
                </a:lnTo>
                <a:lnTo>
                  <a:pt x="615209" y="537088"/>
                </a:lnTo>
                <a:lnTo>
                  <a:pt x="605444" y="537088"/>
                </a:lnTo>
                <a:lnTo>
                  <a:pt x="605444" y="527322"/>
                </a:lnTo>
                <a:lnTo>
                  <a:pt x="595679" y="527322"/>
                </a:lnTo>
                <a:lnTo>
                  <a:pt x="595679" y="517557"/>
                </a:lnTo>
                <a:lnTo>
                  <a:pt x="585914" y="517557"/>
                </a:lnTo>
                <a:lnTo>
                  <a:pt x="576148" y="517557"/>
                </a:lnTo>
                <a:lnTo>
                  <a:pt x="566383" y="517557"/>
                </a:lnTo>
                <a:lnTo>
                  <a:pt x="566383" y="527322"/>
                </a:lnTo>
                <a:lnTo>
                  <a:pt x="556618" y="527322"/>
                </a:lnTo>
                <a:lnTo>
                  <a:pt x="546853" y="527322"/>
                </a:lnTo>
                <a:lnTo>
                  <a:pt x="546853" y="537088"/>
                </a:lnTo>
                <a:close/>
                <a:moveTo>
                  <a:pt x="546853" y="839810"/>
                </a:moveTo>
                <a:lnTo>
                  <a:pt x="546853" y="849575"/>
                </a:lnTo>
                <a:lnTo>
                  <a:pt x="537088" y="849575"/>
                </a:lnTo>
                <a:lnTo>
                  <a:pt x="527322" y="849575"/>
                </a:lnTo>
                <a:lnTo>
                  <a:pt x="517557" y="849575"/>
                </a:lnTo>
                <a:lnTo>
                  <a:pt x="517557" y="839810"/>
                </a:lnTo>
                <a:lnTo>
                  <a:pt x="527322" y="839810"/>
                </a:lnTo>
                <a:lnTo>
                  <a:pt x="527322" y="830044"/>
                </a:lnTo>
                <a:lnTo>
                  <a:pt x="537088" y="830044"/>
                </a:lnTo>
                <a:lnTo>
                  <a:pt x="537088" y="839810"/>
                </a:lnTo>
                <a:close/>
                <a:moveTo>
                  <a:pt x="537088" y="859340"/>
                </a:moveTo>
                <a:lnTo>
                  <a:pt x="537088" y="869105"/>
                </a:lnTo>
                <a:lnTo>
                  <a:pt x="527322" y="869105"/>
                </a:lnTo>
                <a:lnTo>
                  <a:pt x="527322" y="859340"/>
                </a:lnTo>
                <a:close/>
                <a:moveTo>
                  <a:pt x="517557" y="937462"/>
                </a:moveTo>
                <a:lnTo>
                  <a:pt x="517557" y="947227"/>
                </a:lnTo>
                <a:lnTo>
                  <a:pt x="507792" y="947227"/>
                </a:lnTo>
                <a:lnTo>
                  <a:pt x="507792" y="937462"/>
                </a:lnTo>
                <a:close/>
                <a:moveTo>
                  <a:pt x="537088" y="947227"/>
                </a:moveTo>
                <a:lnTo>
                  <a:pt x="546853" y="947227"/>
                </a:lnTo>
                <a:lnTo>
                  <a:pt x="556618" y="947227"/>
                </a:lnTo>
                <a:lnTo>
                  <a:pt x="556618" y="956992"/>
                </a:lnTo>
                <a:lnTo>
                  <a:pt x="556618" y="966758"/>
                </a:lnTo>
                <a:lnTo>
                  <a:pt x="546853" y="966758"/>
                </a:lnTo>
                <a:lnTo>
                  <a:pt x="546853" y="956992"/>
                </a:lnTo>
                <a:lnTo>
                  <a:pt x="537088" y="956992"/>
                </a:lnTo>
                <a:close/>
                <a:moveTo>
                  <a:pt x="517557" y="1347602"/>
                </a:moveTo>
                <a:lnTo>
                  <a:pt x="517557" y="1357367"/>
                </a:lnTo>
                <a:lnTo>
                  <a:pt x="507792" y="1357367"/>
                </a:lnTo>
                <a:lnTo>
                  <a:pt x="507792" y="1347602"/>
                </a:lnTo>
                <a:close/>
                <a:moveTo>
                  <a:pt x="507792" y="1357367"/>
                </a:moveTo>
                <a:lnTo>
                  <a:pt x="507792" y="1367132"/>
                </a:lnTo>
                <a:lnTo>
                  <a:pt x="498027" y="1367132"/>
                </a:lnTo>
                <a:lnTo>
                  <a:pt x="498027" y="1357367"/>
                </a:lnTo>
                <a:close/>
                <a:moveTo>
                  <a:pt x="566383" y="175774"/>
                </a:moveTo>
                <a:lnTo>
                  <a:pt x="556618" y="175774"/>
                </a:lnTo>
                <a:lnTo>
                  <a:pt x="546853" y="175774"/>
                </a:lnTo>
                <a:lnTo>
                  <a:pt x="546853" y="166009"/>
                </a:lnTo>
                <a:lnTo>
                  <a:pt x="546853" y="156244"/>
                </a:lnTo>
                <a:lnTo>
                  <a:pt x="537088" y="156244"/>
                </a:lnTo>
                <a:lnTo>
                  <a:pt x="537088" y="146478"/>
                </a:lnTo>
                <a:lnTo>
                  <a:pt x="537088" y="136713"/>
                </a:lnTo>
                <a:lnTo>
                  <a:pt x="546853" y="136713"/>
                </a:lnTo>
                <a:lnTo>
                  <a:pt x="546853" y="146478"/>
                </a:lnTo>
                <a:lnTo>
                  <a:pt x="556618" y="146478"/>
                </a:lnTo>
                <a:lnTo>
                  <a:pt x="566383" y="146478"/>
                </a:lnTo>
                <a:lnTo>
                  <a:pt x="566383" y="136713"/>
                </a:lnTo>
                <a:lnTo>
                  <a:pt x="576148" y="136713"/>
                </a:lnTo>
                <a:lnTo>
                  <a:pt x="585914" y="136713"/>
                </a:lnTo>
                <a:lnTo>
                  <a:pt x="585914" y="126948"/>
                </a:lnTo>
                <a:lnTo>
                  <a:pt x="595679" y="126948"/>
                </a:lnTo>
                <a:lnTo>
                  <a:pt x="595679" y="117183"/>
                </a:lnTo>
                <a:lnTo>
                  <a:pt x="605444" y="117183"/>
                </a:lnTo>
                <a:lnTo>
                  <a:pt x="605444" y="126948"/>
                </a:lnTo>
                <a:lnTo>
                  <a:pt x="605444" y="136713"/>
                </a:lnTo>
                <a:lnTo>
                  <a:pt x="605444" y="146478"/>
                </a:lnTo>
                <a:lnTo>
                  <a:pt x="605444" y="156244"/>
                </a:lnTo>
                <a:lnTo>
                  <a:pt x="595679" y="156244"/>
                </a:lnTo>
                <a:lnTo>
                  <a:pt x="595679" y="166009"/>
                </a:lnTo>
                <a:lnTo>
                  <a:pt x="585914" y="166009"/>
                </a:lnTo>
                <a:lnTo>
                  <a:pt x="576148" y="166009"/>
                </a:lnTo>
                <a:lnTo>
                  <a:pt x="576148" y="175774"/>
                </a:lnTo>
                <a:close/>
                <a:moveTo>
                  <a:pt x="566383" y="1318306"/>
                </a:moveTo>
                <a:lnTo>
                  <a:pt x="566383" y="1328071"/>
                </a:lnTo>
                <a:lnTo>
                  <a:pt x="556618" y="1328071"/>
                </a:lnTo>
                <a:lnTo>
                  <a:pt x="556618" y="1318306"/>
                </a:lnTo>
                <a:close/>
                <a:moveTo>
                  <a:pt x="576148" y="458966"/>
                </a:moveTo>
                <a:lnTo>
                  <a:pt x="576148" y="449201"/>
                </a:lnTo>
                <a:lnTo>
                  <a:pt x="585914" y="449201"/>
                </a:lnTo>
                <a:lnTo>
                  <a:pt x="585914" y="458966"/>
                </a:lnTo>
                <a:lnTo>
                  <a:pt x="585914" y="468731"/>
                </a:lnTo>
                <a:lnTo>
                  <a:pt x="576148" y="468731"/>
                </a:lnTo>
                <a:close/>
                <a:moveTo>
                  <a:pt x="585914" y="537088"/>
                </a:moveTo>
                <a:lnTo>
                  <a:pt x="585914" y="546853"/>
                </a:lnTo>
                <a:lnTo>
                  <a:pt x="585914" y="556618"/>
                </a:lnTo>
                <a:lnTo>
                  <a:pt x="576148" y="556618"/>
                </a:lnTo>
                <a:lnTo>
                  <a:pt x="576148" y="566383"/>
                </a:lnTo>
                <a:lnTo>
                  <a:pt x="566383" y="566383"/>
                </a:lnTo>
                <a:lnTo>
                  <a:pt x="566383" y="556618"/>
                </a:lnTo>
                <a:lnTo>
                  <a:pt x="566383" y="546853"/>
                </a:lnTo>
                <a:lnTo>
                  <a:pt x="566383" y="537088"/>
                </a:lnTo>
                <a:lnTo>
                  <a:pt x="576148" y="537088"/>
                </a:lnTo>
                <a:close/>
                <a:moveTo>
                  <a:pt x="585914" y="937462"/>
                </a:moveTo>
                <a:lnTo>
                  <a:pt x="576148" y="937462"/>
                </a:lnTo>
                <a:lnTo>
                  <a:pt x="576148" y="927697"/>
                </a:lnTo>
                <a:lnTo>
                  <a:pt x="576148" y="917931"/>
                </a:lnTo>
                <a:lnTo>
                  <a:pt x="585914" y="917931"/>
                </a:lnTo>
                <a:lnTo>
                  <a:pt x="585914" y="927697"/>
                </a:lnTo>
                <a:close/>
                <a:moveTo>
                  <a:pt x="585914" y="966758"/>
                </a:moveTo>
                <a:lnTo>
                  <a:pt x="585914" y="976523"/>
                </a:lnTo>
                <a:lnTo>
                  <a:pt x="595679" y="976523"/>
                </a:lnTo>
                <a:lnTo>
                  <a:pt x="605444" y="976523"/>
                </a:lnTo>
                <a:lnTo>
                  <a:pt x="615209" y="976523"/>
                </a:lnTo>
                <a:lnTo>
                  <a:pt x="624975" y="976523"/>
                </a:lnTo>
                <a:lnTo>
                  <a:pt x="624975" y="966758"/>
                </a:lnTo>
                <a:lnTo>
                  <a:pt x="634740" y="966758"/>
                </a:lnTo>
                <a:lnTo>
                  <a:pt x="634740" y="956992"/>
                </a:lnTo>
                <a:lnTo>
                  <a:pt x="634740" y="947227"/>
                </a:lnTo>
                <a:lnTo>
                  <a:pt x="624975" y="947227"/>
                </a:lnTo>
                <a:lnTo>
                  <a:pt x="624975" y="937462"/>
                </a:lnTo>
                <a:lnTo>
                  <a:pt x="634740" y="937462"/>
                </a:lnTo>
                <a:lnTo>
                  <a:pt x="644505" y="937462"/>
                </a:lnTo>
                <a:lnTo>
                  <a:pt x="654270" y="937462"/>
                </a:lnTo>
                <a:lnTo>
                  <a:pt x="654270" y="927697"/>
                </a:lnTo>
                <a:lnTo>
                  <a:pt x="664036" y="927697"/>
                </a:lnTo>
                <a:lnTo>
                  <a:pt x="664036" y="917931"/>
                </a:lnTo>
                <a:lnTo>
                  <a:pt x="664036" y="908166"/>
                </a:lnTo>
                <a:lnTo>
                  <a:pt x="673801" y="908166"/>
                </a:lnTo>
                <a:lnTo>
                  <a:pt x="673801" y="898401"/>
                </a:lnTo>
                <a:lnTo>
                  <a:pt x="683566" y="898401"/>
                </a:lnTo>
                <a:lnTo>
                  <a:pt x="683566" y="888636"/>
                </a:lnTo>
                <a:lnTo>
                  <a:pt x="683566" y="878871"/>
                </a:lnTo>
                <a:lnTo>
                  <a:pt x="693331" y="878871"/>
                </a:lnTo>
                <a:lnTo>
                  <a:pt x="693331" y="869105"/>
                </a:lnTo>
                <a:lnTo>
                  <a:pt x="703096" y="869105"/>
                </a:lnTo>
                <a:lnTo>
                  <a:pt x="712862" y="869105"/>
                </a:lnTo>
                <a:lnTo>
                  <a:pt x="712862" y="878871"/>
                </a:lnTo>
                <a:lnTo>
                  <a:pt x="712862" y="888636"/>
                </a:lnTo>
                <a:lnTo>
                  <a:pt x="712862" y="898401"/>
                </a:lnTo>
                <a:lnTo>
                  <a:pt x="722627" y="898401"/>
                </a:lnTo>
                <a:lnTo>
                  <a:pt x="722627" y="888636"/>
                </a:lnTo>
                <a:lnTo>
                  <a:pt x="732392" y="888636"/>
                </a:lnTo>
                <a:lnTo>
                  <a:pt x="742157" y="888636"/>
                </a:lnTo>
                <a:lnTo>
                  <a:pt x="742157" y="898401"/>
                </a:lnTo>
                <a:lnTo>
                  <a:pt x="742157" y="908166"/>
                </a:lnTo>
                <a:lnTo>
                  <a:pt x="742157" y="917931"/>
                </a:lnTo>
                <a:lnTo>
                  <a:pt x="742157" y="927697"/>
                </a:lnTo>
                <a:lnTo>
                  <a:pt x="751923" y="927697"/>
                </a:lnTo>
                <a:lnTo>
                  <a:pt x="761688" y="927697"/>
                </a:lnTo>
                <a:lnTo>
                  <a:pt x="771453" y="927697"/>
                </a:lnTo>
                <a:lnTo>
                  <a:pt x="771453" y="917931"/>
                </a:lnTo>
                <a:lnTo>
                  <a:pt x="781218" y="917931"/>
                </a:lnTo>
                <a:lnTo>
                  <a:pt x="790984" y="917931"/>
                </a:lnTo>
                <a:lnTo>
                  <a:pt x="790984" y="908166"/>
                </a:lnTo>
                <a:lnTo>
                  <a:pt x="800749" y="908166"/>
                </a:lnTo>
                <a:lnTo>
                  <a:pt x="800749" y="898401"/>
                </a:lnTo>
                <a:lnTo>
                  <a:pt x="790984" y="898401"/>
                </a:lnTo>
                <a:lnTo>
                  <a:pt x="781218" y="898401"/>
                </a:lnTo>
                <a:lnTo>
                  <a:pt x="781218" y="888636"/>
                </a:lnTo>
                <a:lnTo>
                  <a:pt x="790984" y="888636"/>
                </a:lnTo>
                <a:lnTo>
                  <a:pt x="800749" y="888636"/>
                </a:lnTo>
                <a:lnTo>
                  <a:pt x="810514" y="888636"/>
                </a:lnTo>
                <a:lnTo>
                  <a:pt x="820279" y="888636"/>
                </a:lnTo>
                <a:lnTo>
                  <a:pt x="820279" y="878871"/>
                </a:lnTo>
                <a:lnTo>
                  <a:pt x="830044" y="878871"/>
                </a:lnTo>
                <a:lnTo>
                  <a:pt x="839810" y="878871"/>
                </a:lnTo>
                <a:lnTo>
                  <a:pt x="849575" y="878871"/>
                </a:lnTo>
                <a:lnTo>
                  <a:pt x="859340" y="878871"/>
                </a:lnTo>
                <a:lnTo>
                  <a:pt x="869105" y="878871"/>
                </a:lnTo>
                <a:lnTo>
                  <a:pt x="878871" y="878871"/>
                </a:lnTo>
                <a:lnTo>
                  <a:pt x="878871" y="888636"/>
                </a:lnTo>
                <a:lnTo>
                  <a:pt x="888636" y="888636"/>
                </a:lnTo>
                <a:lnTo>
                  <a:pt x="888636" y="898401"/>
                </a:lnTo>
                <a:lnTo>
                  <a:pt x="888636" y="908166"/>
                </a:lnTo>
                <a:lnTo>
                  <a:pt x="878871" y="908166"/>
                </a:lnTo>
                <a:lnTo>
                  <a:pt x="878871" y="917931"/>
                </a:lnTo>
                <a:lnTo>
                  <a:pt x="878871" y="927697"/>
                </a:lnTo>
                <a:lnTo>
                  <a:pt x="878871" y="937462"/>
                </a:lnTo>
                <a:lnTo>
                  <a:pt x="869105" y="937462"/>
                </a:lnTo>
                <a:lnTo>
                  <a:pt x="869105" y="947227"/>
                </a:lnTo>
                <a:lnTo>
                  <a:pt x="869105" y="956992"/>
                </a:lnTo>
                <a:lnTo>
                  <a:pt x="869105" y="966758"/>
                </a:lnTo>
                <a:lnTo>
                  <a:pt x="878871" y="966758"/>
                </a:lnTo>
                <a:lnTo>
                  <a:pt x="888636" y="966758"/>
                </a:lnTo>
                <a:lnTo>
                  <a:pt x="888636" y="976523"/>
                </a:lnTo>
                <a:lnTo>
                  <a:pt x="898401" y="976523"/>
                </a:lnTo>
                <a:lnTo>
                  <a:pt x="908166" y="976523"/>
                </a:lnTo>
                <a:lnTo>
                  <a:pt x="908166" y="986288"/>
                </a:lnTo>
                <a:lnTo>
                  <a:pt x="908166" y="996053"/>
                </a:lnTo>
                <a:lnTo>
                  <a:pt x="908166" y="1005819"/>
                </a:lnTo>
                <a:lnTo>
                  <a:pt x="898401" y="1005819"/>
                </a:lnTo>
                <a:lnTo>
                  <a:pt x="898401" y="1015584"/>
                </a:lnTo>
                <a:lnTo>
                  <a:pt x="898401" y="1025349"/>
                </a:lnTo>
                <a:lnTo>
                  <a:pt x="898401" y="1035114"/>
                </a:lnTo>
                <a:lnTo>
                  <a:pt x="888636" y="1035114"/>
                </a:lnTo>
                <a:lnTo>
                  <a:pt x="888636" y="1044879"/>
                </a:lnTo>
                <a:lnTo>
                  <a:pt x="898401" y="1044879"/>
                </a:lnTo>
                <a:lnTo>
                  <a:pt x="898401" y="1054645"/>
                </a:lnTo>
                <a:lnTo>
                  <a:pt x="908166" y="1054645"/>
                </a:lnTo>
                <a:lnTo>
                  <a:pt x="908166" y="1064410"/>
                </a:lnTo>
                <a:lnTo>
                  <a:pt x="908166" y="1074175"/>
                </a:lnTo>
                <a:lnTo>
                  <a:pt x="898401" y="1074175"/>
                </a:lnTo>
                <a:lnTo>
                  <a:pt x="898401" y="1083940"/>
                </a:lnTo>
                <a:lnTo>
                  <a:pt x="888636" y="1083940"/>
                </a:lnTo>
                <a:lnTo>
                  <a:pt x="888636" y="1093706"/>
                </a:lnTo>
                <a:lnTo>
                  <a:pt x="878871" y="1093706"/>
                </a:lnTo>
                <a:lnTo>
                  <a:pt x="869105" y="1093706"/>
                </a:lnTo>
                <a:lnTo>
                  <a:pt x="869105" y="1083940"/>
                </a:lnTo>
                <a:lnTo>
                  <a:pt x="869105" y="1074175"/>
                </a:lnTo>
                <a:lnTo>
                  <a:pt x="859340" y="1074175"/>
                </a:lnTo>
                <a:lnTo>
                  <a:pt x="859340" y="1064410"/>
                </a:lnTo>
                <a:lnTo>
                  <a:pt x="869105" y="1064410"/>
                </a:lnTo>
                <a:lnTo>
                  <a:pt x="869105" y="1054645"/>
                </a:lnTo>
                <a:lnTo>
                  <a:pt x="869105" y="1044879"/>
                </a:lnTo>
                <a:lnTo>
                  <a:pt x="869105" y="1035114"/>
                </a:lnTo>
                <a:lnTo>
                  <a:pt x="869105" y="1025349"/>
                </a:lnTo>
                <a:lnTo>
                  <a:pt x="878871" y="1025349"/>
                </a:lnTo>
                <a:lnTo>
                  <a:pt x="878871" y="1015584"/>
                </a:lnTo>
                <a:lnTo>
                  <a:pt x="878871" y="1005819"/>
                </a:lnTo>
                <a:lnTo>
                  <a:pt x="878871" y="996053"/>
                </a:lnTo>
                <a:lnTo>
                  <a:pt x="869105" y="996053"/>
                </a:lnTo>
                <a:lnTo>
                  <a:pt x="859340" y="996053"/>
                </a:lnTo>
                <a:lnTo>
                  <a:pt x="849575" y="996053"/>
                </a:lnTo>
                <a:lnTo>
                  <a:pt x="849575" y="986288"/>
                </a:lnTo>
                <a:lnTo>
                  <a:pt x="849575" y="976523"/>
                </a:lnTo>
                <a:lnTo>
                  <a:pt x="839810" y="976523"/>
                </a:lnTo>
                <a:lnTo>
                  <a:pt x="839810" y="966758"/>
                </a:lnTo>
                <a:lnTo>
                  <a:pt x="830044" y="966758"/>
                </a:lnTo>
                <a:lnTo>
                  <a:pt x="820279" y="966758"/>
                </a:lnTo>
                <a:lnTo>
                  <a:pt x="810514" y="966758"/>
                </a:lnTo>
                <a:lnTo>
                  <a:pt x="810514" y="956992"/>
                </a:lnTo>
                <a:lnTo>
                  <a:pt x="820279" y="956992"/>
                </a:lnTo>
                <a:lnTo>
                  <a:pt x="820279" y="947227"/>
                </a:lnTo>
                <a:lnTo>
                  <a:pt x="820279" y="937462"/>
                </a:lnTo>
                <a:lnTo>
                  <a:pt x="820279" y="927697"/>
                </a:lnTo>
                <a:lnTo>
                  <a:pt x="820279" y="917931"/>
                </a:lnTo>
                <a:lnTo>
                  <a:pt x="810514" y="917931"/>
                </a:lnTo>
                <a:lnTo>
                  <a:pt x="800749" y="917931"/>
                </a:lnTo>
                <a:lnTo>
                  <a:pt x="800749" y="927697"/>
                </a:lnTo>
                <a:lnTo>
                  <a:pt x="800749" y="937462"/>
                </a:lnTo>
                <a:lnTo>
                  <a:pt x="790984" y="937462"/>
                </a:lnTo>
                <a:lnTo>
                  <a:pt x="790984" y="947227"/>
                </a:lnTo>
                <a:lnTo>
                  <a:pt x="781218" y="947227"/>
                </a:lnTo>
                <a:lnTo>
                  <a:pt x="781218" y="956992"/>
                </a:lnTo>
                <a:lnTo>
                  <a:pt x="771453" y="956992"/>
                </a:lnTo>
                <a:lnTo>
                  <a:pt x="771453" y="966758"/>
                </a:lnTo>
                <a:lnTo>
                  <a:pt x="761688" y="966758"/>
                </a:lnTo>
                <a:lnTo>
                  <a:pt x="751923" y="966758"/>
                </a:lnTo>
                <a:lnTo>
                  <a:pt x="751923" y="956992"/>
                </a:lnTo>
                <a:lnTo>
                  <a:pt x="761688" y="956992"/>
                </a:lnTo>
                <a:lnTo>
                  <a:pt x="761688" y="947227"/>
                </a:lnTo>
                <a:lnTo>
                  <a:pt x="751923" y="947227"/>
                </a:lnTo>
                <a:lnTo>
                  <a:pt x="742157" y="947227"/>
                </a:lnTo>
                <a:lnTo>
                  <a:pt x="732392" y="947227"/>
                </a:lnTo>
                <a:lnTo>
                  <a:pt x="722627" y="947227"/>
                </a:lnTo>
                <a:lnTo>
                  <a:pt x="712862" y="947227"/>
                </a:lnTo>
                <a:lnTo>
                  <a:pt x="703096" y="947227"/>
                </a:lnTo>
                <a:lnTo>
                  <a:pt x="703096" y="937462"/>
                </a:lnTo>
                <a:lnTo>
                  <a:pt x="712862" y="937462"/>
                </a:lnTo>
                <a:lnTo>
                  <a:pt x="712862" y="927697"/>
                </a:lnTo>
                <a:lnTo>
                  <a:pt x="722627" y="927697"/>
                </a:lnTo>
                <a:lnTo>
                  <a:pt x="722627" y="917931"/>
                </a:lnTo>
                <a:lnTo>
                  <a:pt x="722627" y="908166"/>
                </a:lnTo>
                <a:lnTo>
                  <a:pt x="712862" y="908166"/>
                </a:lnTo>
                <a:lnTo>
                  <a:pt x="712862" y="917931"/>
                </a:lnTo>
                <a:lnTo>
                  <a:pt x="703096" y="917931"/>
                </a:lnTo>
                <a:lnTo>
                  <a:pt x="693331" y="917931"/>
                </a:lnTo>
                <a:lnTo>
                  <a:pt x="693331" y="927697"/>
                </a:lnTo>
                <a:lnTo>
                  <a:pt x="683566" y="927697"/>
                </a:lnTo>
                <a:lnTo>
                  <a:pt x="683566" y="937462"/>
                </a:lnTo>
                <a:lnTo>
                  <a:pt x="693331" y="937462"/>
                </a:lnTo>
                <a:lnTo>
                  <a:pt x="693331" y="947227"/>
                </a:lnTo>
                <a:lnTo>
                  <a:pt x="693331" y="956992"/>
                </a:lnTo>
                <a:lnTo>
                  <a:pt x="683566" y="956992"/>
                </a:lnTo>
                <a:lnTo>
                  <a:pt x="683566" y="966758"/>
                </a:lnTo>
                <a:lnTo>
                  <a:pt x="673801" y="966758"/>
                </a:lnTo>
                <a:lnTo>
                  <a:pt x="673801" y="976523"/>
                </a:lnTo>
                <a:lnTo>
                  <a:pt x="664036" y="976523"/>
                </a:lnTo>
                <a:lnTo>
                  <a:pt x="664036" y="986288"/>
                </a:lnTo>
                <a:lnTo>
                  <a:pt x="664036" y="996053"/>
                </a:lnTo>
                <a:lnTo>
                  <a:pt x="654270" y="996053"/>
                </a:lnTo>
                <a:lnTo>
                  <a:pt x="644505" y="996053"/>
                </a:lnTo>
                <a:lnTo>
                  <a:pt x="644505" y="986288"/>
                </a:lnTo>
                <a:lnTo>
                  <a:pt x="634740" y="986288"/>
                </a:lnTo>
                <a:lnTo>
                  <a:pt x="634740" y="996053"/>
                </a:lnTo>
                <a:lnTo>
                  <a:pt x="624975" y="996053"/>
                </a:lnTo>
                <a:lnTo>
                  <a:pt x="615209" y="996053"/>
                </a:lnTo>
                <a:lnTo>
                  <a:pt x="605444" y="996053"/>
                </a:lnTo>
                <a:lnTo>
                  <a:pt x="605444" y="986288"/>
                </a:lnTo>
                <a:lnTo>
                  <a:pt x="595679" y="986288"/>
                </a:lnTo>
                <a:lnTo>
                  <a:pt x="585914" y="986288"/>
                </a:lnTo>
                <a:lnTo>
                  <a:pt x="576148" y="986288"/>
                </a:lnTo>
                <a:lnTo>
                  <a:pt x="576148" y="976523"/>
                </a:lnTo>
                <a:lnTo>
                  <a:pt x="576148" y="966758"/>
                </a:lnTo>
                <a:close/>
                <a:moveTo>
                  <a:pt x="693331" y="898401"/>
                </a:moveTo>
                <a:lnTo>
                  <a:pt x="693331" y="908166"/>
                </a:lnTo>
                <a:lnTo>
                  <a:pt x="703096" y="908166"/>
                </a:lnTo>
                <a:lnTo>
                  <a:pt x="703096" y="898401"/>
                </a:lnTo>
                <a:close/>
                <a:moveTo>
                  <a:pt x="605444" y="1015584"/>
                </a:moveTo>
                <a:lnTo>
                  <a:pt x="605444" y="1025349"/>
                </a:lnTo>
                <a:lnTo>
                  <a:pt x="595679" y="1025349"/>
                </a:lnTo>
                <a:lnTo>
                  <a:pt x="585914" y="1025349"/>
                </a:lnTo>
                <a:lnTo>
                  <a:pt x="585914" y="1015584"/>
                </a:lnTo>
                <a:lnTo>
                  <a:pt x="576148" y="1015584"/>
                </a:lnTo>
                <a:lnTo>
                  <a:pt x="576148" y="1005819"/>
                </a:lnTo>
                <a:lnTo>
                  <a:pt x="576148" y="996053"/>
                </a:lnTo>
                <a:lnTo>
                  <a:pt x="585914" y="996053"/>
                </a:lnTo>
                <a:lnTo>
                  <a:pt x="585914" y="1005819"/>
                </a:lnTo>
                <a:lnTo>
                  <a:pt x="595679" y="1005819"/>
                </a:lnTo>
                <a:lnTo>
                  <a:pt x="605444" y="1005819"/>
                </a:lnTo>
                <a:close/>
                <a:moveTo>
                  <a:pt x="585914" y="1279245"/>
                </a:moveTo>
                <a:lnTo>
                  <a:pt x="585914" y="1289010"/>
                </a:lnTo>
                <a:lnTo>
                  <a:pt x="576148" y="1289010"/>
                </a:lnTo>
                <a:lnTo>
                  <a:pt x="576148" y="1279245"/>
                </a:lnTo>
                <a:lnTo>
                  <a:pt x="576148" y="1269480"/>
                </a:lnTo>
                <a:lnTo>
                  <a:pt x="585914" y="1269480"/>
                </a:lnTo>
                <a:close/>
                <a:moveTo>
                  <a:pt x="576148" y="1308541"/>
                </a:moveTo>
                <a:lnTo>
                  <a:pt x="576148" y="1318306"/>
                </a:lnTo>
                <a:lnTo>
                  <a:pt x="566383" y="1318306"/>
                </a:lnTo>
                <a:lnTo>
                  <a:pt x="566383" y="1308541"/>
                </a:lnTo>
                <a:lnTo>
                  <a:pt x="566383" y="1298775"/>
                </a:lnTo>
                <a:lnTo>
                  <a:pt x="576148" y="1298775"/>
                </a:lnTo>
                <a:close/>
                <a:moveTo>
                  <a:pt x="605444" y="97652"/>
                </a:moveTo>
                <a:lnTo>
                  <a:pt x="605444" y="87887"/>
                </a:lnTo>
                <a:lnTo>
                  <a:pt x="615209" y="87887"/>
                </a:lnTo>
                <a:lnTo>
                  <a:pt x="624975" y="87887"/>
                </a:lnTo>
                <a:lnTo>
                  <a:pt x="624975" y="97652"/>
                </a:lnTo>
                <a:lnTo>
                  <a:pt x="615209" y="97652"/>
                </a:lnTo>
                <a:close/>
                <a:moveTo>
                  <a:pt x="634740" y="126948"/>
                </a:moveTo>
                <a:lnTo>
                  <a:pt x="634740" y="117183"/>
                </a:lnTo>
                <a:lnTo>
                  <a:pt x="634740" y="107418"/>
                </a:lnTo>
                <a:lnTo>
                  <a:pt x="644505" y="107418"/>
                </a:lnTo>
                <a:lnTo>
                  <a:pt x="644505" y="117183"/>
                </a:lnTo>
                <a:lnTo>
                  <a:pt x="654270" y="117183"/>
                </a:lnTo>
                <a:lnTo>
                  <a:pt x="654270" y="126948"/>
                </a:lnTo>
                <a:lnTo>
                  <a:pt x="644505" y="126948"/>
                </a:lnTo>
                <a:close/>
                <a:moveTo>
                  <a:pt x="654270" y="478496"/>
                </a:moveTo>
                <a:lnTo>
                  <a:pt x="654270" y="488261"/>
                </a:lnTo>
                <a:lnTo>
                  <a:pt x="644505" y="488261"/>
                </a:lnTo>
                <a:lnTo>
                  <a:pt x="644505" y="478496"/>
                </a:lnTo>
                <a:close/>
                <a:moveTo>
                  <a:pt x="654270" y="878871"/>
                </a:moveTo>
                <a:lnTo>
                  <a:pt x="644505" y="878871"/>
                </a:lnTo>
                <a:lnTo>
                  <a:pt x="634740" y="878871"/>
                </a:lnTo>
                <a:lnTo>
                  <a:pt x="634740" y="869105"/>
                </a:lnTo>
                <a:lnTo>
                  <a:pt x="644505" y="869105"/>
                </a:lnTo>
                <a:lnTo>
                  <a:pt x="644505" y="859340"/>
                </a:lnTo>
                <a:lnTo>
                  <a:pt x="654270" y="859340"/>
                </a:lnTo>
                <a:lnTo>
                  <a:pt x="654270" y="869105"/>
                </a:lnTo>
                <a:close/>
                <a:moveTo>
                  <a:pt x="654270" y="1093706"/>
                </a:moveTo>
                <a:lnTo>
                  <a:pt x="644505" y="1093706"/>
                </a:lnTo>
                <a:lnTo>
                  <a:pt x="634740" y="1093706"/>
                </a:lnTo>
                <a:lnTo>
                  <a:pt x="634740" y="1083940"/>
                </a:lnTo>
                <a:lnTo>
                  <a:pt x="644505" y="1083940"/>
                </a:lnTo>
                <a:lnTo>
                  <a:pt x="644505" y="1074175"/>
                </a:lnTo>
                <a:lnTo>
                  <a:pt x="654270" y="1074175"/>
                </a:lnTo>
                <a:lnTo>
                  <a:pt x="654270" y="1083940"/>
                </a:lnTo>
                <a:close/>
                <a:moveTo>
                  <a:pt x="634740" y="1103471"/>
                </a:moveTo>
                <a:lnTo>
                  <a:pt x="644505" y="1103471"/>
                </a:lnTo>
                <a:lnTo>
                  <a:pt x="644505" y="1113236"/>
                </a:lnTo>
                <a:lnTo>
                  <a:pt x="644505" y="1123001"/>
                </a:lnTo>
                <a:lnTo>
                  <a:pt x="634740" y="1123001"/>
                </a:lnTo>
                <a:lnTo>
                  <a:pt x="634740" y="1113236"/>
                </a:lnTo>
                <a:lnTo>
                  <a:pt x="624975" y="1113236"/>
                </a:lnTo>
                <a:lnTo>
                  <a:pt x="624975" y="1103471"/>
                </a:lnTo>
                <a:close/>
                <a:moveTo>
                  <a:pt x="644505" y="1191358"/>
                </a:moveTo>
                <a:lnTo>
                  <a:pt x="644505" y="1201123"/>
                </a:lnTo>
                <a:lnTo>
                  <a:pt x="634740" y="1201123"/>
                </a:lnTo>
                <a:lnTo>
                  <a:pt x="634740" y="1191358"/>
                </a:lnTo>
                <a:lnTo>
                  <a:pt x="634740" y="1181593"/>
                </a:lnTo>
                <a:lnTo>
                  <a:pt x="644505" y="1181593"/>
                </a:lnTo>
                <a:close/>
                <a:moveTo>
                  <a:pt x="703096" y="146478"/>
                </a:moveTo>
                <a:lnTo>
                  <a:pt x="693331" y="146478"/>
                </a:lnTo>
                <a:lnTo>
                  <a:pt x="683566" y="146478"/>
                </a:lnTo>
                <a:lnTo>
                  <a:pt x="683566" y="136713"/>
                </a:lnTo>
                <a:lnTo>
                  <a:pt x="693331" y="136713"/>
                </a:lnTo>
                <a:lnTo>
                  <a:pt x="703096" y="136713"/>
                </a:lnTo>
                <a:close/>
                <a:moveTo>
                  <a:pt x="683566" y="673801"/>
                </a:moveTo>
                <a:lnTo>
                  <a:pt x="693331" y="673801"/>
                </a:lnTo>
                <a:lnTo>
                  <a:pt x="693331" y="683566"/>
                </a:lnTo>
                <a:lnTo>
                  <a:pt x="683566" y="683566"/>
                </a:lnTo>
                <a:close/>
                <a:moveTo>
                  <a:pt x="673801" y="732392"/>
                </a:moveTo>
                <a:lnTo>
                  <a:pt x="683566" y="732392"/>
                </a:lnTo>
                <a:lnTo>
                  <a:pt x="683566" y="742157"/>
                </a:lnTo>
                <a:lnTo>
                  <a:pt x="693331" y="742157"/>
                </a:lnTo>
                <a:lnTo>
                  <a:pt x="693331" y="751923"/>
                </a:lnTo>
                <a:lnTo>
                  <a:pt x="703096" y="751923"/>
                </a:lnTo>
                <a:lnTo>
                  <a:pt x="703096" y="761688"/>
                </a:lnTo>
                <a:lnTo>
                  <a:pt x="693331" y="761688"/>
                </a:lnTo>
                <a:lnTo>
                  <a:pt x="693331" y="771453"/>
                </a:lnTo>
                <a:lnTo>
                  <a:pt x="693331" y="781218"/>
                </a:lnTo>
                <a:lnTo>
                  <a:pt x="693331" y="790984"/>
                </a:lnTo>
                <a:lnTo>
                  <a:pt x="683566" y="790984"/>
                </a:lnTo>
                <a:lnTo>
                  <a:pt x="673801" y="790984"/>
                </a:lnTo>
                <a:lnTo>
                  <a:pt x="673801" y="781218"/>
                </a:lnTo>
                <a:lnTo>
                  <a:pt x="673801" y="771453"/>
                </a:lnTo>
                <a:lnTo>
                  <a:pt x="664036" y="771453"/>
                </a:lnTo>
                <a:lnTo>
                  <a:pt x="664036" y="761688"/>
                </a:lnTo>
                <a:lnTo>
                  <a:pt x="654270" y="761688"/>
                </a:lnTo>
                <a:lnTo>
                  <a:pt x="654270" y="751923"/>
                </a:lnTo>
                <a:lnTo>
                  <a:pt x="654270" y="742157"/>
                </a:lnTo>
                <a:lnTo>
                  <a:pt x="664036" y="742157"/>
                </a:lnTo>
                <a:lnTo>
                  <a:pt x="664036" y="732392"/>
                </a:lnTo>
                <a:close/>
                <a:moveTo>
                  <a:pt x="644505" y="800749"/>
                </a:moveTo>
                <a:lnTo>
                  <a:pt x="654270" y="800749"/>
                </a:lnTo>
                <a:lnTo>
                  <a:pt x="664036" y="800749"/>
                </a:lnTo>
                <a:lnTo>
                  <a:pt x="664036" y="810514"/>
                </a:lnTo>
                <a:lnTo>
                  <a:pt x="654270" y="810514"/>
                </a:lnTo>
                <a:lnTo>
                  <a:pt x="644505" y="810514"/>
                </a:lnTo>
                <a:close/>
                <a:moveTo>
                  <a:pt x="673801" y="810514"/>
                </a:moveTo>
                <a:lnTo>
                  <a:pt x="673801" y="820279"/>
                </a:lnTo>
                <a:lnTo>
                  <a:pt x="664036" y="820279"/>
                </a:lnTo>
                <a:lnTo>
                  <a:pt x="664036" y="810514"/>
                </a:lnTo>
                <a:close/>
                <a:moveTo>
                  <a:pt x="664036" y="820279"/>
                </a:moveTo>
                <a:lnTo>
                  <a:pt x="664036" y="830044"/>
                </a:lnTo>
                <a:lnTo>
                  <a:pt x="654270" y="830044"/>
                </a:lnTo>
                <a:lnTo>
                  <a:pt x="654270" y="820279"/>
                </a:lnTo>
                <a:close/>
                <a:moveTo>
                  <a:pt x="683566" y="820279"/>
                </a:moveTo>
                <a:lnTo>
                  <a:pt x="683566" y="830044"/>
                </a:lnTo>
                <a:lnTo>
                  <a:pt x="673801" y="830044"/>
                </a:lnTo>
                <a:lnTo>
                  <a:pt x="673801" y="820279"/>
                </a:lnTo>
                <a:close/>
                <a:moveTo>
                  <a:pt x="722627" y="166009"/>
                </a:moveTo>
                <a:lnTo>
                  <a:pt x="712862" y="166009"/>
                </a:lnTo>
                <a:lnTo>
                  <a:pt x="712862" y="156244"/>
                </a:lnTo>
                <a:lnTo>
                  <a:pt x="722627" y="156244"/>
                </a:lnTo>
                <a:lnTo>
                  <a:pt x="732392" y="156244"/>
                </a:lnTo>
                <a:lnTo>
                  <a:pt x="732392" y="166009"/>
                </a:lnTo>
                <a:close/>
                <a:moveTo>
                  <a:pt x="732392" y="263661"/>
                </a:moveTo>
                <a:lnTo>
                  <a:pt x="722627" y="263661"/>
                </a:lnTo>
                <a:lnTo>
                  <a:pt x="722627" y="253896"/>
                </a:lnTo>
                <a:lnTo>
                  <a:pt x="722627" y="244131"/>
                </a:lnTo>
                <a:lnTo>
                  <a:pt x="722627" y="234365"/>
                </a:lnTo>
                <a:lnTo>
                  <a:pt x="732392" y="234365"/>
                </a:lnTo>
                <a:lnTo>
                  <a:pt x="742157" y="234365"/>
                </a:lnTo>
                <a:lnTo>
                  <a:pt x="742157" y="244131"/>
                </a:lnTo>
                <a:lnTo>
                  <a:pt x="732392" y="244131"/>
                </a:lnTo>
                <a:lnTo>
                  <a:pt x="732392" y="253896"/>
                </a:lnTo>
                <a:lnTo>
                  <a:pt x="742157" y="253896"/>
                </a:lnTo>
                <a:lnTo>
                  <a:pt x="742157" y="263661"/>
                </a:lnTo>
                <a:lnTo>
                  <a:pt x="742157" y="273426"/>
                </a:lnTo>
                <a:lnTo>
                  <a:pt x="732392" y="273426"/>
                </a:lnTo>
                <a:close/>
                <a:moveTo>
                  <a:pt x="703096" y="273426"/>
                </a:moveTo>
                <a:lnTo>
                  <a:pt x="693331" y="273426"/>
                </a:lnTo>
                <a:lnTo>
                  <a:pt x="693331" y="263661"/>
                </a:lnTo>
                <a:lnTo>
                  <a:pt x="693331" y="253896"/>
                </a:lnTo>
                <a:lnTo>
                  <a:pt x="693331" y="244131"/>
                </a:lnTo>
                <a:lnTo>
                  <a:pt x="703096" y="244131"/>
                </a:lnTo>
                <a:lnTo>
                  <a:pt x="703096" y="253896"/>
                </a:lnTo>
                <a:lnTo>
                  <a:pt x="712862" y="253896"/>
                </a:lnTo>
                <a:lnTo>
                  <a:pt x="712862" y="263661"/>
                </a:lnTo>
                <a:lnTo>
                  <a:pt x="703096" y="263661"/>
                </a:lnTo>
                <a:close/>
                <a:moveTo>
                  <a:pt x="722627" y="302722"/>
                </a:moveTo>
                <a:lnTo>
                  <a:pt x="722627" y="292957"/>
                </a:lnTo>
                <a:lnTo>
                  <a:pt x="732392" y="292957"/>
                </a:lnTo>
                <a:lnTo>
                  <a:pt x="742157" y="292957"/>
                </a:lnTo>
                <a:lnTo>
                  <a:pt x="742157" y="302722"/>
                </a:lnTo>
                <a:lnTo>
                  <a:pt x="751923" y="302722"/>
                </a:lnTo>
                <a:lnTo>
                  <a:pt x="761688" y="302722"/>
                </a:lnTo>
                <a:lnTo>
                  <a:pt x="761688" y="312487"/>
                </a:lnTo>
                <a:lnTo>
                  <a:pt x="761688" y="322253"/>
                </a:lnTo>
                <a:lnTo>
                  <a:pt x="751923" y="322253"/>
                </a:lnTo>
                <a:lnTo>
                  <a:pt x="742157" y="322253"/>
                </a:lnTo>
                <a:lnTo>
                  <a:pt x="742157" y="312487"/>
                </a:lnTo>
                <a:lnTo>
                  <a:pt x="732392" y="312487"/>
                </a:lnTo>
                <a:lnTo>
                  <a:pt x="722627" y="312487"/>
                </a:lnTo>
                <a:close/>
                <a:moveTo>
                  <a:pt x="712862" y="751923"/>
                </a:moveTo>
                <a:lnTo>
                  <a:pt x="703096" y="751923"/>
                </a:lnTo>
                <a:lnTo>
                  <a:pt x="703096" y="742157"/>
                </a:lnTo>
                <a:lnTo>
                  <a:pt x="703096" y="732392"/>
                </a:lnTo>
                <a:lnTo>
                  <a:pt x="703096" y="722627"/>
                </a:lnTo>
                <a:lnTo>
                  <a:pt x="703096" y="712862"/>
                </a:lnTo>
                <a:lnTo>
                  <a:pt x="693331" y="712862"/>
                </a:lnTo>
                <a:lnTo>
                  <a:pt x="693331" y="703096"/>
                </a:lnTo>
                <a:lnTo>
                  <a:pt x="693331" y="693331"/>
                </a:lnTo>
                <a:lnTo>
                  <a:pt x="703096" y="693331"/>
                </a:lnTo>
                <a:lnTo>
                  <a:pt x="712862" y="693331"/>
                </a:lnTo>
                <a:lnTo>
                  <a:pt x="712862" y="703096"/>
                </a:lnTo>
                <a:lnTo>
                  <a:pt x="712862" y="712862"/>
                </a:lnTo>
                <a:lnTo>
                  <a:pt x="712862" y="722627"/>
                </a:lnTo>
                <a:lnTo>
                  <a:pt x="722627" y="722627"/>
                </a:lnTo>
                <a:lnTo>
                  <a:pt x="722627" y="732392"/>
                </a:lnTo>
                <a:lnTo>
                  <a:pt x="732392" y="732392"/>
                </a:lnTo>
                <a:lnTo>
                  <a:pt x="742157" y="732392"/>
                </a:lnTo>
                <a:lnTo>
                  <a:pt x="751923" y="732392"/>
                </a:lnTo>
                <a:lnTo>
                  <a:pt x="761688" y="732392"/>
                </a:lnTo>
                <a:lnTo>
                  <a:pt x="771453" y="732392"/>
                </a:lnTo>
                <a:lnTo>
                  <a:pt x="771453" y="742157"/>
                </a:lnTo>
                <a:lnTo>
                  <a:pt x="781218" y="742157"/>
                </a:lnTo>
                <a:lnTo>
                  <a:pt x="781218" y="751923"/>
                </a:lnTo>
                <a:lnTo>
                  <a:pt x="781218" y="761688"/>
                </a:lnTo>
                <a:lnTo>
                  <a:pt x="771453" y="761688"/>
                </a:lnTo>
                <a:lnTo>
                  <a:pt x="761688" y="761688"/>
                </a:lnTo>
                <a:lnTo>
                  <a:pt x="761688" y="751923"/>
                </a:lnTo>
                <a:lnTo>
                  <a:pt x="751923" y="751923"/>
                </a:lnTo>
                <a:lnTo>
                  <a:pt x="742157" y="751923"/>
                </a:lnTo>
                <a:lnTo>
                  <a:pt x="732392" y="751923"/>
                </a:lnTo>
                <a:lnTo>
                  <a:pt x="722627" y="751923"/>
                </a:lnTo>
                <a:close/>
                <a:moveTo>
                  <a:pt x="761688" y="839810"/>
                </a:moveTo>
                <a:lnTo>
                  <a:pt x="761688" y="849575"/>
                </a:lnTo>
                <a:lnTo>
                  <a:pt x="761688" y="859340"/>
                </a:lnTo>
                <a:lnTo>
                  <a:pt x="751923" y="859340"/>
                </a:lnTo>
                <a:lnTo>
                  <a:pt x="751923" y="849575"/>
                </a:lnTo>
                <a:lnTo>
                  <a:pt x="751923" y="839810"/>
                </a:lnTo>
                <a:close/>
                <a:moveTo>
                  <a:pt x="820279" y="244131"/>
                </a:moveTo>
                <a:lnTo>
                  <a:pt x="820279" y="253896"/>
                </a:lnTo>
                <a:lnTo>
                  <a:pt x="820279" y="263661"/>
                </a:lnTo>
                <a:lnTo>
                  <a:pt x="810514" y="263661"/>
                </a:lnTo>
                <a:lnTo>
                  <a:pt x="810514" y="253896"/>
                </a:lnTo>
                <a:lnTo>
                  <a:pt x="800749" y="253896"/>
                </a:lnTo>
                <a:lnTo>
                  <a:pt x="800749" y="244131"/>
                </a:lnTo>
                <a:lnTo>
                  <a:pt x="800749" y="234365"/>
                </a:lnTo>
                <a:lnTo>
                  <a:pt x="810514" y="234365"/>
                </a:lnTo>
                <a:lnTo>
                  <a:pt x="810514" y="244131"/>
                </a:lnTo>
                <a:close/>
                <a:moveTo>
                  <a:pt x="820279" y="283192"/>
                </a:moveTo>
                <a:lnTo>
                  <a:pt x="820279" y="273426"/>
                </a:lnTo>
                <a:lnTo>
                  <a:pt x="820279" y="263661"/>
                </a:lnTo>
                <a:lnTo>
                  <a:pt x="830044" y="263661"/>
                </a:lnTo>
                <a:lnTo>
                  <a:pt x="830044" y="273426"/>
                </a:lnTo>
                <a:lnTo>
                  <a:pt x="830044" y="283192"/>
                </a:lnTo>
                <a:close/>
                <a:moveTo>
                  <a:pt x="849575" y="302722"/>
                </a:moveTo>
                <a:lnTo>
                  <a:pt x="849575" y="312487"/>
                </a:lnTo>
                <a:lnTo>
                  <a:pt x="849575" y="322253"/>
                </a:lnTo>
                <a:lnTo>
                  <a:pt x="839810" y="322253"/>
                </a:lnTo>
                <a:lnTo>
                  <a:pt x="839810" y="312487"/>
                </a:lnTo>
                <a:lnTo>
                  <a:pt x="839810" y="302722"/>
                </a:lnTo>
                <a:close/>
                <a:moveTo>
                  <a:pt x="839810" y="1123001"/>
                </a:moveTo>
                <a:lnTo>
                  <a:pt x="849575" y="1123001"/>
                </a:lnTo>
                <a:lnTo>
                  <a:pt x="849575" y="1132767"/>
                </a:lnTo>
                <a:lnTo>
                  <a:pt x="839810" y="1132767"/>
                </a:lnTo>
                <a:lnTo>
                  <a:pt x="830044" y="1132767"/>
                </a:lnTo>
                <a:lnTo>
                  <a:pt x="830044" y="1123001"/>
                </a:lnTo>
                <a:close/>
                <a:moveTo>
                  <a:pt x="917931" y="546853"/>
                </a:moveTo>
                <a:lnTo>
                  <a:pt x="917931" y="537088"/>
                </a:lnTo>
                <a:lnTo>
                  <a:pt x="908166" y="537088"/>
                </a:lnTo>
                <a:lnTo>
                  <a:pt x="908166" y="527322"/>
                </a:lnTo>
                <a:lnTo>
                  <a:pt x="917931" y="527322"/>
                </a:lnTo>
                <a:lnTo>
                  <a:pt x="927697" y="527322"/>
                </a:lnTo>
                <a:lnTo>
                  <a:pt x="927697" y="537088"/>
                </a:lnTo>
                <a:lnTo>
                  <a:pt x="927697" y="546853"/>
                </a:lnTo>
                <a:close/>
                <a:moveTo>
                  <a:pt x="947227" y="566383"/>
                </a:moveTo>
                <a:lnTo>
                  <a:pt x="937462" y="566383"/>
                </a:lnTo>
                <a:lnTo>
                  <a:pt x="937462" y="556618"/>
                </a:lnTo>
                <a:lnTo>
                  <a:pt x="937462" y="546853"/>
                </a:lnTo>
                <a:lnTo>
                  <a:pt x="947227" y="546853"/>
                </a:lnTo>
                <a:lnTo>
                  <a:pt x="947227" y="556618"/>
                </a:lnTo>
                <a:close/>
                <a:moveTo>
                  <a:pt x="947227" y="595679"/>
                </a:moveTo>
                <a:lnTo>
                  <a:pt x="947227" y="585914"/>
                </a:lnTo>
                <a:lnTo>
                  <a:pt x="947227" y="576148"/>
                </a:lnTo>
                <a:lnTo>
                  <a:pt x="956992" y="576148"/>
                </a:lnTo>
                <a:lnTo>
                  <a:pt x="956992" y="585914"/>
                </a:lnTo>
                <a:lnTo>
                  <a:pt x="956992" y="595679"/>
                </a:lnTo>
                <a:close/>
                <a:moveTo>
                  <a:pt x="966758" y="664036"/>
                </a:moveTo>
                <a:lnTo>
                  <a:pt x="966758" y="673801"/>
                </a:lnTo>
                <a:lnTo>
                  <a:pt x="956992" y="673801"/>
                </a:lnTo>
                <a:lnTo>
                  <a:pt x="956992" y="664036"/>
                </a:lnTo>
                <a:lnTo>
                  <a:pt x="956992" y="654270"/>
                </a:lnTo>
                <a:lnTo>
                  <a:pt x="956992" y="644505"/>
                </a:lnTo>
                <a:lnTo>
                  <a:pt x="966758" y="644505"/>
                </a:lnTo>
                <a:lnTo>
                  <a:pt x="966758" y="654270"/>
                </a:lnTo>
                <a:close/>
                <a:moveTo>
                  <a:pt x="966758" y="742157"/>
                </a:moveTo>
                <a:lnTo>
                  <a:pt x="976523" y="742157"/>
                </a:lnTo>
                <a:lnTo>
                  <a:pt x="976523" y="751923"/>
                </a:lnTo>
                <a:lnTo>
                  <a:pt x="976523" y="761688"/>
                </a:lnTo>
                <a:lnTo>
                  <a:pt x="966758" y="761688"/>
                </a:lnTo>
                <a:lnTo>
                  <a:pt x="966758" y="751923"/>
                </a:lnTo>
                <a:lnTo>
                  <a:pt x="956992" y="751923"/>
                </a:lnTo>
                <a:lnTo>
                  <a:pt x="956992" y="742157"/>
                </a:lnTo>
                <a:lnTo>
                  <a:pt x="956992" y="732392"/>
                </a:lnTo>
                <a:lnTo>
                  <a:pt x="956992" y="722627"/>
                </a:lnTo>
                <a:lnTo>
                  <a:pt x="966758" y="722627"/>
                </a:lnTo>
                <a:lnTo>
                  <a:pt x="966758" y="732392"/>
                </a:lnTo>
                <a:close/>
                <a:moveTo>
                  <a:pt x="986288" y="781218"/>
                </a:moveTo>
                <a:lnTo>
                  <a:pt x="986288" y="790984"/>
                </a:lnTo>
                <a:lnTo>
                  <a:pt x="976523" y="790984"/>
                </a:lnTo>
                <a:lnTo>
                  <a:pt x="976523" y="781218"/>
                </a:lnTo>
                <a:close/>
                <a:moveTo>
                  <a:pt x="996053" y="800749"/>
                </a:moveTo>
                <a:lnTo>
                  <a:pt x="986288" y="800749"/>
                </a:lnTo>
                <a:lnTo>
                  <a:pt x="986288" y="790984"/>
                </a:lnTo>
                <a:lnTo>
                  <a:pt x="996053" y="790984"/>
                </a:lnTo>
                <a:lnTo>
                  <a:pt x="1005819" y="790984"/>
                </a:lnTo>
                <a:lnTo>
                  <a:pt x="1005819" y="800749"/>
                </a:lnTo>
                <a:close/>
                <a:moveTo>
                  <a:pt x="1025349" y="800749"/>
                </a:moveTo>
                <a:lnTo>
                  <a:pt x="1025349" y="810514"/>
                </a:lnTo>
                <a:lnTo>
                  <a:pt x="1015584" y="810514"/>
                </a:lnTo>
                <a:lnTo>
                  <a:pt x="1005819" y="810514"/>
                </a:lnTo>
                <a:lnTo>
                  <a:pt x="1005819" y="800749"/>
                </a:lnTo>
                <a:lnTo>
                  <a:pt x="1015584" y="800749"/>
                </a:lnTo>
                <a:close/>
                <a:moveTo>
                  <a:pt x="908166" y="898401"/>
                </a:moveTo>
                <a:lnTo>
                  <a:pt x="908166" y="888636"/>
                </a:lnTo>
                <a:lnTo>
                  <a:pt x="917931" y="888636"/>
                </a:lnTo>
                <a:lnTo>
                  <a:pt x="917931" y="898401"/>
                </a:lnTo>
                <a:lnTo>
                  <a:pt x="917931" y="908166"/>
                </a:lnTo>
                <a:lnTo>
                  <a:pt x="908166" y="908166"/>
                </a:lnTo>
                <a:close/>
                <a:moveTo>
                  <a:pt x="947227" y="976523"/>
                </a:moveTo>
                <a:lnTo>
                  <a:pt x="947227" y="966758"/>
                </a:lnTo>
                <a:lnTo>
                  <a:pt x="947227" y="956992"/>
                </a:lnTo>
                <a:lnTo>
                  <a:pt x="956992" y="956992"/>
                </a:lnTo>
                <a:lnTo>
                  <a:pt x="956992" y="947227"/>
                </a:lnTo>
                <a:lnTo>
                  <a:pt x="966758" y="947227"/>
                </a:lnTo>
                <a:lnTo>
                  <a:pt x="966758" y="956992"/>
                </a:lnTo>
                <a:lnTo>
                  <a:pt x="966758" y="966758"/>
                </a:lnTo>
                <a:lnTo>
                  <a:pt x="976523" y="966758"/>
                </a:lnTo>
                <a:lnTo>
                  <a:pt x="976523" y="976523"/>
                </a:lnTo>
                <a:lnTo>
                  <a:pt x="976523" y="986288"/>
                </a:lnTo>
                <a:lnTo>
                  <a:pt x="976523" y="996053"/>
                </a:lnTo>
                <a:lnTo>
                  <a:pt x="976523" y="1005819"/>
                </a:lnTo>
                <a:lnTo>
                  <a:pt x="976523" y="1015584"/>
                </a:lnTo>
                <a:lnTo>
                  <a:pt x="966758" y="1015584"/>
                </a:lnTo>
                <a:lnTo>
                  <a:pt x="956992" y="1015584"/>
                </a:lnTo>
                <a:lnTo>
                  <a:pt x="956992" y="1005819"/>
                </a:lnTo>
                <a:lnTo>
                  <a:pt x="947227" y="1005819"/>
                </a:lnTo>
                <a:lnTo>
                  <a:pt x="947227" y="996053"/>
                </a:lnTo>
                <a:lnTo>
                  <a:pt x="937462" y="996053"/>
                </a:lnTo>
                <a:lnTo>
                  <a:pt x="937462" y="986288"/>
                </a:lnTo>
                <a:lnTo>
                  <a:pt x="937462" y="976523"/>
                </a:lnTo>
                <a:close/>
                <a:moveTo>
                  <a:pt x="1015584" y="966758"/>
                </a:moveTo>
                <a:lnTo>
                  <a:pt x="1015584" y="956992"/>
                </a:lnTo>
                <a:lnTo>
                  <a:pt x="1025349" y="956992"/>
                </a:lnTo>
                <a:lnTo>
                  <a:pt x="1025349" y="966758"/>
                </a:lnTo>
                <a:lnTo>
                  <a:pt x="1025349" y="976523"/>
                </a:lnTo>
                <a:lnTo>
                  <a:pt x="1015584" y="976523"/>
                </a:lnTo>
                <a:close/>
                <a:moveTo>
                  <a:pt x="996053" y="1005819"/>
                </a:moveTo>
                <a:lnTo>
                  <a:pt x="996053" y="996053"/>
                </a:lnTo>
                <a:lnTo>
                  <a:pt x="1005819" y="996053"/>
                </a:lnTo>
                <a:lnTo>
                  <a:pt x="1005819" y="1005819"/>
                </a:lnTo>
                <a:lnTo>
                  <a:pt x="1005819" y="1015584"/>
                </a:lnTo>
                <a:lnTo>
                  <a:pt x="996053" y="1015584"/>
                </a:lnTo>
                <a:close/>
                <a:moveTo>
                  <a:pt x="986288" y="1035114"/>
                </a:moveTo>
                <a:lnTo>
                  <a:pt x="986288" y="1025349"/>
                </a:lnTo>
                <a:lnTo>
                  <a:pt x="996053" y="1025349"/>
                </a:lnTo>
                <a:lnTo>
                  <a:pt x="996053" y="1035114"/>
                </a:lnTo>
                <a:lnTo>
                  <a:pt x="996053" y="1044879"/>
                </a:lnTo>
                <a:lnTo>
                  <a:pt x="986288" y="1044879"/>
                </a:lnTo>
                <a:close/>
                <a:moveTo>
                  <a:pt x="947227" y="1025349"/>
                </a:moveTo>
                <a:lnTo>
                  <a:pt x="947227" y="1035114"/>
                </a:lnTo>
                <a:lnTo>
                  <a:pt x="947227" y="1044879"/>
                </a:lnTo>
                <a:lnTo>
                  <a:pt x="937462" y="1044879"/>
                </a:lnTo>
                <a:lnTo>
                  <a:pt x="927697" y="1044879"/>
                </a:lnTo>
                <a:lnTo>
                  <a:pt x="927697" y="1035114"/>
                </a:lnTo>
                <a:lnTo>
                  <a:pt x="937462" y="1035114"/>
                </a:lnTo>
                <a:lnTo>
                  <a:pt x="937462" y="1025349"/>
                </a:lnTo>
                <a:close/>
                <a:moveTo>
                  <a:pt x="966758" y="1083940"/>
                </a:moveTo>
                <a:lnTo>
                  <a:pt x="966758" y="1093706"/>
                </a:lnTo>
                <a:lnTo>
                  <a:pt x="956992" y="1093706"/>
                </a:lnTo>
                <a:lnTo>
                  <a:pt x="956992" y="1083940"/>
                </a:lnTo>
                <a:close/>
                <a:moveTo>
                  <a:pt x="947227" y="1103471"/>
                </a:moveTo>
                <a:lnTo>
                  <a:pt x="937462" y="1103471"/>
                </a:lnTo>
                <a:lnTo>
                  <a:pt x="937462" y="1093706"/>
                </a:lnTo>
                <a:lnTo>
                  <a:pt x="947227" y="1093706"/>
                </a:lnTo>
                <a:lnTo>
                  <a:pt x="956992" y="1093706"/>
                </a:lnTo>
                <a:lnTo>
                  <a:pt x="956992" y="1103471"/>
                </a:lnTo>
                <a:close/>
                <a:moveTo>
                  <a:pt x="917931" y="1113236"/>
                </a:moveTo>
                <a:lnTo>
                  <a:pt x="927697" y="1113236"/>
                </a:lnTo>
                <a:lnTo>
                  <a:pt x="927697" y="1123001"/>
                </a:lnTo>
                <a:lnTo>
                  <a:pt x="917931" y="1123001"/>
                </a:lnTo>
                <a:lnTo>
                  <a:pt x="908166" y="1123001"/>
                </a:lnTo>
                <a:lnTo>
                  <a:pt x="908166" y="1113236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70" name="Vector 70">
            <a:extLst xmlns:a="http://schemas.openxmlformats.org/drawingml/2006/main">
              <a:ext uri="{FF2B5EF4-FFF2-40B4-BE49-F238E27FC236}">
                <a16:creationId xmlns:a16="http://schemas.microsoft.com/office/drawing/2014/main" id="{E9887AB9-E132-48C2-905D-4CD9C0A4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30" y="7295301"/>
            <a:ext cx="1054645" cy="1425723"/>
          </a:xfrm>
          <a:custGeom xmlns:a="http://schemas.openxmlformats.org/drawingml/2006/main">
            <a:pathLst>
              <a:path w="1054645" h="1425723">
                <a:moveTo>
                  <a:pt x="156244" y="566383"/>
                </a:moveTo>
                <a:lnTo>
                  <a:pt x="156244" y="556618"/>
                </a:lnTo>
                <a:lnTo>
                  <a:pt x="146478" y="556618"/>
                </a:lnTo>
                <a:lnTo>
                  <a:pt x="146478" y="546853"/>
                </a:lnTo>
                <a:lnTo>
                  <a:pt x="156244" y="546853"/>
                </a:lnTo>
                <a:lnTo>
                  <a:pt x="156244" y="537088"/>
                </a:lnTo>
                <a:lnTo>
                  <a:pt x="166009" y="537088"/>
                </a:lnTo>
                <a:lnTo>
                  <a:pt x="175774" y="537088"/>
                </a:lnTo>
                <a:lnTo>
                  <a:pt x="175774" y="546853"/>
                </a:lnTo>
                <a:lnTo>
                  <a:pt x="175774" y="556618"/>
                </a:lnTo>
                <a:lnTo>
                  <a:pt x="175774" y="566383"/>
                </a:lnTo>
                <a:lnTo>
                  <a:pt x="166009" y="566383"/>
                </a:lnTo>
                <a:close/>
                <a:moveTo>
                  <a:pt x="126948" y="595679"/>
                </a:moveTo>
                <a:lnTo>
                  <a:pt x="117183" y="595679"/>
                </a:lnTo>
                <a:lnTo>
                  <a:pt x="117183" y="585914"/>
                </a:lnTo>
                <a:lnTo>
                  <a:pt x="126948" y="585914"/>
                </a:lnTo>
                <a:close/>
                <a:moveTo>
                  <a:pt x="166009" y="605444"/>
                </a:moveTo>
                <a:lnTo>
                  <a:pt x="166009" y="615209"/>
                </a:lnTo>
                <a:lnTo>
                  <a:pt x="156244" y="615209"/>
                </a:lnTo>
                <a:lnTo>
                  <a:pt x="146478" y="615209"/>
                </a:lnTo>
                <a:lnTo>
                  <a:pt x="146478" y="605444"/>
                </a:lnTo>
                <a:lnTo>
                  <a:pt x="156244" y="605444"/>
                </a:lnTo>
                <a:lnTo>
                  <a:pt x="156244" y="595679"/>
                </a:lnTo>
                <a:lnTo>
                  <a:pt x="166009" y="595679"/>
                </a:lnTo>
                <a:close/>
                <a:moveTo>
                  <a:pt x="146478" y="615209"/>
                </a:moveTo>
                <a:lnTo>
                  <a:pt x="146478" y="624975"/>
                </a:lnTo>
                <a:lnTo>
                  <a:pt x="136713" y="624975"/>
                </a:lnTo>
                <a:lnTo>
                  <a:pt x="136713" y="615209"/>
                </a:lnTo>
                <a:close/>
                <a:moveTo>
                  <a:pt x="97652" y="615209"/>
                </a:moveTo>
                <a:lnTo>
                  <a:pt x="97652" y="624975"/>
                </a:lnTo>
                <a:lnTo>
                  <a:pt x="87887" y="624975"/>
                </a:lnTo>
                <a:lnTo>
                  <a:pt x="87887" y="615209"/>
                </a:lnTo>
                <a:close/>
                <a:moveTo>
                  <a:pt x="87887" y="664036"/>
                </a:moveTo>
                <a:lnTo>
                  <a:pt x="78122" y="664036"/>
                </a:lnTo>
                <a:lnTo>
                  <a:pt x="78122" y="673801"/>
                </a:lnTo>
                <a:lnTo>
                  <a:pt x="68357" y="673801"/>
                </a:lnTo>
                <a:lnTo>
                  <a:pt x="68357" y="664036"/>
                </a:lnTo>
                <a:lnTo>
                  <a:pt x="68357" y="654270"/>
                </a:lnTo>
                <a:lnTo>
                  <a:pt x="68357" y="644505"/>
                </a:lnTo>
                <a:lnTo>
                  <a:pt x="78122" y="644505"/>
                </a:lnTo>
                <a:lnTo>
                  <a:pt x="78122" y="634740"/>
                </a:lnTo>
                <a:lnTo>
                  <a:pt x="78122" y="624975"/>
                </a:lnTo>
                <a:lnTo>
                  <a:pt x="87887" y="624975"/>
                </a:lnTo>
                <a:lnTo>
                  <a:pt x="87887" y="634740"/>
                </a:lnTo>
                <a:lnTo>
                  <a:pt x="87887" y="644505"/>
                </a:lnTo>
                <a:lnTo>
                  <a:pt x="87887" y="654270"/>
                </a:lnTo>
                <a:close/>
                <a:moveTo>
                  <a:pt x="117183" y="624975"/>
                </a:moveTo>
                <a:lnTo>
                  <a:pt x="117183" y="634740"/>
                </a:lnTo>
                <a:lnTo>
                  <a:pt x="107418" y="634740"/>
                </a:lnTo>
                <a:lnTo>
                  <a:pt x="107418" y="624975"/>
                </a:lnTo>
                <a:close/>
                <a:moveTo>
                  <a:pt x="107418" y="644505"/>
                </a:moveTo>
                <a:lnTo>
                  <a:pt x="97652" y="644505"/>
                </a:lnTo>
                <a:lnTo>
                  <a:pt x="97652" y="634740"/>
                </a:lnTo>
                <a:lnTo>
                  <a:pt x="107418" y="634740"/>
                </a:lnTo>
                <a:close/>
                <a:moveTo>
                  <a:pt x="126948" y="634740"/>
                </a:moveTo>
                <a:lnTo>
                  <a:pt x="126948" y="644505"/>
                </a:lnTo>
                <a:lnTo>
                  <a:pt x="117183" y="644505"/>
                </a:lnTo>
                <a:lnTo>
                  <a:pt x="117183" y="634740"/>
                </a:lnTo>
                <a:close/>
                <a:moveTo>
                  <a:pt x="126948" y="664036"/>
                </a:moveTo>
                <a:lnTo>
                  <a:pt x="117183" y="664036"/>
                </a:lnTo>
                <a:lnTo>
                  <a:pt x="117183" y="654270"/>
                </a:lnTo>
                <a:lnTo>
                  <a:pt x="126948" y="654270"/>
                </a:lnTo>
                <a:close/>
                <a:moveTo>
                  <a:pt x="136713" y="664036"/>
                </a:moveTo>
                <a:lnTo>
                  <a:pt x="136713" y="673801"/>
                </a:lnTo>
                <a:lnTo>
                  <a:pt x="126948" y="673801"/>
                </a:lnTo>
                <a:lnTo>
                  <a:pt x="126948" y="664036"/>
                </a:lnTo>
                <a:close/>
                <a:moveTo>
                  <a:pt x="156244" y="673801"/>
                </a:moveTo>
                <a:lnTo>
                  <a:pt x="156244" y="683566"/>
                </a:lnTo>
                <a:lnTo>
                  <a:pt x="146478" y="683566"/>
                </a:lnTo>
                <a:lnTo>
                  <a:pt x="146478" y="673801"/>
                </a:lnTo>
                <a:close/>
                <a:moveTo>
                  <a:pt x="117183" y="712862"/>
                </a:moveTo>
                <a:lnTo>
                  <a:pt x="117183" y="722627"/>
                </a:lnTo>
                <a:lnTo>
                  <a:pt x="107418" y="722627"/>
                </a:lnTo>
                <a:lnTo>
                  <a:pt x="97652" y="722627"/>
                </a:lnTo>
                <a:lnTo>
                  <a:pt x="87887" y="722627"/>
                </a:lnTo>
                <a:lnTo>
                  <a:pt x="87887" y="712862"/>
                </a:lnTo>
                <a:lnTo>
                  <a:pt x="87887" y="703096"/>
                </a:lnTo>
                <a:lnTo>
                  <a:pt x="87887" y="693331"/>
                </a:lnTo>
                <a:lnTo>
                  <a:pt x="87887" y="683566"/>
                </a:lnTo>
                <a:lnTo>
                  <a:pt x="97652" y="683566"/>
                </a:lnTo>
                <a:lnTo>
                  <a:pt x="97652" y="693331"/>
                </a:lnTo>
                <a:lnTo>
                  <a:pt x="97652" y="703096"/>
                </a:lnTo>
                <a:lnTo>
                  <a:pt x="107418" y="703096"/>
                </a:lnTo>
                <a:lnTo>
                  <a:pt x="107418" y="712862"/>
                </a:lnTo>
                <a:close/>
                <a:moveTo>
                  <a:pt x="126948" y="693331"/>
                </a:moveTo>
                <a:lnTo>
                  <a:pt x="126948" y="703096"/>
                </a:lnTo>
                <a:lnTo>
                  <a:pt x="117183" y="703096"/>
                </a:lnTo>
                <a:lnTo>
                  <a:pt x="107418" y="703096"/>
                </a:lnTo>
                <a:lnTo>
                  <a:pt x="107418" y="693331"/>
                </a:lnTo>
                <a:lnTo>
                  <a:pt x="107418" y="683566"/>
                </a:lnTo>
                <a:lnTo>
                  <a:pt x="117183" y="683566"/>
                </a:lnTo>
                <a:lnTo>
                  <a:pt x="117183" y="693331"/>
                </a:lnTo>
                <a:close/>
                <a:moveTo>
                  <a:pt x="156244" y="703096"/>
                </a:moveTo>
                <a:lnTo>
                  <a:pt x="146478" y="703096"/>
                </a:lnTo>
                <a:lnTo>
                  <a:pt x="146478" y="693331"/>
                </a:lnTo>
                <a:lnTo>
                  <a:pt x="156244" y="693331"/>
                </a:lnTo>
                <a:close/>
                <a:moveTo>
                  <a:pt x="146478" y="703096"/>
                </a:moveTo>
                <a:lnTo>
                  <a:pt x="146478" y="712862"/>
                </a:lnTo>
                <a:lnTo>
                  <a:pt x="136713" y="712862"/>
                </a:lnTo>
                <a:lnTo>
                  <a:pt x="136713" y="703096"/>
                </a:lnTo>
                <a:close/>
                <a:moveTo>
                  <a:pt x="68357" y="742157"/>
                </a:moveTo>
                <a:lnTo>
                  <a:pt x="58591" y="742157"/>
                </a:lnTo>
                <a:lnTo>
                  <a:pt x="58591" y="732392"/>
                </a:lnTo>
                <a:lnTo>
                  <a:pt x="68357" y="732392"/>
                </a:lnTo>
                <a:close/>
                <a:moveTo>
                  <a:pt x="58591" y="790984"/>
                </a:moveTo>
                <a:lnTo>
                  <a:pt x="58591" y="781218"/>
                </a:lnTo>
                <a:lnTo>
                  <a:pt x="58591" y="771453"/>
                </a:lnTo>
                <a:lnTo>
                  <a:pt x="68357" y="771453"/>
                </a:lnTo>
                <a:lnTo>
                  <a:pt x="68357" y="761688"/>
                </a:lnTo>
                <a:lnTo>
                  <a:pt x="78122" y="761688"/>
                </a:lnTo>
                <a:lnTo>
                  <a:pt x="78122" y="751923"/>
                </a:lnTo>
                <a:lnTo>
                  <a:pt x="78122" y="742157"/>
                </a:lnTo>
                <a:lnTo>
                  <a:pt x="78122" y="732392"/>
                </a:lnTo>
                <a:lnTo>
                  <a:pt x="87887" y="732392"/>
                </a:lnTo>
                <a:lnTo>
                  <a:pt x="97652" y="732392"/>
                </a:lnTo>
                <a:lnTo>
                  <a:pt x="97652" y="742157"/>
                </a:lnTo>
                <a:lnTo>
                  <a:pt x="87887" y="742157"/>
                </a:lnTo>
                <a:lnTo>
                  <a:pt x="87887" y="751923"/>
                </a:lnTo>
                <a:lnTo>
                  <a:pt x="97652" y="751923"/>
                </a:lnTo>
                <a:lnTo>
                  <a:pt x="97652" y="761688"/>
                </a:lnTo>
                <a:lnTo>
                  <a:pt x="97652" y="771453"/>
                </a:lnTo>
                <a:lnTo>
                  <a:pt x="107418" y="771453"/>
                </a:lnTo>
                <a:lnTo>
                  <a:pt x="117183" y="771453"/>
                </a:lnTo>
                <a:lnTo>
                  <a:pt x="117183" y="781218"/>
                </a:lnTo>
                <a:lnTo>
                  <a:pt x="117183" y="790984"/>
                </a:lnTo>
                <a:lnTo>
                  <a:pt x="107418" y="790984"/>
                </a:lnTo>
                <a:lnTo>
                  <a:pt x="107418" y="800749"/>
                </a:lnTo>
                <a:lnTo>
                  <a:pt x="97652" y="800749"/>
                </a:lnTo>
                <a:lnTo>
                  <a:pt x="87887" y="800749"/>
                </a:lnTo>
                <a:lnTo>
                  <a:pt x="87887" y="790984"/>
                </a:lnTo>
                <a:lnTo>
                  <a:pt x="97652" y="790984"/>
                </a:lnTo>
                <a:lnTo>
                  <a:pt x="97652" y="781218"/>
                </a:lnTo>
                <a:lnTo>
                  <a:pt x="87887" y="781218"/>
                </a:lnTo>
                <a:lnTo>
                  <a:pt x="78122" y="781218"/>
                </a:lnTo>
                <a:lnTo>
                  <a:pt x="68357" y="781218"/>
                </a:lnTo>
                <a:lnTo>
                  <a:pt x="68357" y="790984"/>
                </a:lnTo>
                <a:close/>
                <a:moveTo>
                  <a:pt x="48826" y="761688"/>
                </a:moveTo>
                <a:lnTo>
                  <a:pt x="48826" y="771453"/>
                </a:lnTo>
                <a:lnTo>
                  <a:pt x="39061" y="771453"/>
                </a:lnTo>
                <a:lnTo>
                  <a:pt x="39061" y="761688"/>
                </a:lnTo>
                <a:close/>
                <a:moveTo>
                  <a:pt x="58591" y="820279"/>
                </a:moveTo>
                <a:lnTo>
                  <a:pt x="48826" y="820279"/>
                </a:lnTo>
                <a:lnTo>
                  <a:pt x="48826" y="810514"/>
                </a:lnTo>
                <a:lnTo>
                  <a:pt x="48826" y="800749"/>
                </a:lnTo>
                <a:lnTo>
                  <a:pt x="39061" y="800749"/>
                </a:lnTo>
                <a:lnTo>
                  <a:pt x="29296" y="800749"/>
                </a:lnTo>
                <a:lnTo>
                  <a:pt x="29296" y="790984"/>
                </a:lnTo>
                <a:lnTo>
                  <a:pt x="29296" y="781218"/>
                </a:lnTo>
                <a:lnTo>
                  <a:pt x="39061" y="781218"/>
                </a:lnTo>
                <a:lnTo>
                  <a:pt x="39061" y="790984"/>
                </a:lnTo>
                <a:lnTo>
                  <a:pt x="48826" y="790984"/>
                </a:lnTo>
                <a:lnTo>
                  <a:pt x="58591" y="790984"/>
                </a:lnTo>
                <a:lnTo>
                  <a:pt x="58591" y="800749"/>
                </a:lnTo>
                <a:lnTo>
                  <a:pt x="58591" y="810514"/>
                </a:lnTo>
                <a:lnTo>
                  <a:pt x="68357" y="810514"/>
                </a:lnTo>
                <a:lnTo>
                  <a:pt x="68357" y="820279"/>
                </a:lnTo>
                <a:lnTo>
                  <a:pt x="78122" y="820279"/>
                </a:lnTo>
                <a:lnTo>
                  <a:pt x="78122" y="830044"/>
                </a:lnTo>
                <a:lnTo>
                  <a:pt x="78122" y="839810"/>
                </a:lnTo>
                <a:lnTo>
                  <a:pt x="87887" y="839810"/>
                </a:lnTo>
                <a:lnTo>
                  <a:pt x="97652" y="839810"/>
                </a:lnTo>
                <a:lnTo>
                  <a:pt x="97652" y="830044"/>
                </a:lnTo>
                <a:lnTo>
                  <a:pt x="107418" y="830044"/>
                </a:lnTo>
                <a:lnTo>
                  <a:pt x="107418" y="839810"/>
                </a:lnTo>
                <a:lnTo>
                  <a:pt x="107418" y="849575"/>
                </a:lnTo>
                <a:lnTo>
                  <a:pt x="97652" y="849575"/>
                </a:lnTo>
                <a:lnTo>
                  <a:pt x="87887" y="849575"/>
                </a:lnTo>
                <a:lnTo>
                  <a:pt x="87887" y="859340"/>
                </a:lnTo>
                <a:lnTo>
                  <a:pt x="78122" y="859340"/>
                </a:lnTo>
                <a:lnTo>
                  <a:pt x="68357" y="859340"/>
                </a:lnTo>
                <a:lnTo>
                  <a:pt x="68357" y="849575"/>
                </a:lnTo>
                <a:lnTo>
                  <a:pt x="68357" y="839810"/>
                </a:lnTo>
                <a:lnTo>
                  <a:pt x="68357" y="830044"/>
                </a:lnTo>
                <a:lnTo>
                  <a:pt x="58591" y="830044"/>
                </a:lnTo>
                <a:close/>
                <a:moveTo>
                  <a:pt x="78122" y="790984"/>
                </a:moveTo>
                <a:lnTo>
                  <a:pt x="78122" y="800749"/>
                </a:lnTo>
                <a:lnTo>
                  <a:pt x="87887" y="800749"/>
                </a:lnTo>
                <a:lnTo>
                  <a:pt x="87887" y="810514"/>
                </a:lnTo>
                <a:lnTo>
                  <a:pt x="78122" y="810514"/>
                </a:lnTo>
                <a:lnTo>
                  <a:pt x="68357" y="810514"/>
                </a:lnTo>
                <a:lnTo>
                  <a:pt x="68357" y="800749"/>
                </a:lnTo>
                <a:lnTo>
                  <a:pt x="68357" y="790984"/>
                </a:lnTo>
                <a:close/>
                <a:moveTo>
                  <a:pt x="126948" y="820279"/>
                </a:moveTo>
                <a:lnTo>
                  <a:pt x="126948" y="830044"/>
                </a:lnTo>
                <a:lnTo>
                  <a:pt x="117183" y="830044"/>
                </a:lnTo>
                <a:lnTo>
                  <a:pt x="117183" y="820279"/>
                </a:lnTo>
                <a:close/>
                <a:moveTo>
                  <a:pt x="39061" y="830044"/>
                </a:moveTo>
                <a:lnTo>
                  <a:pt x="29296" y="830044"/>
                </a:lnTo>
                <a:lnTo>
                  <a:pt x="29296" y="820279"/>
                </a:lnTo>
                <a:lnTo>
                  <a:pt x="39061" y="820279"/>
                </a:lnTo>
                <a:close/>
                <a:moveTo>
                  <a:pt x="29296" y="839810"/>
                </a:moveTo>
                <a:lnTo>
                  <a:pt x="19530" y="839810"/>
                </a:lnTo>
                <a:lnTo>
                  <a:pt x="19530" y="830044"/>
                </a:lnTo>
                <a:lnTo>
                  <a:pt x="29296" y="830044"/>
                </a:lnTo>
                <a:close/>
                <a:moveTo>
                  <a:pt x="48826" y="869105"/>
                </a:moveTo>
                <a:lnTo>
                  <a:pt x="39061" y="869105"/>
                </a:lnTo>
                <a:lnTo>
                  <a:pt x="39061" y="859340"/>
                </a:lnTo>
                <a:lnTo>
                  <a:pt x="48826" y="859340"/>
                </a:lnTo>
                <a:lnTo>
                  <a:pt x="48826" y="849575"/>
                </a:lnTo>
                <a:lnTo>
                  <a:pt x="48826" y="839810"/>
                </a:lnTo>
                <a:lnTo>
                  <a:pt x="58591" y="839810"/>
                </a:lnTo>
                <a:lnTo>
                  <a:pt x="58591" y="849575"/>
                </a:lnTo>
                <a:lnTo>
                  <a:pt x="58591" y="859340"/>
                </a:lnTo>
                <a:lnTo>
                  <a:pt x="58591" y="869105"/>
                </a:lnTo>
                <a:close/>
                <a:moveTo>
                  <a:pt x="117183" y="869105"/>
                </a:moveTo>
                <a:lnTo>
                  <a:pt x="117183" y="878871"/>
                </a:lnTo>
                <a:lnTo>
                  <a:pt x="107418" y="878871"/>
                </a:lnTo>
                <a:lnTo>
                  <a:pt x="107418" y="869105"/>
                </a:lnTo>
                <a:close/>
                <a:moveTo>
                  <a:pt x="146478" y="888636"/>
                </a:moveTo>
                <a:lnTo>
                  <a:pt x="146478" y="878871"/>
                </a:lnTo>
                <a:lnTo>
                  <a:pt x="146478" y="869105"/>
                </a:lnTo>
                <a:lnTo>
                  <a:pt x="156244" y="869105"/>
                </a:lnTo>
                <a:lnTo>
                  <a:pt x="156244" y="878871"/>
                </a:lnTo>
                <a:lnTo>
                  <a:pt x="156244" y="888636"/>
                </a:lnTo>
                <a:close/>
                <a:moveTo>
                  <a:pt x="136713" y="888636"/>
                </a:moveTo>
                <a:lnTo>
                  <a:pt x="136713" y="898401"/>
                </a:lnTo>
                <a:lnTo>
                  <a:pt x="126948" y="898401"/>
                </a:lnTo>
                <a:lnTo>
                  <a:pt x="126948" y="908166"/>
                </a:lnTo>
                <a:lnTo>
                  <a:pt x="117183" y="908166"/>
                </a:lnTo>
                <a:lnTo>
                  <a:pt x="117183" y="898401"/>
                </a:lnTo>
                <a:lnTo>
                  <a:pt x="107418" y="898401"/>
                </a:lnTo>
                <a:lnTo>
                  <a:pt x="107418" y="888636"/>
                </a:lnTo>
                <a:lnTo>
                  <a:pt x="117183" y="888636"/>
                </a:lnTo>
                <a:lnTo>
                  <a:pt x="117183" y="878871"/>
                </a:lnTo>
                <a:lnTo>
                  <a:pt x="126948" y="878871"/>
                </a:lnTo>
                <a:lnTo>
                  <a:pt x="126948" y="888636"/>
                </a:lnTo>
                <a:close/>
                <a:moveTo>
                  <a:pt x="29296" y="917931"/>
                </a:moveTo>
                <a:lnTo>
                  <a:pt x="29296" y="908166"/>
                </a:lnTo>
                <a:lnTo>
                  <a:pt x="29296" y="898401"/>
                </a:lnTo>
                <a:lnTo>
                  <a:pt x="29296" y="888636"/>
                </a:lnTo>
                <a:lnTo>
                  <a:pt x="39061" y="888636"/>
                </a:lnTo>
                <a:lnTo>
                  <a:pt x="39061" y="898401"/>
                </a:lnTo>
                <a:lnTo>
                  <a:pt x="39061" y="908166"/>
                </a:lnTo>
                <a:lnTo>
                  <a:pt x="39061" y="917931"/>
                </a:lnTo>
                <a:lnTo>
                  <a:pt x="39061" y="927697"/>
                </a:lnTo>
                <a:lnTo>
                  <a:pt x="39061" y="937462"/>
                </a:lnTo>
                <a:lnTo>
                  <a:pt x="39061" y="947227"/>
                </a:lnTo>
                <a:lnTo>
                  <a:pt x="29296" y="947227"/>
                </a:lnTo>
                <a:lnTo>
                  <a:pt x="29296" y="937462"/>
                </a:lnTo>
                <a:lnTo>
                  <a:pt x="29296" y="927697"/>
                </a:lnTo>
                <a:close/>
                <a:moveTo>
                  <a:pt x="78122" y="908166"/>
                </a:moveTo>
                <a:lnTo>
                  <a:pt x="87887" y="908166"/>
                </a:lnTo>
                <a:lnTo>
                  <a:pt x="87887" y="898401"/>
                </a:lnTo>
                <a:lnTo>
                  <a:pt x="87887" y="888636"/>
                </a:lnTo>
                <a:lnTo>
                  <a:pt x="97652" y="888636"/>
                </a:lnTo>
                <a:lnTo>
                  <a:pt x="97652" y="898401"/>
                </a:lnTo>
                <a:lnTo>
                  <a:pt x="97652" y="908166"/>
                </a:lnTo>
                <a:lnTo>
                  <a:pt x="97652" y="917931"/>
                </a:lnTo>
                <a:lnTo>
                  <a:pt x="87887" y="917931"/>
                </a:lnTo>
                <a:lnTo>
                  <a:pt x="87887" y="927697"/>
                </a:lnTo>
                <a:lnTo>
                  <a:pt x="87887" y="937462"/>
                </a:lnTo>
                <a:lnTo>
                  <a:pt x="87887" y="947227"/>
                </a:lnTo>
                <a:lnTo>
                  <a:pt x="87887" y="956992"/>
                </a:lnTo>
                <a:lnTo>
                  <a:pt x="78122" y="956992"/>
                </a:lnTo>
                <a:lnTo>
                  <a:pt x="68357" y="956992"/>
                </a:lnTo>
                <a:lnTo>
                  <a:pt x="68357" y="947227"/>
                </a:lnTo>
                <a:lnTo>
                  <a:pt x="78122" y="947227"/>
                </a:lnTo>
                <a:lnTo>
                  <a:pt x="78122" y="937462"/>
                </a:lnTo>
                <a:lnTo>
                  <a:pt x="68357" y="937462"/>
                </a:lnTo>
                <a:lnTo>
                  <a:pt x="68357" y="927697"/>
                </a:lnTo>
                <a:lnTo>
                  <a:pt x="78122" y="927697"/>
                </a:lnTo>
                <a:lnTo>
                  <a:pt x="78122" y="917931"/>
                </a:lnTo>
                <a:close/>
                <a:moveTo>
                  <a:pt x="117183" y="908166"/>
                </a:moveTo>
                <a:lnTo>
                  <a:pt x="117183" y="917931"/>
                </a:lnTo>
                <a:lnTo>
                  <a:pt x="107418" y="917931"/>
                </a:lnTo>
                <a:lnTo>
                  <a:pt x="107418" y="908166"/>
                </a:lnTo>
                <a:close/>
                <a:moveTo>
                  <a:pt x="156244" y="927697"/>
                </a:moveTo>
                <a:lnTo>
                  <a:pt x="156244" y="937462"/>
                </a:lnTo>
                <a:lnTo>
                  <a:pt x="146478" y="937462"/>
                </a:lnTo>
                <a:lnTo>
                  <a:pt x="146478" y="927697"/>
                </a:lnTo>
                <a:close/>
                <a:moveTo>
                  <a:pt x="107418" y="947227"/>
                </a:moveTo>
                <a:lnTo>
                  <a:pt x="117183" y="947227"/>
                </a:lnTo>
                <a:lnTo>
                  <a:pt x="117183" y="956992"/>
                </a:lnTo>
                <a:lnTo>
                  <a:pt x="107418" y="956992"/>
                </a:lnTo>
                <a:lnTo>
                  <a:pt x="97652" y="956992"/>
                </a:lnTo>
                <a:lnTo>
                  <a:pt x="97652" y="947227"/>
                </a:lnTo>
                <a:close/>
                <a:moveTo>
                  <a:pt x="9765" y="956992"/>
                </a:moveTo>
                <a:lnTo>
                  <a:pt x="9765" y="966758"/>
                </a:lnTo>
                <a:lnTo>
                  <a:pt x="0" y="966758"/>
                </a:lnTo>
                <a:lnTo>
                  <a:pt x="0" y="956992"/>
                </a:lnTo>
                <a:close/>
                <a:moveTo>
                  <a:pt x="58591" y="966758"/>
                </a:moveTo>
                <a:lnTo>
                  <a:pt x="58591" y="956992"/>
                </a:lnTo>
                <a:lnTo>
                  <a:pt x="68357" y="956992"/>
                </a:lnTo>
                <a:lnTo>
                  <a:pt x="68357" y="966758"/>
                </a:lnTo>
                <a:lnTo>
                  <a:pt x="68357" y="976523"/>
                </a:lnTo>
                <a:lnTo>
                  <a:pt x="58591" y="976523"/>
                </a:lnTo>
                <a:close/>
                <a:moveTo>
                  <a:pt x="97652" y="966758"/>
                </a:moveTo>
                <a:lnTo>
                  <a:pt x="87887" y="966758"/>
                </a:lnTo>
                <a:lnTo>
                  <a:pt x="87887" y="956992"/>
                </a:lnTo>
                <a:lnTo>
                  <a:pt x="97652" y="956992"/>
                </a:lnTo>
                <a:close/>
                <a:moveTo>
                  <a:pt x="117183" y="966758"/>
                </a:moveTo>
                <a:lnTo>
                  <a:pt x="117183" y="956992"/>
                </a:lnTo>
                <a:lnTo>
                  <a:pt x="126948" y="956992"/>
                </a:lnTo>
                <a:lnTo>
                  <a:pt x="126948" y="966758"/>
                </a:lnTo>
                <a:close/>
                <a:moveTo>
                  <a:pt x="117183" y="966758"/>
                </a:moveTo>
                <a:lnTo>
                  <a:pt x="117183" y="976523"/>
                </a:lnTo>
                <a:lnTo>
                  <a:pt x="107418" y="976523"/>
                </a:lnTo>
                <a:lnTo>
                  <a:pt x="107418" y="966758"/>
                </a:lnTo>
                <a:close/>
                <a:moveTo>
                  <a:pt x="39061" y="976523"/>
                </a:moveTo>
                <a:lnTo>
                  <a:pt x="39061" y="986288"/>
                </a:lnTo>
                <a:lnTo>
                  <a:pt x="29296" y="986288"/>
                </a:lnTo>
                <a:lnTo>
                  <a:pt x="29296" y="976523"/>
                </a:lnTo>
                <a:lnTo>
                  <a:pt x="29296" y="966758"/>
                </a:lnTo>
                <a:lnTo>
                  <a:pt x="39061" y="966758"/>
                </a:lnTo>
                <a:close/>
                <a:moveTo>
                  <a:pt x="58591" y="1035114"/>
                </a:moveTo>
                <a:lnTo>
                  <a:pt x="48826" y="1035114"/>
                </a:lnTo>
                <a:lnTo>
                  <a:pt x="48826" y="1025349"/>
                </a:lnTo>
                <a:lnTo>
                  <a:pt x="48826" y="1015584"/>
                </a:lnTo>
                <a:lnTo>
                  <a:pt x="48826" y="1005819"/>
                </a:lnTo>
                <a:lnTo>
                  <a:pt x="48826" y="996053"/>
                </a:lnTo>
                <a:lnTo>
                  <a:pt x="48826" y="986288"/>
                </a:lnTo>
                <a:lnTo>
                  <a:pt x="48826" y="976523"/>
                </a:lnTo>
                <a:lnTo>
                  <a:pt x="58591" y="976523"/>
                </a:lnTo>
                <a:lnTo>
                  <a:pt x="58591" y="986288"/>
                </a:lnTo>
                <a:lnTo>
                  <a:pt x="58591" y="996053"/>
                </a:lnTo>
                <a:lnTo>
                  <a:pt x="58591" y="1005819"/>
                </a:lnTo>
                <a:lnTo>
                  <a:pt x="58591" y="1015584"/>
                </a:lnTo>
                <a:lnTo>
                  <a:pt x="58591" y="1025349"/>
                </a:lnTo>
                <a:lnTo>
                  <a:pt x="68357" y="1025349"/>
                </a:lnTo>
                <a:lnTo>
                  <a:pt x="68357" y="1035114"/>
                </a:lnTo>
                <a:lnTo>
                  <a:pt x="68357" y="1044879"/>
                </a:lnTo>
                <a:lnTo>
                  <a:pt x="68357" y="1054645"/>
                </a:lnTo>
                <a:lnTo>
                  <a:pt x="58591" y="1054645"/>
                </a:lnTo>
                <a:lnTo>
                  <a:pt x="58591" y="1044879"/>
                </a:lnTo>
                <a:close/>
                <a:moveTo>
                  <a:pt x="68357" y="976523"/>
                </a:moveTo>
                <a:lnTo>
                  <a:pt x="78122" y="976523"/>
                </a:lnTo>
                <a:lnTo>
                  <a:pt x="87887" y="976523"/>
                </a:lnTo>
                <a:lnTo>
                  <a:pt x="97652" y="976523"/>
                </a:lnTo>
                <a:lnTo>
                  <a:pt x="97652" y="986288"/>
                </a:lnTo>
                <a:lnTo>
                  <a:pt x="87887" y="986288"/>
                </a:lnTo>
                <a:lnTo>
                  <a:pt x="78122" y="986288"/>
                </a:lnTo>
                <a:lnTo>
                  <a:pt x="68357" y="986288"/>
                </a:lnTo>
                <a:close/>
                <a:moveTo>
                  <a:pt x="107418" y="986288"/>
                </a:moveTo>
                <a:lnTo>
                  <a:pt x="107418" y="996053"/>
                </a:lnTo>
                <a:lnTo>
                  <a:pt x="97652" y="996053"/>
                </a:lnTo>
                <a:lnTo>
                  <a:pt x="97652" y="986288"/>
                </a:lnTo>
                <a:close/>
                <a:moveTo>
                  <a:pt x="126948" y="1005819"/>
                </a:moveTo>
                <a:lnTo>
                  <a:pt x="136713" y="1005819"/>
                </a:lnTo>
                <a:lnTo>
                  <a:pt x="136713" y="1015584"/>
                </a:lnTo>
                <a:lnTo>
                  <a:pt x="126948" y="1015584"/>
                </a:lnTo>
                <a:lnTo>
                  <a:pt x="117183" y="1015584"/>
                </a:lnTo>
                <a:lnTo>
                  <a:pt x="107418" y="1015584"/>
                </a:lnTo>
                <a:lnTo>
                  <a:pt x="107418" y="1005819"/>
                </a:lnTo>
                <a:lnTo>
                  <a:pt x="107418" y="996053"/>
                </a:lnTo>
                <a:lnTo>
                  <a:pt x="117183" y="996053"/>
                </a:lnTo>
                <a:lnTo>
                  <a:pt x="126948" y="996053"/>
                </a:lnTo>
                <a:close/>
                <a:moveTo>
                  <a:pt x="9765" y="996053"/>
                </a:moveTo>
                <a:lnTo>
                  <a:pt x="9765" y="1005819"/>
                </a:lnTo>
                <a:lnTo>
                  <a:pt x="0" y="1005819"/>
                </a:lnTo>
                <a:lnTo>
                  <a:pt x="0" y="996053"/>
                </a:lnTo>
                <a:close/>
                <a:moveTo>
                  <a:pt x="39061" y="1044879"/>
                </a:moveTo>
                <a:lnTo>
                  <a:pt x="29296" y="1044879"/>
                </a:lnTo>
                <a:lnTo>
                  <a:pt x="19530" y="1044879"/>
                </a:lnTo>
                <a:lnTo>
                  <a:pt x="19530" y="1035114"/>
                </a:lnTo>
                <a:lnTo>
                  <a:pt x="29296" y="1035114"/>
                </a:lnTo>
                <a:lnTo>
                  <a:pt x="29296" y="1025349"/>
                </a:lnTo>
                <a:lnTo>
                  <a:pt x="29296" y="1015584"/>
                </a:lnTo>
                <a:lnTo>
                  <a:pt x="39061" y="1015584"/>
                </a:lnTo>
                <a:lnTo>
                  <a:pt x="39061" y="1025349"/>
                </a:lnTo>
                <a:lnTo>
                  <a:pt x="39061" y="1035114"/>
                </a:lnTo>
                <a:close/>
                <a:moveTo>
                  <a:pt x="146478" y="1015584"/>
                </a:moveTo>
                <a:lnTo>
                  <a:pt x="146478" y="1025349"/>
                </a:lnTo>
                <a:lnTo>
                  <a:pt x="136713" y="1025349"/>
                </a:lnTo>
                <a:lnTo>
                  <a:pt x="136713" y="1015584"/>
                </a:lnTo>
                <a:close/>
                <a:moveTo>
                  <a:pt x="19530" y="1025349"/>
                </a:moveTo>
                <a:lnTo>
                  <a:pt x="9765" y="1025349"/>
                </a:lnTo>
                <a:lnTo>
                  <a:pt x="9765" y="1015584"/>
                </a:lnTo>
                <a:lnTo>
                  <a:pt x="19530" y="1015584"/>
                </a:lnTo>
                <a:close/>
                <a:moveTo>
                  <a:pt x="107418" y="1025349"/>
                </a:moveTo>
                <a:lnTo>
                  <a:pt x="107418" y="1035114"/>
                </a:lnTo>
                <a:lnTo>
                  <a:pt x="97652" y="1035114"/>
                </a:lnTo>
                <a:lnTo>
                  <a:pt x="97652" y="1025349"/>
                </a:lnTo>
                <a:lnTo>
                  <a:pt x="97652" y="1015584"/>
                </a:lnTo>
                <a:lnTo>
                  <a:pt x="107418" y="1015584"/>
                </a:lnTo>
                <a:close/>
                <a:moveTo>
                  <a:pt x="48826" y="1064410"/>
                </a:moveTo>
                <a:lnTo>
                  <a:pt x="48826" y="1074175"/>
                </a:lnTo>
                <a:lnTo>
                  <a:pt x="39061" y="1074175"/>
                </a:lnTo>
                <a:lnTo>
                  <a:pt x="39061" y="1064410"/>
                </a:lnTo>
                <a:lnTo>
                  <a:pt x="29296" y="1064410"/>
                </a:lnTo>
                <a:lnTo>
                  <a:pt x="29296" y="1054645"/>
                </a:lnTo>
                <a:lnTo>
                  <a:pt x="39061" y="1054645"/>
                </a:lnTo>
                <a:lnTo>
                  <a:pt x="39061" y="1044879"/>
                </a:lnTo>
                <a:lnTo>
                  <a:pt x="48826" y="1044879"/>
                </a:lnTo>
                <a:lnTo>
                  <a:pt x="48826" y="1054645"/>
                </a:lnTo>
                <a:close/>
                <a:moveTo>
                  <a:pt x="78122" y="1054645"/>
                </a:moveTo>
                <a:lnTo>
                  <a:pt x="87887" y="1054645"/>
                </a:lnTo>
                <a:lnTo>
                  <a:pt x="97652" y="1054645"/>
                </a:lnTo>
                <a:lnTo>
                  <a:pt x="107418" y="1054645"/>
                </a:lnTo>
                <a:lnTo>
                  <a:pt x="107418" y="1044879"/>
                </a:lnTo>
                <a:lnTo>
                  <a:pt x="117183" y="1044879"/>
                </a:lnTo>
                <a:lnTo>
                  <a:pt x="117183" y="1054645"/>
                </a:lnTo>
                <a:lnTo>
                  <a:pt x="117183" y="1064410"/>
                </a:lnTo>
                <a:lnTo>
                  <a:pt x="107418" y="1064410"/>
                </a:lnTo>
                <a:lnTo>
                  <a:pt x="97652" y="1064410"/>
                </a:lnTo>
                <a:lnTo>
                  <a:pt x="87887" y="1064410"/>
                </a:lnTo>
                <a:lnTo>
                  <a:pt x="78122" y="1064410"/>
                </a:lnTo>
                <a:lnTo>
                  <a:pt x="68357" y="1064410"/>
                </a:lnTo>
                <a:lnTo>
                  <a:pt x="68357" y="1054645"/>
                </a:lnTo>
                <a:close/>
                <a:moveTo>
                  <a:pt x="117183" y="1103471"/>
                </a:moveTo>
                <a:lnTo>
                  <a:pt x="107418" y="1103471"/>
                </a:lnTo>
                <a:lnTo>
                  <a:pt x="97652" y="1103471"/>
                </a:lnTo>
                <a:lnTo>
                  <a:pt x="87887" y="1103471"/>
                </a:lnTo>
                <a:lnTo>
                  <a:pt x="87887" y="1093706"/>
                </a:lnTo>
                <a:lnTo>
                  <a:pt x="97652" y="1093706"/>
                </a:lnTo>
                <a:lnTo>
                  <a:pt x="107418" y="1093706"/>
                </a:lnTo>
                <a:lnTo>
                  <a:pt x="117183" y="1093706"/>
                </a:lnTo>
                <a:close/>
                <a:moveTo>
                  <a:pt x="126948" y="1113236"/>
                </a:moveTo>
                <a:lnTo>
                  <a:pt x="136713" y="1113236"/>
                </a:lnTo>
                <a:lnTo>
                  <a:pt x="136713" y="1123001"/>
                </a:lnTo>
                <a:lnTo>
                  <a:pt x="126948" y="1123001"/>
                </a:lnTo>
                <a:lnTo>
                  <a:pt x="117183" y="1123001"/>
                </a:lnTo>
                <a:lnTo>
                  <a:pt x="117183" y="1113236"/>
                </a:lnTo>
                <a:lnTo>
                  <a:pt x="117183" y="1103471"/>
                </a:lnTo>
                <a:lnTo>
                  <a:pt x="126948" y="1103471"/>
                </a:lnTo>
                <a:close/>
                <a:moveTo>
                  <a:pt x="146478" y="1132767"/>
                </a:moveTo>
                <a:lnTo>
                  <a:pt x="136713" y="1132767"/>
                </a:lnTo>
                <a:lnTo>
                  <a:pt x="136713" y="1123001"/>
                </a:lnTo>
                <a:lnTo>
                  <a:pt x="146478" y="1123001"/>
                </a:lnTo>
                <a:close/>
                <a:moveTo>
                  <a:pt x="136713" y="1142532"/>
                </a:moveTo>
                <a:lnTo>
                  <a:pt x="126948" y="1142532"/>
                </a:lnTo>
                <a:lnTo>
                  <a:pt x="126948" y="1132767"/>
                </a:lnTo>
                <a:lnTo>
                  <a:pt x="136713" y="1132767"/>
                </a:lnTo>
                <a:close/>
                <a:moveTo>
                  <a:pt x="166009" y="1132767"/>
                </a:moveTo>
                <a:lnTo>
                  <a:pt x="166009" y="1142532"/>
                </a:lnTo>
                <a:lnTo>
                  <a:pt x="166009" y="1152297"/>
                </a:lnTo>
                <a:lnTo>
                  <a:pt x="156244" y="1152297"/>
                </a:lnTo>
                <a:lnTo>
                  <a:pt x="146478" y="1152297"/>
                </a:lnTo>
                <a:lnTo>
                  <a:pt x="146478" y="1142532"/>
                </a:lnTo>
                <a:lnTo>
                  <a:pt x="156244" y="1142532"/>
                </a:lnTo>
                <a:lnTo>
                  <a:pt x="156244" y="1132767"/>
                </a:lnTo>
                <a:close/>
                <a:moveTo>
                  <a:pt x="146478" y="1152297"/>
                </a:moveTo>
                <a:lnTo>
                  <a:pt x="146478" y="1162062"/>
                </a:lnTo>
                <a:lnTo>
                  <a:pt x="136713" y="1162062"/>
                </a:lnTo>
                <a:lnTo>
                  <a:pt x="136713" y="1152297"/>
                </a:lnTo>
                <a:close/>
                <a:moveTo>
                  <a:pt x="126948" y="1162062"/>
                </a:moveTo>
                <a:lnTo>
                  <a:pt x="117183" y="1162062"/>
                </a:lnTo>
                <a:lnTo>
                  <a:pt x="117183" y="1152297"/>
                </a:lnTo>
                <a:lnTo>
                  <a:pt x="126948" y="1152297"/>
                </a:lnTo>
                <a:close/>
                <a:moveTo>
                  <a:pt x="117183" y="1171827"/>
                </a:moveTo>
                <a:lnTo>
                  <a:pt x="117183" y="1181593"/>
                </a:lnTo>
                <a:lnTo>
                  <a:pt x="107418" y="1181593"/>
                </a:lnTo>
                <a:lnTo>
                  <a:pt x="107418" y="1171827"/>
                </a:lnTo>
                <a:close/>
                <a:moveTo>
                  <a:pt x="136713" y="1181593"/>
                </a:moveTo>
                <a:lnTo>
                  <a:pt x="136713" y="1191358"/>
                </a:lnTo>
                <a:lnTo>
                  <a:pt x="136713" y="1201123"/>
                </a:lnTo>
                <a:lnTo>
                  <a:pt x="136713" y="1210888"/>
                </a:lnTo>
                <a:lnTo>
                  <a:pt x="126948" y="1210888"/>
                </a:lnTo>
                <a:lnTo>
                  <a:pt x="126948" y="1201123"/>
                </a:lnTo>
                <a:lnTo>
                  <a:pt x="126948" y="1191358"/>
                </a:lnTo>
                <a:lnTo>
                  <a:pt x="126948" y="1181593"/>
                </a:lnTo>
                <a:lnTo>
                  <a:pt x="126948" y="1171827"/>
                </a:lnTo>
                <a:lnTo>
                  <a:pt x="136713" y="1171827"/>
                </a:lnTo>
                <a:close/>
                <a:moveTo>
                  <a:pt x="156244" y="1249949"/>
                </a:moveTo>
                <a:lnTo>
                  <a:pt x="146478" y="1249949"/>
                </a:lnTo>
                <a:lnTo>
                  <a:pt x="146478" y="1240184"/>
                </a:lnTo>
                <a:lnTo>
                  <a:pt x="146478" y="1230419"/>
                </a:lnTo>
                <a:lnTo>
                  <a:pt x="156244" y="1230419"/>
                </a:lnTo>
                <a:lnTo>
                  <a:pt x="156244" y="1240184"/>
                </a:lnTo>
                <a:close/>
                <a:moveTo>
                  <a:pt x="244131" y="234365"/>
                </a:moveTo>
                <a:lnTo>
                  <a:pt x="244131" y="224600"/>
                </a:lnTo>
                <a:lnTo>
                  <a:pt x="253896" y="224600"/>
                </a:lnTo>
                <a:lnTo>
                  <a:pt x="253896" y="214835"/>
                </a:lnTo>
                <a:lnTo>
                  <a:pt x="244131" y="214835"/>
                </a:lnTo>
                <a:lnTo>
                  <a:pt x="234365" y="214835"/>
                </a:lnTo>
                <a:lnTo>
                  <a:pt x="234365" y="205070"/>
                </a:lnTo>
                <a:lnTo>
                  <a:pt x="244131" y="205070"/>
                </a:lnTo>
                <a:lnTo>
                  <a:pt x="253896" y="205070"/>
                </a:lnTo>
                <a:lnTo>
                  <a:pt x="263661" y="205070"/>
                </a:lnTo>
                <a:lnTo>
                  <a:pt x="263661" y="214835"/>
                </a:lnTo>
                <a:lnTo>
                  <a:pt x="263661" y="224600"/>
                </a:lnTo>
                <a:lnTo>
                  <a:pt x="273426" y="224600"/>
                </a:lnTo>
                <a:lnTo>
                  <a:pt x="283192" y="224600"/>
                </a:lnTo>
                <a:lnTo>
                  <a:pt x="292957" y="224600"/>
                </a:lnTo>
                <a:lnTo>
                  <a:pt x="292957" y="234365"/>
                </a:lnTo>
                <a:lnTo>
                  <a:pt x="283192" y="234365"/>
                </a:lnTo>
                <a:lnTo>
                  <a:pt x="283192" y="244131"/>
                </a:lnTo>
                <a:lnTo>
                  <a:pt x="283192" y="253896"/>
                </a:lnTo>
                <a:lnTo>
                  <a:pt x="283192" y="263661"/>
                </a:lnTo>
                <a:lnTo>
                  <a:pt x="273426" y="263661"/>
                </a:lnTo>
                <a:lnTo>
                  <a:pt x="263661" y="263661"/>
                </a:lnTo>
                <a:lnTo>
                  <a:pt x="263661" y="273426"/>
                </a:lnTo>
                <a:lnTo>
                  <a:pt x="253896" y="273426"/>
                </a:lnTo>
                <a:lnTo>
                  <a:pt x="253896" y="263661"/>
                </a:lnTo>
                <a:lnTo>
                  <a:pt x="253896" y="253896"/>
                </a:lnTo>
                <a:lnTo>
                  <a:pt x="263661" y="253896"/>
                </a:lnTo>
                <a:lnTo>
                  <a:pt x="263661" y="244131"/>
                </a:lnTo>
                <a:lnTo>
                  <a:pt x="273426" y="244131"/>
                </a:lnTo>
                <a:lnTo>
                  <a:pt x="273426" y="234365"/>
                </a:lnTo>
                <a:lnTo>
                  <a:pt x="263661" y="234365"/>
                </a:lnTo>
                <a:lnTo>
                  <a:pt x="253896" y="234365"/>
                </a:lnTo>
                <a:close/>
                <a:moveTo>
                  <a:pt x="244131" y="292957"/>
                </a:moveTo>
                <a:lnTo>
                  <a:pt x="234365" y="292957"/>
                </a:lnTo>
                <a:lnTo>
                  <a:pt x="234365" y="283192"/>
                </a:lnTo>
                <a:lnTo>
                  <a:pt x="224600" y="283192"/>
                </a:lnTo>
                <a:lnTo>
                  <a:pt x="214835" y="283192"/>
                </a:lnTo>
                <a:lnTo>
                  <a:pt x="214835" y="273426"/>
                </a:lnTo>
                <a:lnTo>
                  <a:pt x="224600" y="273426"/>
                </a:lnTo>
                <a:lnTo>
                  <a:pt x="224600" y="263661"/>
                </a:lnTo>
                <a:lnTo>
                  <a:pt x="234365" y="263661"/>
                </a:lnTo>
                <a:lnTo>
                  <a:pt x="234365" y="273426"/>
                </a:lnTo>
                <a:lnTo>
                  <a:pt x="244131" y="273426"/>
                </a:lnTo>
                <a:lnTo>
                  <a:pt x="253896" y="273426"/>
                </a:lnTo>
                <a:lnTo>
                  <a:pt x="253896" y="283192"/>
                </a:lnTo>
                <a:lnTo>
                  <a:pt x="263661" y="283192"/>
                </a:lnTo>
                <a:lnTo>
                  <a:pt x="263661" y="292957"/>
                </a:lnTo>
                <a:lnTo>
                  <a:pt x="253896" y="292957"/>
                </a:lnTo>
                <a:close/>
                <a:moveTo>
                  <a:pt x="234365" y="332018"/>
                </a:moveTo>
                <a:lnTo>
                  <a:pt x="234365" y="322253"/>
                </a:lnTo>
                <a:lnTo>
                  <a:pt x="244131" y="322253"/>
                </a:lnTo>
                <a:lnTo>
                  <a:pt x="253896" y="322253"/>
                </a:lnTo>
                <a:lnTo>
                  <a:pt x="263661" y="322253"/>
                </a:lnTo>
                <a:lnTo>
                  <a:pt x="263661" y="332018"/>
                </a:lnTo>
                <a:lnTo>
                  <a:pt x="263661" y="341783"/>
                </a:lnTo>
                <a:lnTo>
                  <a:pt x="253896" y="341783"/>
                </a:lnTo>
                <a:lnTo>
                  <a:pt x="244131" y="341783"/>
                </a:lnTo>
                <a:lnTo>
                  <a:pt x="244131" y="351548"/>
                </a:lnTo>
                <a:lnTo>
                  <a:pt x="234365" y="351548"/>
                </a:lnTo>
                <a:lnTo>
                  <a:pt x="234365" y="341783"/>
                </a:lnTo>
                <a:close/>
                <a:moveTo>
                  <a:pt x="253896" y="468731"/>
                </a:moveTo>
                <a:lnTo>
                  <a:pt x="244131" y="468731"/>
                </a:lnTo>
                <a:lnTo>
                  <a:pt x="244131" y="458966"/>
                </a:lnTo>
                <a:lnTo>
                  <a:pt x="244131" y="449201"/>
                </a:lnTo>
                <a:lnTo>
                  <a:pt x="253896" y="449201"/>
                </a:lnTo>
                <a:lnTo>
                  <a:pt x="263661" y="449201"/>
                </a:lnTo>
                <a:lnTo>
                  <a:pt x="273426" y="449201"/>
                </a:lnTo>
                <a:lnTo>
                  <a:pt x="273426" y="458966"/>
                </a:lnTo>
                <a:lnTo>
                  <a:pt x="273426" y="468731"/>
                </a:lnTo>
                <a:lnTo>
                  <a:pt x="273426" y="478496"/>
                </a:lnTo>
                <a:lnTo>
                  <a:pt x="263661" y="478496"/>
                </a:lnTo>
                <a:lnTo>
                  <a:pt x="263661" y="488261"/>
                </a:lnTo>
                <a:lnTo>
                  <a:pt x="253896" y="488261"/>
                </a:lnTo>
                <a:lnTo>
                  <a:pt x="253896" y="478496"/>
                </a:lnTo>
                <a:close/>
                <a:moveTo>
                  <a:pt x="205070" y="498027"/>
                </a:moveTo>
                <a:lnTo>
                  <a:pt x="214835" y="498027"/>
                </a:lnTo>
                <a:lnTo>
                  <a:pt x="214835" y="507792"/>
                </a:lnTo>
                <a:lnTo>
                  <a:pt x="224600" y="507792"/>
                </a:lnTo>
                <a:lnTo>
                  <a:pt x="224600" y="498027"/>
                </a:lnTo>
                <a:lnTo>
                  <a:pt x="224600" y="488261"/>
                </a:lnTo>
                <a:lnTo>
                  <a:pt x="234365" y="488261"/>
                </a:lnTo>
                <a:lnTo>
                  <a:pt x="244131" y="488261"/>
                </a:lnTo>
                <a:lnTo>
                  <a:pt x="253896" y="488261"/>
                </a:lnTo>
                <a:lnTo>
                  <a:pt x="253896" y="498027"/>
                </a:lnTo>
                <a:lnTo>
                  <a:pt x="244131" y="498027"/>
                </a:lnTo>
                <a:lnTo>
                  <a:pt x="234365" y="498027"/>
                </a:lnTo>
                <a:lnTo>
                  <a:pt x="234365" y="507792"/>
                </a:lnTo>
                <a:lnTo>
                  <a:pt x="234365" y="517557"/>
                </a:lnTo>
                <a:lnTo>
                  <a:pt x="224600" y="517557"/>
                </a:lnTo>
                <a:lnTo>
                  <a:pt x="224600" y="527322"/>
                </a:lnTo>
                <a:lnTo>
                  <a:pt x="224600" y="537088"/>
                </a:lnTo>
                <a:lnTo>
                  <a:pt x="224600" y="546853"/>
                </a:lnTo>
                <a:lnTo>
                  <a:pt x="224600" y="556618"/>
                </a:lnTo>
                <a:lnTo>
                  <a:pt x="214835" y="556618"/>
                </a:lnTo>
                <a:lnTo>
                  <a:pt x="205070" y="556618"/>
                </a:lnTo>
                <a:lnTo>
                  <a:pt x="205070" y="566383"/>
                </a:lnTo>
                <a:lnTo>
                  <a:pt x="205070" y="576148"/>
                </a:lnTo>
                <a:lnTo>
                  <a:pt x="205070" y="585914"/>
                </a:lnTo>
                <a:lnTo>
                  <a:pt x="205070" y="595679"/>
                </a:lnTo>
                <a:lnTo>
                  <a:pt x="205070" y="605444"/>
                </a:lnTo>
                <a:lnTo>
                  <a:pt x="214835" y="605444"/>
                </a:lnTo>
                <a:lnTo>
                  <a:pt x="214835" y="615209"/>
                </a:lnTo>
                <a:lnTo>
                  <a:pt x="205070" y="615209"/>
                </a:lnTo>
                <a:lnTo>
                  <a:pt x="205070" y="624975"/>
                </a:lnTo>
                <a:lnTo>
                  <a:pt x="195305" y="624975"/>
                </a:lnTo>
                <a:lnTo>
                  <a:pt x="185539" y="624975"/>
                </a:lnTo>
                <a:lnTo>
                  <a:pt x="185539" y="615209"/>
                </a:lnTo>
                <a:lnTo>
                  <a:pt x="195305" y="615209"/>
                </a:lnTo>
                <a:lnTo>
                  <a:pt x="195305" y="605444"/>
                </a:lnTo>
                <a:lnTo>
                  <a:pt x="195305" y="595679"/>
                </a:lnTo>
                <a:lnTo>
                  <a:pt x="195305" y="585914"/>
                </a:lnTo>
                <a:lnTo>
                  <a:pt x="195305" y="576148"/>
                </a:lnTo>
                <a:lnTo>
                  <a:pt x="185539" y="576148"/>
                </a:lnTo>
                <a:lnTo>
                  <a:pt x="185539" y="566383"/>
                </a:lnTo>
                <a:lnTo>
                  <a:pt x="195305" y="566383"/>
                </a:lnTo>
                <a:lnTo>
                  <a:pt x="195305" y="556618"/>
                </a:lnTo>
                <a:lnTo>
                  <a:pt x="195305" y="546853"/>
                </a:lnTo>
                <a:lnTo>
                  <a:pt x="195305" y="537088"/>
                </a:lnTo>
                <a:lnTo>
                  <a:pt x="185539" y="537088"/>
                </a:lnTo>
                <a:lnTo>
                  <a:pt x="185539" y="527322"/>
                </a:lnTo>
                <a:lnTo>
                  <a:pt x="185539" y="517557"/>
                </a:lnTo>
                <a:lnTo>
                  <a:pt x="195305" y="517557"/>
                </a:lnTo>
                <a:lnTo>
                  <a:pt x="205070" y="517557"/>
                </a:lnTo>
                <a:lnTo>
                  <a:pt x="205070" y="507792"/>
                </a:lnTo>
                <a:close/>
                <a:moveTo>
                  <a:pt x="253896" y="546853"/>
                </a:moveTo>
                <a:lnTo>
                  <a:pt x="253896" y="537088"/>
                </a:lnTo>
                <a:lnTo>
                  <a:pt x="253896" y="527322"/>
                </a:lnTo>
                <a:lnTo>
                  <a:pt x="253896" y="517557"/>
                </a:lnTo>
                <a:lnTo>
                  <a:pt x="253896" y="507792"/>
                </a:lnTo>
                <a:lnTo>
                  <a:pt x="263661" y="507792"/>
                </a:lnTo>
                <a:lnTo>
                  <a:pt x="273426" y="507792"/>
                </a:lnTo>
                <a:lnTo>
                  <a:pt x="273426" y="517557"/>
                </a:lnTo>
                <a:lnTo>
                  <a:pt x="283192" y="517557"/>
                </a:lnTo>
                <a:lnTo>
                  <a:pt x="283192" y="527322"/>
                </a:lnTo>
                <a:lnTo>
                  <a:pt x="283192" y="537088"/>
                </a:lnTo>
                <a:lnTo>
                  <a:pt x="273426" y="537088"/>
                </a:lnTo>
                <a:lnTo>
                  <a:pt x="273426" y="546853"/>
                </a:lnTo>
                <a:lnTo>
                  <a:pt x="273426" y="556618"/>
                </a:lnTo>
                <a:lnTo>
                  <a:pt x="273426" y="566383"/>
                </a:lnTo>
                <a:lnTo>
                  <a:pt x="273426" y="576148"/>
                </a:lnTo>
                <a:lnTo>
                  <a:pt x="273426" y="585914"/>
                </a:lnTo>
                <a:lnTo>
                  <a:pt x="263661" y="585914"/>
                </a:lnTo>
                <a:lnTo>
                  <a:pt x="263661" y="595679"/>
                </a:lnTo>
                <a:lnTo>
                  <a:pt x="253896" y="595679"/>
                </a:lnTo>
                <a:lnTo>
                  <a:pt x="253896" y="585914"/>
                </a:lnTo>
                <a:lnTo>
                  <a:pt x="244131" y="585914"/>
                </a:lnTo>
                <a:lnTo>
                  <a:pt x="244131" y="595679"/>
                </a:lnTo>
                <a:lnTo>
                  <a:pt x="234365" y="595679"/>
                </a:lnTo>
                <a:lnTo>
                  <a:pt x="234365" y="605444"/>
                </a:lnTo>
                <a:lnTo>
                  <a:pt x="224600" y="605444"/>
                </a:lnTo>
                <a:lnTo>
                  <a:pt x="224600" y="595679"/>
                </a:lnTo>
                <a:lnTo>
                  <a:pt x="224600" y="585914"/>
                </a:lnTo>
                <a:lnTo>
                  <a:pt x="224600" y="576148"/>
                </a:lnTo>
                <a:lnTo>
                  <a:pt x="224600" y="566383"/>
                </a:lnTo>
                <a:lnTo>
                  <a:pt x="224600" y="556618"/>
                </a:lnTo>
                <a:lnTo>
                  <a:pt x="234365" y="556618"/>
                </a:lnTo>
                <a:lnTo>
                  <a:pt x="234365" y="566383"/>
                </a:lnTo>
                <a:lnTo>
                  <a:pt x="234365" y="576148"/>
                </a:lnTo>
                <a:lnTo>
                  <a:pt x="244131" y="576148"/>
                </a:lnTo>
                <a:lnTo>
                  <a:pt x="253896" y="576148"/>
                </a:lnTo>
                <a:lnTo>
                  <a:pt x="253896" y="566383"/>
                </a:lnTo>
                <a:lnTo>
                  <a:pt x="253896" y="556618"/>
                </a:lnTo>
                <a:close/>
                <a:moveTo>
                  <a:pt x="166009" y="576148"/>
                </a:moveTo>
                <a:lnTo>
                  <a:pt x="166009" y="585914"/>
                </a:lnTo>
                <a:lnTo>
                  <a:pt x="156244" y="585914"/>
                </a:lnTo>
                <a:lnTo>
                  <a:pt x="156244" y="576148"/>
                </a:lnTo>
                <a:close/>
                <a:moveTo>
                  <a:pt x="185539" y="585914"/>
                </a:moveTo>
                <a:lnTo>
                  <a:pt x="185539" y="595679"/>
                </a:lnTo>
                <a:lnTo>
                  <a:pt x="175774" y="595679"/>
                </a:lnTo>
                <a:lnTo>
                  <a:pt x="175774" y="585914"/>
                </a:lnTo>
                <a:lnTo>
                  <a:pt x="175774" y="576148"/>
                </a:lnTo>
                <a:lnTo>
                  <a:pt x="185539" y="576148"/>
                </a:lnTo>
                <a:close/>
                <a:moveTo>
                  <a:pt x="253896" y="605444"/>
                </a:moveTo>
                <a:lnTo>
                  <a:pt x="253896" y="615209"/>
                </a:lnTo>
                <a:lnTo>
                  <a:pt x="244131" y="615209"/>
                </a:lnTo>
                <a:lnTo>
                  <a:pt x="244131" y="605444"/>
                </a:lnTo>
                <a:close/>
                <a:moveTo>
                  <a:pt x="224600" y="615209"/>
                </a:moveTo>
                <a:lnTo>
                  <a:pt x="224600" y="624975"/>
                </a:lnTo>
                <a:lnTo>
                  <a:pt x="214835" y="624975"/>
                </a:lnTo>
                <a:lnTo>
                  <a:pt x="214835" y="615209"/>
                </a:lnTo>
                <a:close/>
                <a:moveTo>
                  <a:pt x="263661" y="624975"/>
                </a:moveTo>
                <a:lnTo>
                  <a:pt x="253896" y="624975"/>
                </a:lnTo>
                <a:lnTo>
                  <a:pt x="253896" y="615209"/>
                </a:lnTo>
                <a:lnTo>
                  <a:pt x="263661" y="615209"/>
                </a:lnTo>
                <a:lnTo>
                  <a:pt x="273426" y="615209"/>
                </a:lnTo>
                <a:lnTo>
                  <a:pt x="273426" y="624975"/>
                </a:lnTo>
                <a:close/>
                <a:moveTo>
                  <a:pt x="205070" y="644505"/>
                </a:moveTo>
                <a:lnTo>
                  <a:pt x="195305" y="644505"/>
                </a:lnTo>
                <a:lnTo>
                  <a:pt x="195305" y="634740"/>
                </a:lnTo>
                <a:lnTo>
                  <a:pt x="205070" y="634740"/>
                </a:lnTo>
                <a:lnTo>
                  <a:pt x="214835" y="634740"/>
                </a:lnTo>
                <a:lnTo>
                  <a:pt x="224600" y="634740"/>
                </a:lnTo>
                <a:lnTo>
                  <a:pt x="224600" y="644505"/>
                </a:lnTo>
                <a:lnTo>
                  <a:pt x="214835" y="644505"/>
                </a:lnTo>
                <a:close/>
                <a:moveTo>
                  <a:pt x="224600" y="664036"/>
                </a:moveTo>
                <a:lnTo>
                  <a:pt x="224600" y="654270"/>
                </a:lnTo>
                <a:lnTo>
                  <a:pt x="234365" y="654270"/>
                </a:lnTo>
                <a:lnTo>
                  <a:pt x="234365" y="664036"/>
                </a:lnTo>
                <a:close/>
                <a:moveTo>
                  <a:pt x="244131" y="673801"/>
                </a:moveTo>
                <a:lnTo>
                  <a:pt x="234365" y="673801"/>
                </a:lnTo>
                <a:lnTo>
                  <a:pt x="234365" y="664036"/>
                </a:lnTo>
                <a:lnTo>
                  <a:pt x="244131" y="664036"/>
                </a:lnTo>
                <a:close/>
                <a:moveTo>
                  <a:pt x="244131" y="673801"/>
                </a:moveTo>
                <a:lnTo>
                  <a:pt x="253896" y="673801"/>
                </a:lnTo>
                <a:lnTo>
                  <a:pt x="253896" y="683566"/>
                </a:lnTo>
                <a:lnTo>
                  <a:pt x="244131" y="683566"/>
                </a:lnTo>
                <a:close/>
                <a:moveTo>
                  <a:pt x="224600" y="693331"/>
                </a:moveTo>
                <a:lnTo>
                  <a:pt x="224600" y="683566"/>
                </a:lnTo>
                <a:lnTo>
                  <a:pt x="234365" y="683566"/>
                </a:lnTo>
                <a:lnTo>
                  <a:pt x="244131" y="683566"/>
                </a:lnTo>
                <a:lnTo>
                  <a:pt x="244131" y="693331"/>
                </a:lnTo>
                <a:lnTo>
                  <a:pt x="234365" y="693331"/>
                </a:lnTo>
                <a:close/>
                <a:moveTo>
                  <a:pt x="263661" y="683566"/>
                </a:moveTo>
                <a:lnTo>
                  <a:pt x="263661" y="693331"/>
                </a:lnTo>
                <a:lnTo>
                  <a:pt x="253896" y="693331"/>
                </a:lnTo>
                <a:lnTo>
                  <a:pt x="253896" y="683566"/>
                </a:lnTo>
                <a:close/>
                <a:moveTo>
                  <a:pt x="244131" y="712862"/>
                </a:moveTo>
                <a:lnTo>
                  <a:pt x="234365" y="712862"/>
                </a:lnTo>
                <a:lnTo>
                  <a:pt x="224600" y="712862"/>
                </a:lnTo>
                <a:lnTo>
                  <a:pt x="214835" y="712862"/>
                </a:lnTo>
                <a:lnTo>
                  <a:pt x="214835" y="703096"/>
                </a:lnTo>
                <a:lnTo>
                  <a:pt x="224600" y="703096"/>
                </a:lnTo>
                <a:lnTo>
                  <a:pt x="234365" y="703096"/>
                </a:lnTo>
                <a:lnTo>
                  <a:pt x="244131" y="703096"/>
                </a:lnTo>
                <a:lnTo>
                  <a:pt x="244131" y="693331"/>
                </a:lnTo>
                <a:lnTo>
                  <a:pt x="253896" y="693331"/>
                </a:lnTo>
                <a:lnTo>
                  <a:pt x="253896" y="703096"/>
                </a:lnTo>
                <a:lnTo>
                  <a:pt x="263661" y="703096"/>
                </a:lnTo>
                <a:lnTo>
                  <a:pt x="273426" y="703096"/>
                </a:lnTo>
                <a:lnTo>
                  <a:pt x="273426" y="712862"/>
                </a:lnTo>
                <a:lnTo>
                  <a:pt x="263661" y="712862"/>
                </a:lnTo>
                <a:lnTo>
                  <a:pt x="253896" y="712862"/>
                </a:lnTo>
                <a:close/>
                <a:moveTo>
                  <a:pt x="214835" y="693331"/>
                </a:moveTo>
                <a:lnTo>
                  <a:pt x="214835" y="703096"/>
                </a:lnTo>
                <a:lnTo>
                  <a:pt x="205070" y="703096"/>
                </a:lnTo>
                <a:lnTo>
                  <a:pt x="205070" y="693331"/>
                </a:lnTo>
                <a:close/>
                <a:moveTo>
                  <a:pt x="244131" y="800749"/>
                </a:moveTo>
                <a:lnTo>
                  <a:pt x="244131" y="790984"/>
                </a:lnTo>
                <a:lnTo>
                  <a:pt x="253896" y="790984"/>
                </a:lnTo>
                <a:lnTo>
                  <a:pt x="253896" y="800749"/>
                </a:lnTo>
                <a:close/>
                <a:moveTo>
                  <a:pt x="244131" y="800749"/>
                </a:moveTo>
                <a:lnTo>
                  <a:pt x="244131" y="810514"/>
                </a:lnTo>
                <a:lnTo>
                  <a:pt x="234365" y="810514"/>
                </a:lnTo>
                <a:lnTo>
                  <a:pt x="234365" y="800749"/>
                </a:lnTo>
                <a:close/>
                <a:moveTo>
                  <a:pt x="244131" y="810514"/>
                </a:moveTo>
                <a:lnTo>
                  <a:pt x="253896" y="810514"/>
                </a:lnTo>
                <a:lnTo>
                  <a:pt x="263661" y="810514"/>
                </a:lnTo>
                <a:lnTo>
                  <a:pt x="263661" y="820279"/>
                </a:lnTo>
                <a:lnTo>
                  <a:pt x="263661" y="830044"/>
                </a:lnTo>
                <a:lnTo>
                  <a:pt x="253896" y="830044"/>
                </a:lnTo>
                <a:lnTo>
                  <a:pt x="253896" y="820279"/>
                </a:lnTo>
                <a:lnTo>
                  <a:pt x="244131" y="820279"/>
                </a:lnTo>
                <a:close/>
                <a:moveTo>
                  <a:pt x="156244" y="898401"/>
                </a:moveTo>
                <a:lnTo>
                  <a:pt x="156244" y="888636"/>
                </a:lnTo>
                <a:lnTo>
                  <a:pt x="166009" y="888636"/>
                </a:lnTo>
                <a:lnTo>
                  <a:pt x="175774" y="888636"/>
                </a:lnTo>
                <a:lnTo>
                  <a:pt x="175774" y="898401"/>
                </a:lnTo>
                <a:lnTo>
                  <a:pt x="166009" y="898401"/>
                </a:lnTo>
                <a:close/>
                <a:moveTo>
                  <a:pt x="175774" y="908166"/>
                </a:moveTo>
                <a:lnTo>
                  <a:pt x="175774" y="898401"/>
                </a:lnTo>
                <a:lnTo>
                  <a:pt x="185539" y="898401"/>
                </a:lnTo>
                <a:lnTo>
                  <a:pt x="185539" y="908166"/>
                </a:lnTo>
                <a:close/>
                <a:moveTo>
                  <a:pt x="195305" y="917931"/>
                </a:moveTo>
                <a:lnTo>
                  <a:pt x="185539" y="917931"/>
                </a:lnTo>
                <a:lnTo>
                  <a:pt x="185539" y="908166"/>
                </a:lnTo>
                <a:lnTo>
                  <a:pt x="195305" y="908166"/>
                </a:lnTo>
                <a:lnTo>
                  <a:pt x="205070" y="908166"/>
                </a:lnTo>
                <a:lnTo>
                  <a:pt x="205070" y="917931"/>
                </a:lnTo>
                <a:close/>
                <a:moveTo>
                  <a:pt x="166009" y="917931"/>
                </a:moveTo>
                <a:lnTo>
                  <a:pt x="156244" y="917931"/>
                </a:lnTo>
                <a:lnTo>
                  <a:pt x="156244" y="908166"/>
                </a:lnTo>
                <a:lnTo>
                  <a:pt x="166009" y="908166"/>
                </a:lnTo>
                <a:close/>
                <a:moveTo>
                  <a:pt x="273426" y="956992"/>
                </a:moveTo>
                <a:lnTo>
                  <a:pt x="263661" y="956992"/>
                </a:lnTo>
                <a:lnTo>
                  <a:pt x="263661" y="947227"/>
                </a:lnTo>
                <a:lnTo>
                  <a:pt x="253896" y="947227"/>
                </a:lnTo>
                <a:lnTo>
                  <a:pt x="244131" y="947227"/>
                </a:lnTo>
                <a:lnTo>
                  <a:pt x="234365" y="947227"/>
                </a:lnTo>
                <a:lnTo>
                  <a:pt x="234365" y="937462"/>
                </a:lnTo>
                <a:lnTo>
                  <a:pt x="224600" y="937462"/>
                </a:lnTo>
                <a:lnTo>
                  <a:pt x="224600" y="927697"/>
                </a:lnTo>
                <a:lnTo>
                  <a:pt x="214835" y="927697"/>
                </a:lnTo>
                <a:lnTo>
                  <a:pt x="205070" y="927697"/>
                </a:lnTo>
                <a:lnTo>
                  <a:pt x="205070" y="917931"/>
                </a:lnTo>
                <a:lnTo>
                  <a:pt x="214835" y="917931"/>
                </a:lnTo>
                <a:lnTo>
                  <a:pt x="224600" y="917931"/>
                </a:lnTo>
                <a:lnTo>
                  <a:pt x="234365" y="917931"/>
                </a:lnTo>
                <a:lnTo>
                  <a:pt x="234365" y="927697"/>
                </a:lnTo>
                <a:lnTo>
                  <a:pt x="244131" y="927697"/>
                </a:lnTo>
                <a:lnTo>
                  <a:pt x="244131" y="937462"/>
                </a:lnTo>
                <a:lnTo>
                  <a:pt x="253896" y="937462"/>
                </a:lnTo>
                <a:lnTo>
                  <a:pt x="263661" y="937462"/>
                </a:lnTo>
                <a:lnTo>
                  <a:pt x="273426" y="937462"/>
                </a:lnTo>
                <a:lnTo>
                  <a:pt x="273426" y="927697"/>
                </a:lnTo>
                <a:lnTo>
                  <a:pt x="273426" y="917931"/>
                </a:lnTo>
                <a:lnTo>
                  <a:pt x="273426" y="908166"/>
                </a:lnTo>
                <a:lnTo>
                  <a:pt x="273426" y="898401"/>
                </a:lnTo>
                <a:lnTo>
                  <a:pt x="283192" y="898401"/>
                </a:lnTo>
                <a:lnTo>
                  <a:pt x="292957" y="898401"/>
                </a:lnTo>
                <a:lnTo>
                  <a:pt x="292957" y="888636"/>
                </a:lnTo>
                <a:lnTo>
                  <a:pt x="283192" y="888636"/>
                </a:lnTo>
                <a:lnTo>
                  <a:pt x="283192" y="878871"/>
                </a:lnTo>
                <a:lnTo>
                  <a:pt x="283192" y="869105"/>
                </a:lnTo>
                <a:lnTo>
                  <a:pt x="292957" y="869105"/>
                </a:lnTo>
                <a:lnTo>
                  <a:pt x="292957" y="878871"/>
                </a:lnTo>
                <a:lnTo>
                  <a:pt x="302722" y="878871"/>
                </a:lnTo>
                <a:lnTo>
                  <a:pt x="312487" y="878871"/>
                </a:lnTo>
                <a:lnTo>
                  <a:pt x="312487" y="888636"/>
                </a:lnTo>
                <a:lnTo>
                  <a:pt x="322253" y="888636"/>
                </a:lnTo>
                <a:lnTo>
                  <a:pt x="332018" y="888636"/>
                </a:lnTo>
                <a:lnTo>
                  <a:pt x="332018" y="878871"/>
                </a:lnTo>
                <a:lnTo>
                  <a:pt x="341783" y="878871"/>
                </a:lnTo>
                <a:lnTo>
                  <a:pt x="341783" y="869105"/>
                </a:lnTo>
                <a:lnTo>
                  <a:pt x="341783" y="859340"/>
                </a:lnTo>
                <a:lnTo>
                  <a:pt x="341783" y="849575"/>
                </a:lnTo>
                <a:lnTo>
                  <a:pt x="351548" y="849575"/>
                </a:lnTo>
                <a:lnTo>
                  <a:pt x="351548" y="859340"/>
                </a:lnTo>
                <a:lnTo>
                  <a:pt x="351548" y="869105"/>
                </a:lnTo>
                <a:lnTo>
                  <a:pt x="351548" y="878871"/>
                </a:lnTo>
                <a:lnTo>
                  <a:pt x="361313" y="878871"/>
                </a:lnTo>
                <a:lnTo>
                  <a:pt x="361313" y="888636"/>
                </a:lnTo>
                <a:lnTo>
                  <a:pt x="371079" y="888636"/>
                </a:lnTo>
                <a:lnTo>
                  <a:pt x="380844" y="888636"/>
                </a:lnTo>
                <a:lnTo>
                  <a:pt x="390609" y="888636"/>
                </a:lnTo>
                <a:lnTo>
                  <a:pt x="390609" y="898401"/>
                </a:lnTo>
                <a:lnTo>
                  <a:pt x="380844" y="898401"/>
                </a:lnTo>
                <a:lnTo>
                  <a:pt x="380844" y="908166"/>
                </a:lnTo>
                <a:lnTo>
                  <a:pt x="380844" y="917931"/>
                </a:lnTo>
                <a:lnTo>
                  <a:pt x="380844" y="927697"/>
                </a:lnTo>
                <a:lnTo>
                  <a:pt x="390609" y="927697"/>
                </a:lnTo>
                <a:lnTo>
                  <a:pt x="400374" y="927697"/>
                </a:lnTo>
                <a:lnTo>
                  <a:pt x="400374" y="917931"/>
                </a:lnTo>
                <a:lnTo>
                  <a:pt x="400374" y="908166"/>
                </a:lnTo>
                <a:lnTo>
                  <a:pt x="400374" y="898401"/>
                </a:lnTo>
                <a:lnTo>
                  <a:pt x="410140" y="898401"/>
                </a:lnTo>
                <a:lnTo>
                  <a:pt x="410140" y="888636"/>
                </a:lnTo>
                <a:lnTo>
                  <a:pt x="410140" y="878871"/>
                </a:lnTo>
                <a:lnTo>
                  <a:pt x="419905" y="878871"/>
                </a:lnTo>
                <a:lnTo>
                  <a:pt x="419905" y="869105"/>
                </a:lnTo>
                <a:lnTo>
                  <a:pt x="419905" y="859340"/>
                </a:lnTo>
                <a:lnTo>
                  <a:pt x="429670" y="859340"/>
                </a:lnTo>
                <a:lnTo>
                  <a:pt x="439435" y="859340"/>
                </a:lnTo>
                <a:lnTo>
                  <a:pt x="439435" y="849575"/>
                </a:lnTo>
                <a:lnTo>
                  <a:pt x="439435" y="839810"/>
                </a:lnTo>
                <a:lnTo>
                  <a:pt x="439435" y="830044"/>
                </a:lnTo>
                <a:lnTo>
                  <a:pt x="429670" y="830044"/>
                </a:lnTo>
                <a:lnTo>
                  <a:pt x="429670" y="820279"/>
                </a:lnTo>
                <a:lnTo>
                  <a:pt x="439435" y="820279"/>
                </a:lnTo>
                <a:lnTo>
                  <a:pt x="439435" y="810514"/>
                </a:lnTo>
                <a:lnTo>
                  <a:pt x="449201" y="810514"/>
                </a:lnTo>
                <a:lnTo>
                  <a:pt x="449201" y="800749"/>
                </a:lnTo>
                <a:lnTo>
                  <a:pt x="439435" y="800749"/>
                </a:lnTo>
                <a:lnTo>
                  <a:pt x="439435" y="790984"/>
                </a:lnTo>
                <a:lnTo>
                  <a:pt x="449201" y="790984"/>
                </a:lnTo>
                <a:lnTo>
                  <a:pt x="458966" y="790984"/>
                </a:lnTo>
                <a:lnTo>
                  <a:pt x="458966" y="800749"/>
                </a:lnTo>
                <a:lnTo>
                  <a:pt x="458966" y="810514"/>
                </a:lnTo>
                <a:lnTo>
                  <a:pt x="468731" y="810514"/>
                </a:lnTo>
                <a:lnTo>
                  <a:pt x="478496" y="810514"/>
                </a:lnTo>
                <a:lnTo>
                  <a:pt x="478496" y="820279"/>
                </a:lnTo>
                <a:lnTo>
                  <a:pt x="468731" y="820279"/>
                </a:lnTo>
                <a:lnTo>
                  <a:pt x="458966" y="820279"/>
                </a:lnTo>
                <a:lnTo>
                  <a:pt x="449201" y="820279"/>
                </a:lnTo>
                <a:lnTo>
                  <a:pt x="449201" y="830044"/>
                </a:lnTo>
                <a:lnTo>
                  <a:pt x="458966" y="830044"/>
                </a:lnTo>
                <a:lnTo>
                  <a:pt x="468731" y="830044"/>
                </a:lnTo>
                <a:lnTo>
                  <a:pt x="468731" y="839810"/>
                </a:lnTo>
                <a:lnTo>
                  <a:pt x="478496" y="839810"/>
                </a:lnTo>
                <a:lnTo>
                  <a:pt x="478496" y="849575"/>
                </a:lnTo>
                <a:lnTo>
                  <a:pt x="488261" y="849575"/>
                </a:lnTo>
                <a:lnTo>
                  <a:pt x="488261" y="839810"/>
                </a:lnTo>
                <a:lnTo>
                  <a:pt x="498027" y="839810"/>
                </a:lnTo>
                <a:lnTo>
                  <a:pt x="498027" y="830044"/>
                </a:lnTo>
                <a:lnTo>
                  <a:pt x="507792" y="830044"/>
                </a:lnTo>
                <a:lnTo>
                  <a:pt x="517557" y="830044"/>
                </a:lnTo>
                <a:lnTo>
                  <a:pt x="517557" y="820279"/>
                </a:lnTo>
                <a:lnTo>
                  <a:pt x="527322" y="820279"/>
                </a:lnTo>
                <a:lnTo>
                  <a:pt x="537088" y="820279"/>
                </a:lnTo>
                <a:lnTo>
                  <a:pt x="546853" y="820279"/>
                </a:lnTo>
                <a:lnTo>
                  <a:pt x="546853" y="810514"/>
                </a:lnTo>
                <a:lnTo>
                  <a:pt x="546853" y="800749"/>
                </a:lnTo>
                <a:lnTo>
                  <a:pt x="546853" y="790984"/>
                </a:lnTo>
                <a:lnTo>
                  <a:pt x="556618" y="790984"/>
                </a:lnTo>
                <a:lnTo>
                  <a:pt x="556618" y="781218"/>
                </a:lnTo>
                <a:lnTo>
                  <a:pt x="566383" y="781218"/>
                </a:lnTo>
                <a:lnTo>
                  <a:pt x="566383" y="771453"/>
                </a:lnTo>
                <a:lnTo>
                  <a:pt x="576148" y="771453"/>
                </a:lnTo>
                <a:lnTo>
                  <a:pt x="585914" y="771453"/>
                </a:lnTo>
                <a:lnTo>
                  <a:pt x="595679" y="771453"/>
                </a:lnTo>
                <a:lnTo>
                  <a:pt x="595679" y="781218"/>
                </a:lnTo>
                <a:lnTo>
                  <a:pt x="595679" y="790984"/>
                </a:lnTo>
                <a:lnTo>
                  <a:pt x="595679" y="800749"/>
                </a:lnTo>
                <a:lnTo>
                  <a:pt x="585914" y="800749"/>
                </a:lnTo>
                <a:lnTo>
                  <a:pt x="585914" y="810514"/>
                </a:lnTo>
                <a:lnTo>
                  <a:pt x="585914" y="820279"/>
                </a:lnTo>
                <a:lnTo>
                  <a:pt x="576148" y="820279"/>
                </a:lnTo>
                <a:lnTo>
                  <a:pt x="576148" y="830044"/>
                </a:lnTo>
                <a:lnTo>
                  <a:pt x="576148" y="839810"/>
                </a:lnTo>
                <a:lnTo>
                  <a:pt x="576148" y="849575"/>
                </a:lnTo>
                <a:lnTo>
                  <a:pt x="585914" y="849575"/>
                </a:lnTo>
                <a:lnTo>
                  <a:pt x="585914" y="859340"/>
                </a:lnTo>
                <a:lnTo>
                  <a:pt x="585914" y="869105"/>
                </a:lnTo>
                <a:lnTo>
                  <a:pt x="585914" y="878871"/>
                </a:lnTo>
                <a:lnTo>
                  <a:pt x="585914" y="888636"/>
                </a:lnTo>
                <a:lnTo>
                  <a:pt x="585914" y="898401"/>
                </a:lnTo>
                <a:lnTo>
                  <a:pt x="595679" y="898401"/>
                </a:lnTo>
                <a:lnTo>
                  <a:pt x="595679" y="908166"/>
                </a:lnTo>
                <a:lnTo>
                  <a:pt x="595679" y="917931"/>
                </a:lnTo>
                <a:lnTo>
                  <a:pt x="605444" y="917931"/>
                </a:lnTo>
                <a:lnTo>
                  <a:pt x="615209" y="917931"/>
                </a:lnTo>
                <a:lnTo>
                  <a:pt x="624975" y="917931"/>
                </a:lnTo>
                <a:lnTo>
                  <a:pt x="624975" y="908166"/>
                </a:lnTo>
                <a:lnTo>
                  <a:pt x="634740" y="908166"/>
                </a:lnTo>
                <a:lnTo>
                  <a:pt x="634740" y="898401"/>
                </a:lnTo>
                <a:lnTo>
                  <a:pt x="644505" y="898401"/>
                </a:lnTo>
                <a:lnTo>
                  <a:pt x="644505" y="908166"/>
                </a:lnTo>
                <a:lnTo>
                  <a:pt x="644505" y="917931"/>
                </a:lnTo>
                <a:lnTo>
                  <a:pt x="634740" y="917931"/>
                </a:lnTo>
                <a:lnTo>
                  <a:pt x="634740" y="927697"/>
                </a:lnTo>
                <a:lnTo>
                  <a:pt x="644505" y="927697"/>
                </a:lnTo>
                <a:lnTo>
                  <a:pt x="654270" y="927697"/>
                </a:lnTo>
                <a:lnTo>
                  <a:pt x="654270" y="937462"/>
                </a:lnTo>
                <a:lnTo>
                  <a:pt x="644505" y="937462"/>
                </a:lnTo>
                <a:lnTo>
                  <a:pt x="634740" y="937462"/>
                </a:lnTo>
                <a:lnTo>
                  <a:pt x="624975" y="937462"/>
                </a:lnTo>
                <a:lnTo>
                  <a:pt x="624975" y="947227"/>
                </a:lnTo>
                <a:lnTo>
                  <a:pt x="634740" y="947227"/>
                </a:lnTo>
                <a:lnTo>
                  <a:pt x="634740" y="956992"/>
                </a:lnTo>
                <a:lnTo>
                  <a:pt x="634740" y="966758"/>
                </a:lnTo>
                <a:lnTo>
                  <a:pt x="624975" y="966758"/>
                </a:lnTo>
                <a:lnTo>
                  <a:pt x="624975" y="976523"/>
                </a:lnTo>
                <a:lnTo>
                  <a:pt x="615209" y="976523"/>
                </a:lnTo>
                <a:lnTo>
                  <a:pt x="605444" y="976523"/>
                </a:lnTo>
                <a:lnTo>
                  <a:pt x="595679" y="976523"/>
                </a:lnTo>
                <a:lnTo>
                  <a:pt x="585914" y="976523"/>
                </a:lnTo>
                <a:lnTo>
                  <a:pt x="585914" y="966758"/>
                </a:lnTo>
                <a:lnTo>
                  <a:pt x="576148" y="966758"/>
                </a:lnTo>
                <a:lnTo>
                  <a:pt x="576148" y="976523"/>
                </a:lnTo>
                <a:lnTo>
                  <a:pt x="576148" y="986288"/>
                </a:lnTo>
                <a:lnTo>
                  <a:pt x="585914" y="986288"/>
                </a:lnTo>
                <a:lnTo>
                  <a:pt x="585914" y="996053"/>
                </a:lnTo>
                <a:lnTo>
                  <a:pt x="576148" y="996053"/>
                </a:lnTo>
                <a:lnTo>
                  <a:pt x="576148" y="1005819"/>
                </a:lnTo>
                <a:lnTo>
                  <a:pt x="566383" y="1005819"/>
                </a:lnTo>
                <a:lnTo>
                  <a:pt x="566383" y="996053"/>
                </a:lnTo>
                <a:lnTo>
                  <a:pt x="566383" y="986288"/>
                </a:lnTo>
                <a:lnTo>
                  <a:pt x="556618" y="986288"/>
                </a:lnTo>
                <a:lnTo>
                  <a:pt x="546853" y="986288"/>
                </a:lnTo>
                <a:lnTo>
                  <a:pt x="546853" y="996053"/>
                </a:lnTo>
                <a:lnTo>
                  <a:pt x="537088" y="996053"/>
                </a:lnTo>
                <a:lnTo>
                  <a:pt x="537088" y="986288"/>
                </a:lnTo>
                <a:lnTo>
                  <a:pt x="537088" y="976523"/>
                </a:lnTo>
                <a:lnTo>
                  <a:pt x="527322" y="976523"/>
                </a:lnTo>
                <a:lnTo>
                  <a:pt x="517557" y="976523"/>
                </a:lnTo>
                <a:lnTo>
                  <a:pt x="517557" y="986288"/>
                </a:lnTo>
                <a:lnTo>
                  <a:pt x="507792" y="986288"/>
                </a:lnTo>
                <a:lnTo>
                  <a:pt x="507792" y="976523"/>
                </a:lnTo>
                <a:lnTo>
                  <a:pt x="498027" y="976523"/>
                </a:lnTo>
                <a:lnTo>
                  <a:pt x="498027" y="986288"/>
                </a:lnTo>
                <a:lnTo>
                  <a:pt x="488261" y="986288"/>
                </a:lnTo>
                <a:lnTo>
                  <a:pt x="478496" y="986288"/>
                </a:lnTo>
                <a:lnTo>
                  <a:pt x="478496" y="976523"/>
                </a:lnTo>
                <a:lnTo>
                  <a:pt x="478496" y="966758"/>
                </a:lnTo>
                <a:lnTo>
                  <a:pt x="488261" y="966758"/>
                </a:lnTo>
                <a:lnTo>
                  <a:pt x="488261" y="956992"/>
                </a:lnTo>
                <a:lnTo>
                  <a:pt x="488261" y="947227"/>
                </a:lnTo>
                <a:lnTo>
                  <a:pt x="478496" y="947227"/>
                </a:lnTo>
                <a:lnTo>
                  <a:pt x="478496" y="937462"/>
                </a:lnTo>
                <a:lnTo>
                  <a:pt x="478496" y="927697"/>
                </a:lnTo>
                <a:lnTo>
                  <a:pt x="468731" y="927697"/>
                </a:lnTo>
                <a:lnTo>
                  <a:pt x="468731" y="917931"/>
                </a:lnTo>
                <a:lnTo>
                  <a:pt x="468731" y="908166"/>
                </a:lnTo>
                <a:lnTo>
                  <a:pt x="458966" y="908166"/>
                </a:lnTo>
                <a:lnTo>
                  <a:pt x="458966" y="917931"/>
                </a:lnTo>
                <a:lnTo>
                  <a:pt x="458966" y="927697"/>
                </a:lnTo>
                <a:lnTo>
                  <a:pt x="449201" y="927697"/>
                </a:lnTo>
                <a:lnTo>
                  <a:pt x="449201" y="937462"/>
                </a:lnTo>
                <a:lnTo>
                  <a:pt x="439435" y="937462"/>
                </a:lnTo>
                <a:lnTo>
                  <a:pt x="439435" y="947227"/>
                </a:lnTo>
                <a:lnTo>
                  <a:pt x="429670" y="947227"/>
                </a:lnTo>
                <a:lnTo>
                  <a:pt x="429670" y="956992"/>
                </a:lnTo>
                <a:lnTo>
                  <a:pt x="429670" y="966758"/>
                </a:lnTo>
                <a:lnTo>
                  <a:pt x="439435" y="966758"/>
                </a:lnTo>
                <a:lnTo>
                  <a:pt x="439435" y="976523"/>
                </a:lnTo>
                <a:lnTo>
                  <a:pt x="429670" y="976523"/>
                </a:lnTo>
                <a:lnTo>
                  <a:pt x="419905" y="976523"/>
                </a:lnTo>
                <a:lnTo>
                  <a:pt x="419905" y="966758"/>
                </a:lnTo>
                <a:lnTo>
                  <a:pt x="410140" y="966758"/>
                </a:lnTo>
                <a:lnTo>
                  <a:pt x="410140" y="976523"/>
                </a:lnTo>
                <a:lnTo>
                  <a:pt x="410140" y="986288"/>
                </a:lnTo>
                <a:lnTo>
                  <a:pt x="410140" y="996053"/>
                </a:lnTo>
                <a:lnTo>
                  <a:pt x="400374" y="996053"/>
                </a:lnTo>
                <a:lnTo>
                  <a:pt x="390609" y="996053"/>
                </a:lnTo>
                <a:lnTo>
                  <a:pt x="390609" y="1005819"/>
                </a:lnTo>
                <a:lnTo>
                  <a:pt x="380844" y="1005819"/>
                </a:lnTo>
                <a:lnTo>
                  <a:pt x="371079" y="1005819"/>
                </a:lnTo>
                <a:lnTo>
                  <a:pt x="361313" y="1005819"/>
                </a:lnTo>
                <a:lnTo>
                  <a:pt x="351548" y="1005819"/>
                </a:lnTo>
                <a:lnTo>
                  <a:pt x="351548" y="1015584"/>
                </a:lnTo>
                <a:lnTo>
                  <a:pt x="351548" y="1025349"/>
                </a:lnTo>
                <a:lnTo>
                  <a:pt x="351548" y="1035114"/>
                </a:lnTo>
                <a:lnTo>
                  <a:pt x="341783" y="1035114"/>
                </a:lnTo>
                <a:lnTo>
                  <a:pt x="332018" y="1035114"/>
                </a:lnTo>
                <a:lnTo>
                  <a:pt x="332018" y="1025349"/>
                </a:lnTo>
                <a:lnTo>
                  <a:pt x="322253" y="1025349"/>
                </a:lnTo>
                <a:lnTo>
                  <a:pt x="322253" y="1015584"/>
                </a:lnTo>
                <a:lnTo>
                  <a:pt x="332018" y="1015584"/>
                </a:lnTo>
                <a:lnTo>
                  <a:pt x="332018" y="1005819"/>
                </a:lnTo>
                <a:lnTo>
                  <a:pt x="332018" y="996053"/>
                </a:lnTo>
                <a:lnTo>
                  <a:pt x="332018" y="986288"/>
                </a:lnTo>
                <a:lnTo>
                  <a:pt x="322253" y="986288"/>
                </a:lnTo>
                <a:lnTo>
                  <a:pt x="312487" y="986288"/>
                </a:lnTo>
                <a:lnTo>
                  <a:pt x="302722" y="986288"/>
                </a:lnTo>
                <a:lnTo>
                  <a:pt x="302722" y="976523"/>
                </a:lnTo>
                <a:lnTo>
                  <a:pt x="292957" y="976523"/>
                </a:lnTo>
                <a:lnTo>
                  <a:pt x="283192" y="976523"/>
                </a:lnTo>
                <a:lnTo>
                  <a:pt x="273426" y="976523"/>
                </a:lnTo>
                <a:lnTo>
                  <a:pt x="273426" y="966758"/>
                </a:lnTo>
                <a:close/>
                <a:moveTo>
                  <a:pt x="478496" y="917931"/>
                </a:moveTo>
                <a:lnTo>
                  <a:pt x="478496" y="927697"/>
                </a:lnTo>
                <a:lnTo>
                  <a:pt x="488261" y="927697"/>
                </a:lnTo>
                <a:lnTo>
                  <a:pt x="498027" y="927697"/>
                </a:lnTo>
                <a:lnTo>
                  <a:pt x="498027" y="917931"/>
                </a:lnTo>
                <a:lnTo>
                  <a:pt x="498027" y="908166"/>
                </a:lnTo>
                <a:lnTo>
                  <a:pt x="507792" y="908166"/>
                </a:lnTo>
                <a:lnTo>
                  <a:pt x="507792" y="898401"/>
                </a:lnTo>
                <a:lnTo>
                  <a:pt x="498027" y="898401"/>
                </a:lnTo>
                <a:lnTo>
                  <a:pt x="488261" y="898401"/>
                </a:lnTo>
                <a:lnTo>
                  <a:pt x="478496" y="898401"/>
                </a:lnTo>
                <a:lnTo>
                  <a:pt x="478496" y="908166"/>
                </a:lnTo>
                <a:close/>
                <a:moveTo>
                  <a:pt x="468731" y="849575"/>
                </a:moveTo>
                <a:lnTo>
                  <a:pt x="468731" y="839810"/>
                </a:lnTo>
                <a:lnTo>
                  <a:pt x="458966" y="839810"/>
                </a:lnTo>
                <a:lnTo>
                  <a:pt x="449201" y="839810"/>
                </a:lnTo>
                <a:lnTo>
                  <a:pt x="449201" y="849575"/>
                </a:lnTo>
                <a:lnTo>
                  <a:pt x="458966" y="849575"/>
                </a:lnTo>
                <a:close/>
                <a:moveTo>
                  <a:pt x="292957" y="956992"/>
                </a:moveTo>
                <a:lnTo>
                  <a:pt x="302722" y="956992"/>
                </a:lnTo>
                <a:lnTo>
                  <a:pt x="312487" y="956992"/>
                </a:lnTo>
                <a:lnTo>
                  <a:pt x="312487" y="966758"/>
                </a:lnTo>
                <a:lnTo>
                  <a:pt x="322253" y="966758"/>
                </a:lnTo>
                <a:lnTo>
                  <a:pt x="332018" y="966758"/>
                </a:lnTo>
                <a:lnTo>
                  <a:pt x="332018" y="956992"/>
                </a:lnTo>
                <a:lnTo>
                  <a:pt x="341783" y="956992"/>
                </a:lnTo>
                <a:lnTo>
                  <a:pt x="341783" y="947227"/>
                </a:lnTo>
                <a:lnTo>
                  <a:pt x="341783" y="937462"/>
                </a:lnTo>
                <a:lnTo>
                  <a:pt x="332018" y="937462"/>
                </a:lnTo>
                <a:lnTo>
                  <a:pt x="322253" y="937462"/>
                </a:lnTo>
                <a:lnTo>
                  <a:pt x="312487" y="937462"/>
                </a:lnTo>
                <a:lnTo>
                  <a:pt x="312487" y="927697"/>
                </a:lnTo>
                <a:lnTo>
                  <a:pt x="302722" y="927697"/>
                </a:lnTo>
                <a:lnTo>
                  <a:pt x="292957" y="927697"/>
                </a:lnTo>
                <a:lnTo>
                  <a:pt x="283192" y="927697"/>
                </a:lnTo>
                <a:lnTo>
                  <a:pt x="283192" y="937462"/>
                </a:lnTo>
                <a:lnTo>
                  <a:pt x="283192" y="947227"/>
                </a:lnTo>
                <a:lnTo>
                  <a:pt x="283192" y="956992"/>
                </a:lnTo>
                <a:close/>
                <a:moveTo>
                  <a:pt x="400374" y="947227"/>
                </a:moveTo>
                <a:lnTo>
                  <a:pt x="400374" y="956992"/>
                </a:lnTo>
                <a:lnTo>
                  <a:pt x="410140" y="956992"/>
                </a:lnTo>
                <a:lnTo>
                  <a:pt x="419905" y="956992"/>
                </a:lnTo>
                <a:lnTo>
                  <a:pt x="419905" y="947227"/>
                </a:lnTo>
                <a:lnTo>
                  <a:pt x="410140" y="947227"/>
                </a:lnTo>
                <a:close/>
                <a:moveTo>
                  <a:pt x="419905" y="908166"/>
                </a:moveTo>
                <a:lnTo>
                  <a:pt x="410140" y="908166"/>
                </a:lnTo>
                <a:lnTo>
                  <a:pt x="410140" y="917931"/>
                </a:lnTo>
                <a:lnTo>
                  <a:pt x="419905" y="917931"/>
                </a:lnTo>
                <a:close/>
                <a:moveTo>
                  <a:pt x="419905" y="898401"/>
                </a:moveTo>
                <a:lnTo>
                  <a:pt x="419905" y="908166"/>
                </a:lnTo>
                <a:lnTo>
                  <a:pt x="429670" y="908166"/>
                </a:lnTo>
                <a:lnTo>
                  <a:pt x="439435" y="908166"/>
                </a:lnTo>
                <a:lnTo>
                  <a:pt x="449201" y="908166"/>
                </a:lnTo>
                <a:lnTo>
                  <a:pt x="449201" y="898401"/>
                </a:lnTo>
                <a:lnTo>
                  <a:pt x="449201" y="888636"/>
                </a:lnTo>
                <a:lnTo>
                  <a:pt x="449201" y="878871"/>
                </a:lnTo>
                <a:lnTo>
                  <a:pt x="439435" y="878871"/>
                </a:lnTo>
                <a:lnTo>
                  <a:pt x="429670" y="878871"/>
                </a:lnTo>
                <a:lnTo>
                  <a:pt x="429670" y="888636"/>
                </a:lnTo>
                <a:lnTo>
                  <a:pt x="419905" y="888636"/>
                </a:lnTo>
                <a:close/>
                <a:moveTo>
                  <a:pt x="458966" y="859340"/>
                </a:moveTo>
                <a:lnTo>
                  <a:pt x="449201" y="859340"/>
                </a:lnTo>
                <a:lnTo>
                  <a:pt x="449201" y="869105"/>
                </a:lnTo>
                <a:lnTo>
                  <a:pt x="458966" y="869105"/>
                </a:lnTo>
                <a:lnTo>
                  <a:pt x="458966" y="878871"/>
                </a:lnTo>
                <a:lnTo>
                  <a:pt x="468731" y="878871"/>
                </a:lnTo>
                <a:lnTo>
                  <a:pt x="468731" y="869105"/>
                </a:lnTo>
                <a:lnTo>
                  <a:pt x="478496" y="869105"/>
                </a:lnTo>
                <a:lnTo>
                  <a:pt x="478496" y="859340"/>
                </a:lnTo>
                <a:lnTo>
                  <a:pt x="468731" y="859340"/>
                </a:lnTo>
                <a:close/>
                <a:moveTo>
                  <a:pt x="537088" y="956992"/>
                </a:moveTo>
                <a:lnTo>
                  <a:pt x="546853" y="956992"/>
                </a:lnTo>
                <a:lnTo>
                  <a:pt x="546853" y="966758"/>
                </a:lnTo>
                <a:lnTo>
                  <a:pt x="556618" y="966758"/>
                </a:lnTo>
                <a:lnTo>
                  <a:pt x="556618" y="956992"/>
                </a:lnTo>
                <a:lnTo>
                  <a:pt x="556618" y="947227"/>
                </a:lnTo>
                <a:lnTo>
                  <a:pt x="546853" y="947227"/>
                </a:lnTo>
                <a:lnTo>
                  <a:pt x="537088" y="947227"/>
                </a:lnTo>
                <a:close/>
                <a:moveTo>
                  <a:pt x="527322" y="947227"/>
                </a:moveTo>
                <a:lnTo>
                  <a:pt x="537088" y="947227"/>
                </a:lnTo>
                <a:lnTo>
                  <a:pt x="537088" y="937462"/>
                </a:lnTo>
                <a:lnTo>
                  <a:pt x="546853" y="937462"/>
                </a:lnTo>
                <a:lnTo>
                  <a:pt x="556618" y="937462"/>
                </a:lnTo>
                <a:lnTo>
                  <a:pt x="566383" y="937462"/>
                </a:lnTo>
                <a:lnTo>
                  <a:pt x="566383" y="927697"/>
                </a:lnTo>
                <a:lnTo>
                  <a:pt x="556618" y="927697"/>
                </a:lnTo>
                <a:lnTo>
                  <a:pt x="556618" y="917931"/>
                </a:lnTo>
                <a:lnTo>
                  <a:pt x="546853" y="917931"/>
                </a:lnTo>
                <a:lnTo>
                  <a:pt x="546853" y="927697"/>
                </a:lnTo>
                <a:lnTo>
                  <a:pt x="537088" y="927697"/>
                </a:lnTo>
                <a:lnTo>
                  <a:pt x="537088" y="917931"/>
                </a:lnTo>
                <a:lnTo>
                  <a:pt x="527322" y="917931"/>
                </a:lnTo>
                <a:lnTo>
                  <a:pt x="527322" y="927697"/>
                </a:lnTo>
                <a:lnTo>
                  <a:pt x="517557" y="927697"/>
                </a:lnTo>
                <a:lnTo>
                  <a:pt x="517557" y="937462"/>
                </a:lnTo>
                <a:lnTo>
                  <a:pt x="527322" y="937462"/>
                </a:lnTo>
                <a:close/>
                <a:moveTo>
                  <a:pt x="517557" y="947227"/>
                </a:moveTo>
                <a:lnTo>
                  <a:pt x="517557" y="937462"/>
                </a:lnTo>
                <a:lnTo>
                  <a:pt x="507792" y="937462"/>
                </a:lnTo>
                <a:lnTo>
                  <a:pt x="507792" y="947227"/>
                </a:lnTo>
                <a:close/>
                <a:moveTo>
                  <a:pt x="507792" y="956992"/>
                </a:moveTo>
                <a:lnTo>
                  <a:pt x="507792" y="947227"/>
                </a:lnTo>
                <a:lnTo>
                  <a:pt x="498027" y="947227"/>
                </a:lnTo>
                <a:lnTo>
                  <a:pt x="498027" y="956992"/>
                </a:lnTo>
                <a:close/>
                <a:moveTo>
                  <a:pt x="527322" y="869105"/>
                </a:moveTo>
                <a:lnTo>
                  <a:pt x="537088" y="869105"/>
                </a:lnTo>
                <a:lnTo>
                  <a:pt x="537088" y="859340"/>
                </a:lnTo>
                <a:lnTo>
                  <a:pt x="527322" y="859340"/>
                </a:lnTo>
                <a:close/>
                <a:moveTo>
                  <a:pt x="527322" y="830044"/>
                </a:moveTo>
                <a:lnTo>
                  <a:pt x="527322" y="839810"/>
                </a:lnTo>
                <a:lnTo>
                  <a:pt x="517557" y="839810"/>
                </a:lnTo>
                <a:lnTo>
                  <a:pt x="517557" y="849575"/>
                </a:lnTo>
                <a:lnTo>
                  <a:pt x="527322" y="849575"/>
                </a:lnTo>
                <a:lnTo>
                  <a:pt x="537088" y="849575"/>
                </a:lnTo>
                <a:lnTo>
                  <a:pt x="546853" y="849575"/>
                </a:lnTo>
                <a:lnTo>
                  <a:pt x="546853" y="839810"/>
                </a:lnTo>
                <a:lnTo>
                  <a:pt x="537088" y="839810"/>
                </a:lnTo>
                <a:lnTo>
                  <a:pt x="537088" y="830044"/>
                </a:lnTo>
                <a:close/>
                <a:moveTo>
                  <a:pt x="556618" y="849575"/>
                </a:moveTo>
                <a:lnTo>
                  <a:pt x="546853" y="849575"/>
                </a:lnTo>
                <a:lnTo>
                  <a:pt x="546853" y="859340"/>
                </a:lnTo>
                <a:lnTo>
                  <a:pt x="556618" y="859340"/>
                </a:lnTo>
                <a:close/>
                <a:moveTo>
                  <a:pt x="517557" y="888636"/>
                </a:moveTo>
                <a:lnTo>
                  <a:pt x="517557" y="878871"/>
                </a:lnTo>
                <a:lnTo>
                  <a:pt x="507792" y="878871"/>
                </a:lnTo>
                <a:lnTo>
                  <a:pt x="507792" y="888636"/>
                </a:lnTo>
                <a:close/>
                <a:moveTo>
                  <a:pt x="585914" y="917931"/>
                </a:moveTo>
                <a:lnTo>
                  <a:pt x="576148" y="917931"/>
                </a:lnTo>
                <a:lnTo>
                  <a:pt x="576148" y="927697"/>
                </a:lnTo>
                <a:lnTo>
                  <a:pt x="576148" y="937462"/>
                </a:lnTo>
                <a:lnTo>
                  <a:pt x="585914" y="937462"/>
                </a:lnTo>
                <a:lnTo>
                  <a:pt x="585914" y="927697"/>
                </a:lnTo>
                <a:close/>
                <a:moveTo>
                  <a:pt x="185539" y="937462"/>
                </a:moveTo>
                <a:lnTo>
                  <a:pt x="185539" y="947227"/>
                </a:lnTo>
                <a:lnTo>
                  <a:pt x="175774" y="947227"/>
                </a:lnTo>
                <a:lnTo>
                  <a:pt x="175774" y="937462"/>
                </a:lnTo>
                <a:lnTo>
                  <a:pt x="175774" y="927697"/>
                </a:lnTo>
                <a:lnTo>
                  <a:pt x="185539" y="927697"/>
                </a:lnTo>
                <a:close/>
                <a:moveTo>
                  <a:pt x="166009" y="937462"/>
                </a:moveTo>
                <a:lnTo>
                  <a:pt x="166009" y="947227"/>
                </a:lnTo>
                <a:lnTo>
                  <a:pt x="156244" y="947227"/>
                </a:lnTo>
                <a:lnTo>
                  <a:pt x="156244" y="937462"/>
                </a:lnTo>
                <a:close/>
                <a:moveTo>
                  <a:pt x="175774" y="947227"/>
                </a:moveTo>
                <a:lnTo>
                  <a:pt x="175774" y="956992"/>
                </a:lnTo>
                <a:lnTo>
                  <a:pt x="166009" y="956992"/>
                </a:lnTo>
                <a:lnTo>
                  <a:pt x="166009" y="947227"/>
                </a:lnTo>
                <a:close/>
                <a:moveTo>
                  <a:pt x="253896" y="1035114"/>
                </a:moveTo>
                <a:lnTo>
                  <a:pt x="253896" y="1044879"/>
                </a:lnTo>
                <a:lnTo>
                  <a:pt x="244131" y="1044879"/>
                </a:lnTo>
                <a:lnTo>
                  <a:pt x="244131" y="1035114"/>
                </a:lnTo>
                <a:close/>
                <a:moveTo>
                  <a:pt x="263661" y="1064410"/>
                </a:moveTo>
                <a:lnTo>
                  <a:pt x="253896" y="1064410"/>
                </a:lnTo>
                <a:lnTo>
                  <a:pt x="253896" y="1054645"/>
                </a:lnTo>
                <a:lnTo>
                  <a:pt x="263661" y="1054645"/>
                </a:lnTo>
                <a:close/>
                <a:moveTo>
                  <a:pt x="224600" y="1054645"/>
                </a:moveTo>
                <a:lnTo>
                  <a:pt x="224600" y="1064410"/>
                </a:lnTo>
                <a:lnTo>
                  <a:pt x="214835" y="1064410"/>
                </a:lnTo>
                <a:lnTo>
                  <a:pt x="214835" y="1054645"/>
                </a:lnTo>
                <a:close/>
                <a:moveTo>
                  <a:pt x="244131" y="1054645"/>
                </a:moveTo>
                <a:lnTo>
                  <a:pt x="244131" y="1064410"/>
                </a:lnTo>
                <a:lnTo>
                  <a:pt x="234365" y="1064410"/>
                </a:lnTo>
                <a:lnTo>
                  <a:pt x="234365" y="1054645"/>
                </a:lnTo>
                <a:close/>
                <a:moveTo>
                  <a:pt x="253896" y="1074175"/>
                </a:moveTo>
                <a:lnTo>
                  <a:pt x="244131" y="1074175"/>
                </a:lnTo>
                <a:lnTo>
                  <a:pt x="244131" y="1064410"/>
                </a:lnTo>
                <a:lnTo>
                  <a:pt x="253896" y="1064410"/>
                </a:lnTo>
                <a:close/>
                <a:moveTo>
                  <a:pt x="214835" y="1074175"/>
                </a:moveTo>
                <a:lnTo>
                  <a:pt x="205070" y="1074175"/>
                </a:lnTo>
                <a:lnTo>
                  <a:pt x="205070" y="1064410"/>
                </a:lnTo>
                <a:lnTo>
                  <a:pt x="214835" y="1064410"/>
                </a:lnTo>
                <a:close/>
                <a:moveTo>
                  <a:pt x="205070" y="1083940"/>
                </a:moveTo>
                <a:lnTo>
                  <a:pt x="195305" y="1083940"/>
                </a:lnTo>
                <a:lnTo>
                  <a:pt x="195305" y="1074175"/>
                </a:lnTo>
                <a:lnTo>
                  <a:pt x="205070" y="1074175"/>
                </a:lnTo>
                <a:close/>
                <a:moveTo>
                  <a:pt x="253896" y="1093706"/>
                </a:moveTo>
                <a:lnTo>
                  <a:pt x="244131" y="1093706"/>
                </a:lnTo>
                <a:lnTo>
                  <a:pt x="244131" y="1083940"/>
                </a:lnTo>
                <a:lnTo>
                  <a:pt x="253896" y="1083940"/>
                </a:lnTo>
                <a:lnTo>
                  <a:pt x="263661" y="1083940"/>
                </a:lnTo>
                <a:lnTo>
                  <a:pt x="263661" y="1093706"/>
                </a:lnTo>
                <a:close/>
                <a:moveTo>
                  <a:pt x="224600" y="1093706"/>
                </a:moveTo>
                <a:lnTo>
                  <a:pt x="214835" y="1093706"/>
                </a:lnTo>
                <a:lnTo>
                  <a:pt x="214835" y="1083940"/>
                </a:lnTo>
                <a:lnTo>
                  <a:pt x="224600" y="1083940"/>
                </a:lnTo>
                <a:lnTo>
                  <a:pt x="234365" y="1083940"/>
                </a:lnTo>
                <a:lnTo>
                  <a:pt x="234365" y="1093706"/>
                </a:lnTo>
                <a:close/>
                <a:moveTo>
                  <a:pt x="185539" y="1093706"/>
                </a:moveTo>
                <a:lnTo>
                  <a:pt x="185539" y="1103471"/>
                </a:lnTo>
                <a:lnTo>
                  <a:pt x="175774" y="1103471"/>
                </a:lnTo>
                <a:lnTo>
                  <a:pt x="175774" y="1093706"/>
                </a:lnTo>
                <a:close/>
                <a:moveTo>
                  <a:pt x="156244" y="1113236"/>
                </a:moveTo>
                <a:lnTo>
                  <a:pt x="156244" y="1103471"/>
                </a:lnTo>
                <a:lnTo>
                  <a:pt x="166009" y="1103471"/>
                </a:lnTo>
                <a:lnTo>
                  <a:pt x="175774" y="1103471"/>
                </a:lnTo>
                <a:lnTo>
                  <a:pt x="175774" y="1113236"/>
                </a:lnTo>
                <a:lnTo>
                  <a:pt x="166009" y="1113236"/>
                </a:lnTo>
                <a:close/>
                <a:moveTo>
                  <a:pt x="244131" y="1113236"/>
                </a:moveTo>
                <a:lnTo>
                  <a:pt x="244131" y="1123001"/>
                </a:lnTo>
                <a:lnTo>
                  <a:pt x="234365" y="1123001"/>
                </a:lnTo>
                <a:lnTo>
                  <a:pt x="234365" y="1113236"/>
                </a:lnTo>
                <a:close/>
                <a:moveTo>
                  <a:pt x="234365" y="1142532"/>
                </a:moveTo>
                <a:lnTo>
                  <a:pt x="224600" y="1142532"/>
                </a:lnTo>
                <a:lnTo>
                  <a:pt x="224600" y="1132767"/>
                </a:lnTo>
                <a:lnTo>
                  <a:pt x="234365" y="1132767"/>
                </a:lnTo>
                <a:close/>
                <a:moveTo>
                  <a:pt x="185539" y="1191358"/>
                </a:moveTo>
                <a:lnTo>
                  <a:pt x="175774" y="1191358"/>
                </a:lnTo>
                <a:lnTo>
                  <a:pt x="166009" y="1191358"/>
                </a:lnTo>
                <a:lnTo>
                  <a:pt x="166009" y="1181593"/>
                </a:lnTo>
                <a:lnTo>
                  <a:pt x="175774" y="1181593"/>
                </a:lnTo>
                <a:lnTo>
                  <a:pt x="185539" y="1181593"/>
                </a:lnTo>
                <a:lnTo>
                  <a:pt x="185539" y="1171827"/>
                </a:lnTo>
                <a:lnTo>
                  <a:pt x="195305" y="1171827"/>
                </a:lnTo>
                <a:lnTo>
                  <a:pt x="205070" y="1171827"/>
                </a:lnTo>
                <a:lnTo>
                  <a:pt x="205070" y="1181593"/>
                </a:lnTo>
                <a:lnTo>
                  <a:pt x="205070" y="1191358"/>
                </a:lnTo>
                <a:lnTo>
                  <a:pt x="195305" y="1191358"/>
                </a:lnTo>
                <a:lnTo>
                  <a:pt x="195305" y="1201123"/>
                </a:lnTo>
                <a:lnTo>
                  <a:pt x="185539" y="1201123"/>
                </a:lnTo>
                <a:close/>
                <a:moveTo>
                  <a:pt x="214835" y="1201123"/>
                </a:moveTo>
                <a:lnTo>
                  <a:pt x="214835" y="1191358"/>
                </a:lnTo>
                <a:lnTo>
                  <a:pt x="224600" y="1191358"/>
                </a:lnTo>
                <a:lnTo>
                  <a:pt x="234365" y="1191358"/>
                </a:lnTo>
                <a:lnTo>
                  <a:pt x="234365" y="1201123"/>
                </a:lnTo>
                <a:lnTo>
                  <a:pt x="224600" y="1201123"/>
                </a:lnTo>
                <a:close/>
                <a:moveTo>
                  <a:pt x="234365" y="1210888"/>
                </a:moveTo>
                <a:lnTo>
                  <a:pt x="234365" y="1201123"/>
                </a:lnTo>
                <a:lnTo>
                  <a:pt x="244131" y="1201123"/>
                </a:lnTo>
                <a:lnTo>
                  <a:pt x="244131" y="1210888"/>
                </a:lnTo>
                <a:close/>
                <a:moveTo>
                  <a:pt x="253896" y="1210888"/>
                </a:moveTo>
                <a:lnTo>
                  <a:pt x="253896" y="1220654"/>
                </a:lnTo>
                <a:lnTo>
                  <a:pt x="244131" y="1220654"/>
                </a:lnTo>
                <a:lnTo>
                  <a:pt x="244131" y="1210888"/>
                </a:lnTo>
                <a:close/>
                <a:moveTo>
                  <a:pt x="214835" y="1230419"/>
                </a:moveTo>
                <a:lnTo>
                  <a:pt x="214835" y="1240184"/>
                </a:lnTo>
                <a:lnTo>
                  <a:pt x="205070" y="1240184"/>
                </a:lnTo>
                <a:lnTo>
                  <a:pt x="195305" y="1240184"/>
                </a:lnTo>
                <a:lnTo>
                  <a:pt x="195305" y="1230419"/>
                </a:lnTo>
                <a:lnTo>
                  <a:pt x="205070" y="1230419"/>
                </a:lnTo>
                <a:close/>
                <a:moveTo>
                  <a:pt x="253896" y="1240184"/>
                </a:moveTo>
                <a:lnTo>
                  <a:pt x="253896" y="1249949"/>
                </a:lnTo>
                <a:lnTo>
                  <a:pt x="244131" y="1249949"/>
                </a:lnTo>
                <a:lnTo>
                  <a:pt x="234365" y="1249949"/>
                </a:lnTo>
                <a:lnTo>
                  <a:pt x="224600" y="1249949"/>
                </a:lnTo>
                <a:lnTo>
                  <a:pt x="224600" y="1240184"/>
                </a:lnTo>
                <a:lnTo>
                  <a:pt x="234365" y="1240184"/>
                </a:lnTo>
                <a:lnTo>
                  <a:pt x="234365" y="1230419"/>
                </a:lnTo>
                <a:lnTo>
                  <a:pt x="244131" y="1230419"/>
                </a:lnTo>
                <a:lnTo>
                  <a:pt x="244131" y="1240184"/>
                </a:lnTo>
                <a:close/>
                <a:moveTo>
                  <a:pt x="263661" y="1259714"/>
                </a:moveTo>
                <a:lnTo>
                  <a:pt x="253896" y="1259714"/>
                </a:lnTo>
                <a:lnTo>
                  <a:pt x="253896" y="1249949"/>
                </a:lnTo>
                <a:lnTo>
                  <a:pt x="263661" y="1249949"/>
                </a:lnTo>
                <a:close/>
                <a:moveTo>
                  <a:pt x="175774" y="1269480"/>
                </a:moveTo>
                <a:lnTo>
                  <a:pt x="175774" y="1279245"/>
                </a:lnTo>
                <a:lnTo>
                  <a:pt x="166009" y="1279245"/>
                </a:lnTo>
                <a:lnTo>
                  <a:pt x="166009" y="1269480"/>
                </a:lnTo>
                <a:close/>
                <a:moveTo>
                  <a:pt x="195305" y="1298775"/>
                </a:moveTo>
                <a:lnTo>
                  <a:pt x="195305" y="1308541"/>
                </a:lnTo>
                <a:lnTo>
                  <a:pt x="185539" y="1308541"/>
                </a:lnTo>
                <a:lnTo>
                  <a:pt x="185539" y="1298775"/>
                </a:lnTo>
                <a:close/>
                <a:moveTo>
                  <a:pt x="166009" y="1318306"/>
                </a:moveTo>
                <a:lnTo>
                  <a:pt x="156244" y="1318306"/>
                </a:lnTo>
                <a:lnTo>
                  <a:pt x="156244" y="1308541"/>
                </a:lnTo>
                <a:lnTo>
                  <a:pt x="166009" y="1308541"/>
                </a:lnTo>
                <a:close/>
                <a:moveTo>
                  <a:pt x="214835" y="1308541"/>
                </a:moveTo>
                <a:lnTo>
                  <a:pt x="214835" y="1318306"/>
                </a:lnTo>
                <a:lnTo>
                  <a:pt x="205070" y="1318306"/>
                </a:lnTo>
                <a:lnTo>
                  <a:pt x="195305" y="1318306"/>
                </a:lnTo>
                <a:lnTo>
                  <a:pt x="195305" y="1308541"/>
                </a:lnTo>
                <a:lnTo>
                  <a:pt x="205070" y="1308541"/>
                </a:lnTo>
                <a:close/>
                <a:moveTo>
                  <a:pt x="185539" y="1318306"/>
                </a:moveTo>
                <a:lnTo>
                  <a:pt x="185539" y="1328071"/>
                </a:lnTo>
                <a:lnTo>
                  <a:pt x="175774" y="1328071"/>
                </a:lnTo>
                <a:lnTo>
                  <a:pt x="175774" y="1318306"/>
                </a:lnTo>
                <a:close/>
                <a:moveTo>
                  <a:pt x="234365" y="1367132"/>
                </a:moveTo>
                <a:lnTo>
                  <a:pt x="234365" y="1376897"/>
                </a:lnTo>
                <a:lnTo>
                  <a:pt x="224600" y="1376897"/>
                </a:lnTo>
                <a:lnTo>
                  <a:pt x="224600" y="1367132"/>
                </a:lnTo>
                <a:lnTo>
                  <a:pt x="224600" y="1357367"/>
                </a:lnTo>
                <a:lnTo>
                  <a:pt x="224600" y="1347602"/>
                </a:lnTo>
                <a:lnTo>
                  <a:pt x="224600" y="1337836"/>
                </a:lnTo>
                <a:lnTo>
                  <a:pt x="224600" y="1328071"/>
                </a:lnTo>
                <a:lnTo>
                  <a:pt x="234365" y="1328071"/>
                </a:lnTo>
                <a:lnTo>
                  <a:pt x="234365" y="1337836"/>
                </a:lnTo>
                <a:lnTo>
                  <a:pt x="234365" y="1347602"/>
                </a:lnTo>
                <a:lnTo>
                  <a:pt x="234365" y="1357367"/>
                </a:lnTo>
                <a:close/>
                <a:moveTo>
                  <a:pt x="224600" y="1376897"/>
                </a:moveTo>
                <a:lnTo>
                  <a:pt x="224600" y="1386662"/>
                </a:lnTo>
                <a:lnTo>
                  <a:pt x="214835" y="1386662"/>
                </a:lnTo>
                <a:lnTo>
                  <a:pt x="214835" y="1376897"/>
                </a:lnTo>
                <a:close/>
                <a:moveTo>
                  <a:pt x="253896" y="1386662"/>
                </a:moveTo>
                <a:lnTo>
                  <a:pt x="244131" y="1386662"/>
                </a:lnTo>
                <a:lnTo>
                  <a:pt x="234365" y="1386662"/>
                </a:lnTo>
                <a:lnTo>
                  <a:pt x="234365" y="1376897"/>
                </a:lnTo>
                <a:lnTo>
                  <a:pt x="244131" y="1376897"/>
                </a:lnTo>
                <a:lnTo>
                  <a:pt x="253896" y="1376897"/>
                </a:lnTo>
                <a:close/>
                <a:moveTo>
                  <a:pt x="234365" y="1396428"/>
                </a:moveTo>
                <a:lnTo>
                  <a:pt x="224600" y="1396428"/>
                </a:lnTo>
                <a:lnTo>
                  <a:pt x="224600" y="1386662"/>
                </a:lnTo>
                <a:lnTo>
                  <a:pt x="234365" y="1386662"/>
                </a:lnTo>
                <a:close/>
                <a:moveTo>
                  <a:pt x="263661" y="1415958"/>
                </a:moveTo>
                <a:lnTo>
                  <a:pt x="253896" y="1415958"/>
                </a:lnTo>
                <a:lnTo>
                  <a:pt x="253896" y="1406193"/>
                </a:lnTo>
                <a:lnTo>
                  <a:pt x="263661" y="1406193"/>
                </a:lnTo>
                <a:lnTo>
                  <a:pt x="273426" y="1406193"/>
                </a:lnTo>
                <a:lnTo>
                  <a:pt x="273426" y="1415958"/>
                </a:lnTo>
                <a:close/>
                <a:moveTo>
                  <a:pt x="302722" y="48826"/>
                </a:moveTo>
                <a:lnTo>
                  <a:pt x="302722" y="39061"/>
                </a:lnTo>
                <a:lnTo>
                  <a:pt x="312487" y="39061"/>
                </a:lnTo>
                <a:lnTo>
                  <a:pt x="312487" y="48826"/>
                </a:lnTo>
                <a:close/>
                <a:moveTo>
                  <a:pt x="292957" y="97652"/>
                </a:moveTo>
                <a:lnTo>
                  <a:pt x="292957" y="87887"/>
                </a:lnTo>
                <a:lnTo>
                  <a:pt x="283192" y="87887"/>
                </a:lnTo>
                <a:lnTo>
                  <a:pt x="283192" y="78122"/>
                </a:lnTo>
                <a:lnTo>
                  <a:pt x="292957" y="78122"/>
                </a:lnTo>
                <a:lnTo>
                  <a:pt x="292957" y="68357"/>
                </a:lnTo>
                <a:lnTo>
                  <a:pt x="292957" y="58591"/>
                </a:lnTo>
                <a:lnTo>
                  <a:pt x="292957" y="48826"/>
                </a:lnTo>
                <a:lnTo>
                  <a:pt x="302722" y="48826"/>
                </a:lnTo>
                <a:lnTo>
                  <a:pt x="302722" y="58591"/>
                </a:lnTo>
                <a:lnTo>
                  <a:pt x="302722" y="68357"/>
                </a:lnTo>
                <a:lnTo>
                  <a:pt x="302722" y="78122"/>
                </a:lnTo>
                <a:lnTo>
                  <a:pt x="302722" y="87887"/>
                </a:lnTo>
                <a:lnTo>
                  <a:pt x="302722" y="97652"/>
                </a:lnTo>
                <a:close/>
                <a:moveTo>
                  <a:pt x="322253" y="117183"/>
                </a:moveTo>
                <a:lnTo>
                  <a:pt x="322253" y="107418"/>
                </a:lnTo>
                <a:lnTo>
                  <a:pt x="312487" y="107418"/>
                </a:lnTo>
                <a:lnTo>
                  <a:pt x="312487" y="97652"/>
                </a:lnTo>
                <a:lnTo>
                  <a:pt x="312487" y="87887"/>
                </a:lnTo>
                <a:lnTo>
                  <a:pt x="322253" y="87887"/>
                </a:lnTo>
                <a:lnTo>
                  <a:pt x="332018" y="87887"/>
                </a:lnTo>
                <a:lnTo>
                  <a:pt x="341783" y="87887"/>
                </a:lnTo>
                <a:lnTo>
                  <a:pt x="341783" y="97652"/>
                </a:lnTo>
                <a:lnTo>
                  <a:pt x="332018" y="97652"/>
                </a:lnTo>
                <a:lnTo>
                  <a:pt x="332018" y="107418"/>
                </a:lnTo>
                <a:lnTo>
                  <a:pt x="341783" y="107418"/>
                </a:lnTo>
                <a:lnTo>
                  <a:pt x="341783" y="117183"/>
                </a:lnTo>
                <a:lnTo>
                  <a:pt x="351548" y="117183"/>
                </a:lnTo>
                <a:lnTo>
                  <a:pt x="361313" y="117183"/>
                </a:lnTo>
                <a:lnTo>
                  <a:pt x="371079" y="117183"/>
                </a:lnTo>
                <a:lnTo>
                  <a:pt x="380844" y="117183"/>
                </a:lnTo>
                <a:lnTo>
                  <a:pt x="390609" y="117183"/>
                </a:lnTo>
                <a:lnTo>
                  <a:pt x="390609" y="107418"/>
                </a:lnTo>
                <a:lnTo>
                  <a:pt x="400374" y="107418"/>
                </a:lnTo>
                <a:lnTo>
                  <a:pt x="400374" y="97652"/>
                </a:lnTo>
                <a:lnTo>
                  <a:pt x="390609" y="97652"/>
                </a:lnTo>
                <a:lnTo>
                  <a:pt x="390609" y="87887"/>
                </a:lnTo>
                <a:lnTo>
                  <a:pt x="400374" y="87887"/>
                </a:lnTo>
                <a:lnTo>
                  <a:pt x="410140" y="87887"/>
                </a:lnTo>
                <a:lnTo>
                  <a:pt x="410140" y="78122"/>
                </a:lnTo>
                <a:lnTo>
                  <a:pt x="400374" y="78122"/>
                </a:lnTo>
                <a:lnTo>
                  <a:pt x="390609" y="78122"/>
                </a:lnTo>
                <a:lnTo>
                  <a:pt x="390609" y="68357"/>
                </a:lnTo>
                <a:lnTo>
                  <a:pt x="390609" y="58591"/>
                </a:lnTo>
                <a:lnTo>
                  <a:pt x="390609" y="48826"/>
                </a:lnTo>
                <a:lnTo>
                  <a:pt x="400374" y="48826"/>
                </a:lnTo>
                <a:lnTo>
                  <a:pt x="410140" y="48826"/>
                </a:lnTo>
                <a:lnTo>
                  <a:pt x="410140" y="58591"/>
                </a:lnTo>
                <a:lnTo>
                  <a:pt x="410140" y="68357"/>
                </a:lnTo>
                <a:lnTo>
                  <a:pt x="419905" y="68357"/>
                </a:lnTo>
                <a:lnTo>
                  <a:pt x="419905" y="58591"/>
                </a:lnTo>
                <a:lnTo>
                  <a:pt x="429670" y="58591"/>
                </a:lnTo>
                <a:lnTo>
                  <a:pt x="429670" y="48826"/>
                </a:lnTo>
                <a:lnTo>
                  <a:pt x="429670" y="39061"/>
                </a:lnTo>
                <a:lnTo>
                  <a:pt x="429670" y="29296"/>
                </a:lnTo>
                <a:lnTo>
                  <a:pt x="439435" y="29296"/>
                </a:lnTo>
                <a:lnTo>
                  <a:pt x="449201" y="29296"/>
                </a:lnTo>
                <a:lnTo>
                  <a:pt x="458966" y="29296"/>
                </a:lnTo>
                <a:lnTo>
                  <a:pt x="458966" y="39061"/>
                </a:lnTo>
                <a:lnTo>
                  <a:pt x="449201" y="39061"/>
                </a:lnTo>
                <a:lnTo>
                  <a:pt x="439435" y="39061"/>
                </a:lnTo>
                <a:lnTo>
                  <a:pt x="439435" y="48826"/>
                </a:lnTo>
                <a:lnTo>
                  <a:pt x="439435" y="58591"/>
                </a:lnTo>
                <a:lnTo>
                  <a:pt x="449201" y="58591"/>
                </a:lnTo>
                <a:lnTo>
                  <a:pt x="449201" y="68357"/>
                </a:lnTo>
                <a:lnTo>
                  <a:pt x="458966" y="68357"/>
                </a:lnTo>
                <a:lnTo>
                  <a:pt x="458966" y="78122"/>
                </a:lnTo>
                <a:lnTo>
                  <a:pt x="458966" y="87887"/>
                </a:lnTo>
                <a:lnTo>
                  <a:pt x="449201" y="87887"/>
                </a:lnTo>
                <a:lnTo>
                  <a:pt x="449201" y="97652"/>
                </a:lnTo>
                <a:lnTo>
                  <a:pt x="439435" y="97652"/>
                </a:lnTo>
                <a:lnTo>
                  <a:pt x="439435" y="107418"/>
                </a:lnTo>
                <a:lnTo>
                  <a:pt x="429670" y="107418"/>
                </a:lnTo>
                <a:lnTo>
                  <a:pt x="429670" y="117183"/>
                </a:lnTo>
                <a:lnTo>
                  <a:pt x="429670" y="126948"/>
                </a:lnTo>
                <a:lnTo>
                  <a:pt x="419905" y="126948"/>
                </a:lnTo>
                <a:lnTo>
                  <a:pt x="419905" y="136713"/>
                </a:lnTo>
                <a:lnTo>
                  <a:pt x="419905" y="146478"/>
                </a:lnTo>
                <a:lnTo>
                  <a:pt x="410140" y="146478"/>
                </a:lnTo>
                <a:lnTo>
                  <a:pt x="400374" y="146478"/>
                </a:lnTo>
                <a:lnTo>
                  <a:pt x="400374" y="156244"/>
                </a:lnTo>
                <a:lnTo>
                  <a:pt x="390609" y="156244"/>
                </a:lnTo>
                <a:lnTo>
                  <a:pt x="390609" y="166009"/>
                </a:lnTo>
                <a:lnTo>
                  <a:pt x="380844" y="166009"/>
                </a:lnTo>
                <a:lnTo>
                  <a:pt x="371079" y="166009"/>
                </a:lnTo>
                <a:lnTo>
                  <a:pt x="371079" y="175774"/>
                </a:lnTo>
                <a:lnTo>
                  <a:pt x="371079" y="185539"/>
                </a:lnTo>
                <a:lnTo>
                  <a:pt x="380844" y="185539"/>
                </a:lnTo>
                <a:lnTo>
                  <a:pt x="390609" y="185539"/>
                </a:lnTo>
                <a:lnTo>
                  <a:pt x="390609" y="195305"/>
                </a:lnTo>
                <a:lnTo>
                  <a:pt x="380844" y="195305"/>
                </a:lnTo>
                <a:lnTo>
                  <a:pt x="371079" y="195305"/>
                </a:lnTo>
                <a:lnTo>
                  <a:pt x="371079" y="205070"/>
                </a:lnTo>
                <a:lnTo>
                  <a:pt x="361313" y="205070"/>
                </a:lnTo>
                <a:lnTo>
                  <a:pt x="361313" y="214835"/>
                </a:lnTo>
                <a:lnTo>
                  <a:pt x="351548" y="214835"/>
                </a:lnTo>
                <a:lnTo>
                  <a:pt x="341783" y="214835"/>
                </a:lnTo>
                <a:lnTo>
                  <a:pt x="332018" y="214835"/>
                </a:lnTo>
                <a:lnTo>
                  <a:pt x="332018" y="224600"/>
                </a:lnTo>
                <a:lnTo>
                  <a:pt x="322253" y="224600"/>
                </a:lnTo>
                <a:lnTo>
                  <a:pt x="322253" y="214835"/>
                </a:lnTo>
                <a:lnTo>
                  <a:pt x="322253" y="205070"/>
                </a:lnTo>
                <a:lnTo>
                  <a:pt x="312487" y="205070"/>
                </a:lnTo>
                <a:lnTo>
                  <a:pt x="312487" y="195305"/>
                </a:lnTo>
                <a:lnTo>
                  <a:pt x="312487" y="185539"/>
                </a:lnTo>
                <a:lnTo>
                  <a:pt x="312487" y="175774"/>
                </a:lnTo>
                <a:lnTo>
                  <a:pt x="322253" y="175774"/>
                </a:lnTo>
                <a:lnTo>
                  <a:pt x="322253" y="166009"/>
                </a:lnTo>
                <a:lnTo>
                  <a:pt x="322253" y="156244"/>
                </a:lnTo>
                <a:lnTo>
                  <a:pt x="322253" y="146478"/>
                </a:lnTo>
                <a:lnTo>
                  <a:pt x="332018" y="146478"/>
                </a:lnTo>
                <a:lnTo>
                  <a:pt x="332018" y="136713"/>
                </a:lnTo>
                <a:lnTo>
                  <a:pt x="332018" y="126948"/>
                </a:lnTo>
                <a:lnTo>
                  <a:pt x="322253" y="126948"/>
                </a:lnTo>
                <a:close/>
                <a:moveTo>
                  <a:pt x="351548" y="185539"/>
                </a:moveTo>
                <a:lnTo>
                  <a:pt x="361313" y="185539"/>
                </a:lnTo>
                <a:lnTo>
                  <a:pt x="361313" y="175774"/>
                </a:lnTo>
                <a:lnTo>
                  <a:pt x="351548" y="175774"/>
                </a:lnTo>
                <a:close/>
                <a:moveTo>
                  <a:pt x="419905" y="97652"/>
                </a:moveTo>
                <a:lnTo>
                  <a:pt x="429670" y="97652"/>
                </a:lnTo>
                <a:lnTo>
                  <a:pt x="429670" y="87887"/>
                </a:lnTo>
                <a:lnTo>
                  <a:pt x="419905" y="87887"/>
                </a:lnTo>
                <a:close/>
                <a:moveTo>
                  <a:pt x="312487" y="117183"/>
                </a:moveTo>
                <a:lnTo>
                  <a:pt x="312487" y="126948"/>
                </a:lnTo>
                <a:lnTo>
                  <a:pt x="302722" y="126948"/>
                </a:lnTo>
                <a:lnTo>
                  <a:pt x="292957" y="126948"/>
                </a:lnTo>
                <a:lnTo>
                  <a:pt x="292957" y="117183"/>
                </a:lnTo>
                <a:lnTo>
                  <a:pt x="302722" y="117183"/>
                </a:lnTo>
                <a:close/>
                <a:moveTo>
                  <a:pt x="312487" y="136713"/>
                </a:moveTo>
                <a:lnTo>
                  <a:pt x="312487" y="146478"/>
                </a:lnTo>
                <a:lnTo>
                  <a:pt x="302722" y="146478"/>
                </a:lnTo>
                <a:lnTo>
                  <a:pt x="302722" y="136713"/>
                </a:lnTo>
                <a:close/>
                <a:moveTo>
                  <a:pt x="292957" y="175774"/>
                </a:moveTo>
                <a:lnTo>
                  <a:pt x="283192" y="175774"/>
                </a:lnTo>
                <a:lnTo>
                  <a:pt x="283192" y="166009"/>
                </a:lnTo>
                <a:lnTo>
                  <a:pt x="292957" y="166009"/>
                </a:lnTo>
                <a:close/>
                <a:moveTo>
                  <a:pt x="292957" y="214835"/>
                </a:moveTo>
                <a:lnTo>
                  <a:pt x="302722" y="214835"/>
                </a:lnTo>
                <a:lnTo>
                  <a:pt x="302722" y="224600"/>
                </a:lnTo>
                <a:lnTo>
                  <a:pt x="292957" y="224600"/>
                </a:lnTo>
                <a:close/>
                <a:moveTo>
                  <a:pt x="283192" y="341783"/>
                </a:moveTo>
                <a:lnTo>
                  <a:pt x="283192" y="332018"/>
                </a:lnTo>
                <a:lnTo>
                  <a:pt x="283192" y="322253"/>
                </a:lnTo>
                <a:lnTo>
                  <a:pt x="292957" y="322253"/>
                </a:lnTo>
                <a:lnTo>
                  <a:pt x="292957" y="312487"/>
                </a:lnTo>
                <a:lnTo>
                  <a:pt x="292957" y="302722"/>
                </a:lnTo>
                <a:lnTo>
                  <a:pt x="302722" y="302722"/>
                </a:lnTo>
                <a:lnTo>
                  <a:pt x="302722" y="292957"/>
                </a:lnTo>
                <a:lnTo>
                  <a:pt x="302722" y="283192"/>
                </a:lnTo>
                <a:lnTo>
                  <a:pt x="312487" y="283192"/>
                </a:lnTo>
                <a:lnTo>
                  <a:pt x="322253" y="283192"/>
                </a:lnTo>
                <a:lnTo>
                  <a:pt x="322253" y="292957"/>
                </a:lnTo>
                <a:lnTo>
                  <a:pt x="322253" y="302722"/>
                </a:lnTo>
                <a:lnTo>
                  <a:pt x="322253" y="312487"/>
                </a:lnTo>
                <a:lnTo>
                  <a:pt x="332018" y="312487"/>
                </a:lnTo>
                <a:lnTo>
                  <a:pt x="332018" y="322253"/>
                </a:lnTo>
                <a:lnTo>
                  <a:pt x="341783" y="322253"/>
                </a:lnTo>
                <a:lnTo>
                  <a:pt x="341783" y="332018"/>
                </a:lnTo>
                <a:lnTo>
                  <a:pt x="351548" y="332018"/>
                </a:lnTo>
                <a:lnTo>
                  <a:pt x="361313" y="332018"/>
                </a:lnTo>
                <a:lnTo>
                  <a:pt x="361313" y="341783"/>
                </a:lnTo>
                <a:lnTo>
                  <a:pt x="361313" y="351548"/>
                </a:lnTo>
                <a:lnTo>
                  <a:pt x="351548" y="351548"/>
                </a:lnTo>
                <a:lnTo>
                  <a:pt x="341783" y="351548"/>
                </a:lnTo>
                <a:lnTo>
                  <a:pt x="341783" y="361313"/>
                </a:lnTo>
                <a:lnTo>
                  <a:pt x="332018" y="361313"/>
                </a:lnTo>
                <a:lnTo>
                  <a:pt x="332018" y="371079"/>
                </a:lnTo>
                <a:lnTo>
                  <a:pt x="332018" y="380844"/>
                </a:lnTo>
                <a:lnTo>
                  <a:pt x="322253" y="380844"/>
                </a:lnTo>
                <a:lnTo>
                  <a:pt x="312487" y="380844"/>
                </a:lnTo>
                <a:lnTo>
                  <a:pt x="302722" y="380844"/>
                </a:lnTo>
                <a:lnTo>
                  <a:pt x="302722" y="371079"/>
                </a:lnTo>
                <a:lnTo>
                  <a:pt x="292957" y="371079"/>
                </a:lnTo>
                <a:lnTo>
                  <a:pt x="292957" y="361313"/>
                </a:lnTo>
                <a:lnTo>
                  <a:pt x="292957" y="351548"/>
                </a:lnTo>
                <a:lnTo>
                  <a:pt x="283192" y="351548"/>
                </a:lnTo>
                <a:lnTo>
                  <a:pt x="283192" y="361313"/>
                </a:lnTo>
                <a:lnTo>
                  <a:pt x="283192" y="371079"/>
                </a:lnTo>
                <a:lnTo>
                  <a:pt x="273426" y="371079"/>
                </a:lnTo>
                <a:lnTo>
                  <a:pt x="273426" y="361313"/>
                </a:lnTo>
                <a:lnTo>
                  <a:pt x="273426" y="351548"/>
                </a:lnTo>
                <a:lnTo>
                  <a:pt x="273426" y="341783"/>
                </a:lnTo>
                <a:close/>
                <a:moveTo>
                  <a:pt x="322253" y="361313"/>
                </a:moveTo>
                <a:lnTo>
                  <a:pt x="332018" y="361313"/>
                </a:lnTo>
                <a:lnTo>
                  <a:pt x="332018" y="351548"/>
                </a:lnTo>
                <a:lnTo>
                  <a:pt x="322253" y="351548"/>
                </a:lnTo>
                <a:close/>
                <a:moveTo>
                  <a:pt x="302722" y="380844"/>
                </a:moveTo>
                <a:lnTo>
                  <a:pt x="302722" y="390609"/>
                </a:lnTo>
                <a:lnTo>
                  <a:pt x="292957" y="390609"/>
                </a:lnTo>
                <a:lnTo>
                  <a:pt x="292957" y="380844"/>
                </a:lnTo>
                <a:close/>
                <a:moveTo>
                  <a:pt x="302722" y="429670"/>
                </a:moveTo>
                <a:lnTo>
                  <a:pt x="302722" y="419905"/>
                </a:lnTo>
                <a:lnTo>
                  <a:pt x="302722" y="410140"/>
                </a:lnTo>
                <a:lnTo>
                  <a:pt x="312487" y="410140"/>
                </a:lnTo>
                <a:lnTo>
                  <a:pt x="312487" y="419905"/>
                </a:lnTo>
                <a:lnTo>
                  <a:pt x="322253" y="419905"/>
                </a:lnTo>
                <a:lnTo>
                  <a:pt x="332018" y="419905"/>
                </a:lnTo>
                <a:lnTo>
                  <a:pt x="332018" y="429670"/>
                </a:lnTo>
                <a:lnTo>
                  <a:pt x="322253" y="429670"/>
                </a:lnTo>
                <a:lnTo>
                  <a:pt x="312487" y="429670"/>
                </a:lnTo>
                <a:lnTo>
                  <a:pt x="312487" y="439435"/>
                </a:lnTo>
                <a:lnTo>
                  <a:pt x="302722" y="439435"/>
                </a:lnTo>
                <a:close/>
                <a:moveTo>
                  <a:pt x="283192" y="439435"/>
                </a:moveTo>
                <a:lnTo>
                  <a:pt x="283192" y="449201"/>
                </a:lnTo>
                <a:lnTo>
                  <a:pt x="273426" y="449201"/>
                </a:lnTo>
                <a:lnTo>
                  <a:pt x="273426" y="439435"/>
                </a:lnTo>
                <a:close/>
                <a:moveTo>
                  <a:pt x="302722" y="556618"/>
                </a:moveTo>
                <a:lnTo>
                  <a:pt x="292957" y="556618"/>
                </a:lnTo>
                <a:lnTo>
                  <a:pt x="292957" y="546853"/>
                </a:lnTo>
                <a:lnTo>
                  <a:pt x="302722" y="546853"/>
                </a:lnTo>
                <a:lnTo>
                  <a:pt x="312487" y="546853"/>
                </a:lnTo>
                <a:lnTo>
                  <a:pt x="312487" y="537088"/>
                </a:lnTo>
                <a:lnTo>
                  <a:pt x="312487" y="527322"/>
                </a:lnTo>
                <a:lnTo>
                  <a:pt x="312487" y="517557"/>
                </a:lnTo>
                <a:lnTo>
                  <a:pt x="322253" y="517557"/>
                </a:lnTo>
                <a:lnTo>
                  <a:pt x="322253" y="507792"/>
                </a:lnTo>
                <a:lnTo>
                  <a:pt x="332018" y="507792"/>
                </a:lnTo>
                <a:lnTo>
                  <a:pt x="341783" y="507792"/>
                </a:lnTo>
                <a:lnTo>
                  <a:pt x="341783" y="517557"/>
                </a:lnTo>
                <a:lnTo>
                  <a:pt x="332018" y="517557"/>
                </a:lnTo>
                <a:lnTo>
                  <a:pt x="332018" y="527322"/>
                </a:lnTo>
                <a:lnTo>
                  <a:pt x="322253" y="527322"/>
                </a:lnTo>
                <a:lnTo>
                  <a:pt x="322253" y="537088"/>
                </a:lnTo>
                <a:lnTo>
                  <a:pt x="322253" y="546853"/>
                </a:lnTo>
                <a:lnTo>
                  <a:pt x="322253" y="556618"/>
                </a:lnTo>
                <a:lnTo>
                  <a:pt x="312487" y="556618"/>
                </a:lnTo>
                <a:close/>
                <a:moveTo>
                  <a:pt x="292957" y="556618"/>
                </a:moveTo>
                <a:lnTo>
                  <a:pt x="292957" y="566383"/>
                </a:lnTo>
                <a:lnTo>
                  <a:pt x="292957" y="576148"/>
                </a:lnTo>
                <a:lnTo>
                  <a:pt x="292957" y="585914"/>
                </a:lnTo>
                <a:lnTo>
                  <a:pt x="283192" y="585914"/>
                </a:lnTo>
                <a:lnTo>
                  <a:pt x="283192" y="576148"/>
                </a:lnTo>
                <a:lnTo>
                  <a:pt x="283192" y="566383"/>
                </a:lnTo>
                <a:lnTo>
                  <a:pt x="283192" y="556618"/>
                </a:lnTo>
                <a:close/>
                <a:moveTo>
                  <a:pt x="322253" y="585914"/>
                </a:moveTo>
                <a:lnTo>
                  <a:pt x="312487" y="585914"/>
                </a:lnTo>
                <a:lnTo>
                  <a:pt x="312487" y="576148"/>
                </a:lnTo>
                <a:lnTo>
                  <a:pt x="322253" y="576148"/>
                </a:lnTo>
                <a:close/>
                <a:moveTo>
                  <a:pt x="312487" y="595679"/>
                </a:moveTo>
                <a:lnTo>
                  <a:pt x="302722" y="595679"/>
                </a:lnTo>
                <a:lnTo>
                  <a:pt x="302722" y="585914"/>
                </a:lnTo>
                <a:lnTo>
                  <a:pt x="312487" y="585914"/>
                </a:lnTo>
                <a:close/>
                <a:moveTo>
                  <a:pt x="273426" y="605444"/>
                </a:moveTo>
                <a:lnTo>
                  <a:pt x="263661" y="605444"/>
                </a:lnTo>
                <a:lnTo>
                  <a:pt x="263661" y="595679"/>
                </a:lnTo>
                <a:lnTo>
                  <a:pt x="273426" y="595679"/>
                </a:lnTo>
                <a:close/>
                <a:moveTo>
                  <a:pt x="283192" y="634740"/>
                </a:moveTo>
                <a:lnTo>
                  <a:pt x="283192" y="644505"/>
                </a:lnTo>
                <a:lnTo>
                  <a:pt x="273426" y="644505"/>
                </a:lnTo>
                <a:lnTo>
                  <a:pt x="273426" y="634740"/>
                </a:lnTo>
                <a:lnTo>
                  <a:pt x="273426" y="624975"/>
                </a:lnTo>
                <a:lnTo>
                  <a:pt x="283192" y="624975"/>
                </a:lnTo>
                <a:close/>
                <a:moveTo>
                  <a:pt x="292957" y="703096"/>
                </a:moveTo>
                <a:lnTo>
                  <a:pt x="283192" y="703096"/>
                </a:lnTo>
                <a:lnTo>
                  <a:pt x="273426" y="703096"/>
                </a:lnTo>
                <a:lnTo>
                  <a:pt x="273426" y="693331"/>
                </a:lnTo>
                <a:lnTo>
                  <a:pt x="283192" y="693331"/>
                </a:lnTo>
                <a:lnTo>
                  <a:pt x="292957" y="693331"/>
                </a:lnTo>
                <a:lnTo>
                  <a:pt x="292957" y="683566"/>
                </a:lnTo>
                <a:lnTo>
                  <a:pt x="292957" y="673801"/>
                </a:lnTo>
                <a:lnTo>
                  <a:pt x="292957" y="664036"/>
                </a:lnTo>
                <a:lnTo>
                  <a:pt x="292957" y="654270"/>
                </a:lnTo>
                <a:lnTo>
                  <a:pt x="302722" y="654270"/>
                </a:lnTo>
                <a:lnTo>
                  <a:pt x="302722" y="664036"/>
                </a:lnTo>
                <a:lnTo>
                  <a:pt x="302722" y="673801"/>
                </a:lnTo>
                <a:lnTo>
                  <a:pt x="302722" y="683566"/>
                </a:lnTo>
                <a:lnTo>
                  <a:pt x="302722" y="693331"/>
                </a:lnTo>
                <a:lnTo>
                  <a:pt x="302722" y="703096"/>
                </a:lnTo>
                <a:close/>
                <a:moveTo>
                  <a:pt x="283192" y="761688"/>
                </a:moveTo>
                <a:lnTo>
                  <a:pt x="283192" y="771453"/>
                </a:lnTo>
                <a:lnTo>
                  <a:pt x="273426" y="771453"/>
                </a:lnTo>
                <a:lnTo>
                  <a:pt x="273426" y="761688"/>
                </a:lnTo>
                <a:close/>
                <a:moveTo>
                  <a:pt x="302722" y="790984"/>
                </a:moveTo>
                <a:lnTo>
                  <a:pt x="292957" y="790984"/>
                </a:lnTo>
                <a:lnTo>
                  <a:pt x="292957" y="781218"/>
                </a:lnTo>
                <a:lnTo>
                  <a:pt x="292957" y="771453"/>
                </a:lnTo>
                <a:lnTo>
                  <a:pt x="302722" y="771453"/>
                </a:lnTo>
                <a:lnTo>
                  <a:pt x="302722" y="781218"/>
                </a:lnTo>
                <a:close/>
                <a:moveTo>
                  <a:pt x="292957" y="986288"/>
                </a:moveTo>
                <a:lnTo>
                  <a:pt x="292957" y="996053"/>
                </a:lnTo>
                <a:lnTo>
                  <a:pt x="283192" y="996053"/>
                </a:lnTo>
                <a:lnTo>
                  <a:pt x="283192" y="986288"/>
                </a:lnTo>
                <a:close/>
                <a:moveTo>
                  <a:pt x="312487" y="1015584"/>
                </a:moveTo>
                <a:lnTo>
                  <a:pt x="302722" y="1015584"/>
                </a:lnTo>
                <a:lnTo>
                  <a:pt x="302722" y="1005819"/>
                </a:lnTo>
                <a:lnTo>
                  <a:pt x="312487" y="1005819"/>
                </a:lnTo>
                <a:close/>
                <a:moveTo>
                  <a:pt x="283192" y="1025349"/>
                </a:moveTo>
                <a:lnTo>
                  <a:pt x="292957" y="1025349"/>
                </a:lnTo>
                <a:lnTo>
                  <a:pt x="302722" y="1025349"/>
                </a:lnTo>
                <a:lnTo>
                  <a:pt x="302722" y="1035114"/>
                </a:lnTo>
                <a:lnTo>
                  <a:pt x="302722" y="1044879"/>
                </a:lnTo>
                <a:lnTo>
                  <a:pt x="292957" y="1044879"/>
                </a:lnTo>
                <a:lnTo>
                  <a:pt x="292957" y="1035114"/>
                </a:lnTo>
                <a:lnTo>
                  <a:pt x="283192" y="1035114"/>
                </a:lnTo>
                <a:close/>
                <a:moveTo>
                  <a:pt x="283192" y="1074175"/>
                </a:moveTo>
                <a:lnTo>
                  <a:pt x="283192" y="1083940"/>
                </a:lnTo>
                <a:lnTo>
                  <a:pt x="273426" y="1083940"/>
                </a:lnTo>
                <a:lnTo>
                  <a:pt x="273426" y="1074175"/>
                </a:lnTo>
                <a:lnTo>
                  <a:pt x="263661" y="1074175"/>
                </a:lnTo>
                <a:lnTo>
                  <a:pt x="263661" y="1064410"/>
                </a:lnTo>
                <a:lnTo>
                  <a:pt x="273426" y="1064410"/>
                </a:lnTo>
                <a:lnTo>
                  <a:pt x="273426" y="1054645"/>
                </a:lnTo>
                <a:lnTo>
                  <a:pt x="283192" y="1054645"/>
                </a:lnTo>
                <a:lnTo>
                  <a:pt x="283192" y="1064410"/>
                </a:lnTo>
                <a:close/>
                <a:moveTo>
                  <a:pt x="292957" y="1064410"/>
                </a:moveTo>
                <a:lnTo>
                  <a:pt x="292957" y="1054645"/>
                </a:lnTo>
                <a:lnTo>
                  <a:pt x="302722" y="1054645"/>
                </a:lnTo>
                <a:lnTo>
                  <a:pt x="302722" y="1064410"/>
                </a:lnTo>
                <a:lnTo>
                  <a:pt x="302722" y="1074175"/>
                </a:lnTo>
                <a:lnTo>
                  <a:pt x="292957" y="1074175"/>
                </a:lnTo>
                <a:close/>
                <a:moveTo>
                  <a:pt x="292957" y="1142532"/>
                </a:moveTo>
                <a:lnTo>
                  <a:pt x="283192" y="1142532"/>
                </a:lnTo>
                <a:lnTo>
                  <a:pt x="283192" y="1152297"/>
                </a:lnTo>
                <a:lnTo>
                  <a:pt x="273426" y="1152297"/>
                </a:lnTo>
                <a:lnTo>
                  <a:pt x="273426" y="1142532"/>
                </a:lnTo>
                <a:lnTo>
                  <a:pt x="273426" y="1132767"/>
                </a:lnTo>
                <a:lnTo>
                  <a:pt x="283192" y="1132767"/>
                </a:lnTo>
                <a:lnTo>
                  <a:pt x="292957" y="1132767"/>
                </a:lnTo>
                <a:close/>
                <a:moveTo>
                  <a:pt x="312487" y="1171827"/>
                </a:moveTo>
                <a:lnTo>
                  <a:pt x="312487" y="1181593"/>
                </a:lnTo>
                <a:lnTo>
                  <a:pt x="302722" y="1181593"/>
                </a:lnTo>
                <a:lnTo>
                  <a:pt x="302722" y="1171827"/>
                </a:lnTo>
                <a:lnTo>
                  <a:pt x="302722" y="1162062"/>
                </a:lnTo>
                <a:lnTo>
                  <a:pt x="312487" y="1162062"/>
                </a:lnTo>
                <a:close/>
                <a:moveTo>
                  <a:pt x="273426" y="1259714"/>
                </a:moveTo>
                <a:lnTo>
                  <a:pt x="273426" y="1269480"/>
                </a:lnTo>
                <a:lnTo>
                  <a:pt x="263661" y="1269480"/>
                </a:lnTo>
                <a:lnTo>
                  <a:pt x="263661" y="1259714"/>
                </a:lnTo>
                <a:close/>
                <a:moveTo>
                  <a:pt x="273426" y="1279245"/>
                </a:moveTo>
                <a:lnTo>
                  <a:pt x="283192" y="1279245"/>
                </a:lnTo>
                <a:lnTo>
                  <a:pt x="292957" y="1279245"/>
                </a:lnTo>
                <a:lnTo>
                  <a:pt x="302722" y="1279245"/>
                </a:lnTo>
                <a:lnTo>
                  <a:pt x="302722" y="1289010"/>
                </a:lnTo>
                <a:lnTo>
                  <a:pt x="292957" y="1289010"/>
                </a:lnTo>
                <a:lnTo>
                  <a:pt x="283192" y="1289010"/>
                </a:lnTo>
                <a:lnTo>
                  <a:pt x="273426" y="1289010"/>
                </a:lnTo>
                <a:close/>
                <a:moveTo>
                  <a:pt x="302722" y="1308541"/>
                </a:moveTo>
                <a:lnTo>
                  <a:pt x="302722" y="1298775"/>
                </a:lnTo>
                <a:lnTo>
                  <a:pt x="302722" y="1289010"/>
                </a:lnTo>
                <a:lnTo>
                  <a:pt x="312487" y="1289010"/>
                </a:lnTo>
                <a:lnTo>
                  <a:pt x="312487" y="1298775"/>
                </a:lnTo>
                <a:lnTo>
                  <a:pt x="312487" y="1308541"/>
                </a:lnTo>
                <a:close/>
                <a:moveTo>
                  <a:pt x="302722" y="1396428"/>
                </a:moveTo>
                <a:lnTo>
                  <a:pt x="292957" y="1396428"/>
                </a:lnTo>
                <a:lnTo>
                  <a:pt x="283192" y="1396428"/>
                </a:lnTo>
                <a:lnTo>
                  <a:pt x="273426" y="1396428"/>
                </a:lnTo>
                <a:lnTo>
                  <a:pt x="263661" y="1396428"/>
                </a:lnTo>
                <a:lnTo>
                  <a:pt x="263661" y="1386662"/>
                </a:lnTo>
                <a:lnTo>
                  <a:pt x="273426" y="1386662"/>
                </a:lnTo>
                <a:lnTo>
                  <a:pt x="283192" y="1386662"/>
                </a:lnTo>
                <a:lnTo>
                  <a:pt x="292957" y="1386662"/>
                </a:lnTo>
                <a:lnTo>
                  <a:pt x="302722" y="1386662"/>
                </a:lnTo>
                <a:lnTo>
                  <a:pt x="312487" y="1386662"/>
                </a:lnTo>
                <a:lnTo>
                  <a:pt x="322253" y="1386662"/>
                </a:lnTo>
                <a:lnTo>
                  <a:pt x="332018" y="1386662"/>
                </a:lnTo>
                <a:lnTo>
                  <a:pt x="341783" y="1386662"/>
                </a:lnTo>
                <a:lnTo>
                  <a:pt x="341783" y="1396428"/>
                </a:lnTo>
                <a:lnTo>
                  <a:pt x="332018" y="1396428"/>
                </a:lnTo>
                <a:lnTo>
                  <a:pt x="322253" y="1396428"/>
                </a:lnTo>
                <a:lnTo>
                  <a:pt x="312487" y="1396428"/>
                </a:lnTo>
                <a:close/>
                <a:moveTo>
                  <a:pt x="332018" y="19530"/>
                </a:moveTo>
                <a:lnTo>
                  <a:pt x="332018" y="29296"/>
                </a:lnTo>
                <a:lnTo>
                  <a:pt x="322253" y="29296"/>
                </a:lnTo>
                <a:lnTo>
                  <a:pt x="322253" y="19530"/>
                </a:lnTo>
                <a:close/>
                <a:moveTo>
                  <a:pt x="322253" y="39061"/>
                </a:moveTo>
                <a:lnTo>
                  <a:pt x="312487" y="39061"/>
                </a:lnTo>
                <a:lnTo>
                  <a:pt x="312487" y="29296"/>
                </a:lnTo>
                <a:lnTo>
                  <a:pt x="322253" y="29296"/>
                </a:lnTo>
                <a:close/>
                <a:moveTo>
                  <a:pt x="322253" y="126948"/>
                </a:moveTo>
                <a:lnTo>
                  <a:pt x="322253" y="136713"/>
                </a:lnTo>
                <a:lnTo>
                  <a:pt x="312487" y="136713"/>
                </a:lnTo>
                <a:lnTo>
                  <a:pt x="312487" y="126948"/>
                </a:lnTo>
                <a:close/>
                <a:moveTo>
                  <a:pt x="341783" y="302722"/>
                </a:moveTo>
                <a:lnTo>
                  <a:pt x="341783" y="292957"/>
                </a:lnTo>
                <a:lnTo>
                  <a:pt x="351548" y="292957"/>
                </a:lnTo>
                <a:lnTo>
                  <a:pt x="351548" y="283192"/>
                </a:lnTo>
                <a:lnTo>
                  <a:pt x="361313" y="283192"/>
                </a:lnTo>
                <a:lnTo>
                  <a:pt x="361313" y="273426"/>
                </a:lnTo>
                <a:lnTo>
                  <a:pt x="361313" y="263661"/>
                </a:lnTo>
                <a:lnTo>
                  <a:pt x="351548" y="263661"/>
                </a:lnTo>
                <a:lnTo>
                  <a:pt x="351548" y="253896"/>
                </a:lnTo>
                <a:lnTo>
                  <a:pt x="351548" y="244131"/>
                </a:lnTo>
                <a:lnTo>
                  <a:pt x="361313" y="244131"/>
                </a:lnTo>
                <a:lnTo>
                  <a:pt x="361313" y="234365"/>
                </a:lnTo>
                <a:lnTo>
                  <a:pt x="371079" y="234365"/>
                </a:lnTo>
                <a:lnTo>
                  <a:pt x="380844" y="234365"/>
                </a:lnTo>
                <a:lnTo>
                  <a:pt x="380844" y="244131"/>
                </a:lnTo>
                <a:lnTo>
                  <a:pt x="380844" y="253896"/>
                </a:lnTo>
                <a:lnTo>
                  <a:pt x="390609" y="253896"/>
                </a:lnTo>
                <a:lnTo>
                  <a:pt x="390609" y="263661"/>
                </a:lnTo>
                <a:lnTo>
                  <a:pt x="400374" y="263661"/>
                </a:lnTo>
                <a:lnTo>
                  <a:pt x="410140" y="263661"/>
                </a:lnTo>
                <a:lnTo>
                  <a:pt x="419905" y="263661"/>
                </a:lnTo>
                <a:lnTo>
                  <a:pt x="429670" y="263661"/>
                </a:lnTo>
                <a:lnTo>
                  <a:pt x="429670" y="273426"/>
                </a:lnTo>
                <a:lnTo>
                  <a:pt x="429670" y="283192"/>
                </a:lnTo>
                <a:lnTo>
                  <a:pt x="419905" y="283192"/>
                </a:lnTo>
                <a:lnTo>
                  <a:pt x="410140" y="283192"/>
                </a:lnTo>
                <a:lnTo>
                  <a:pt x="400374" y="283192"/>
                </a:lnTo>
                <a:lnTo>
                  <a:pt x="400374" y="292957"/>
                </a:lnTo>
                <a:lnTo>
                  <a:pt x="400374" y="302722"/>
                </a:lnTo>
                <a:lnTo>
                  <a:pt x="410140" y="302722"/>
                </a:lnTo>
                <a:lnTo>
                  <a:pt x="410140" y="312487"/>
                </a:lnTo>
                <a:lnTo>
                  <a:pt x="419905" y="312487"/>
                </a:lnTo>
                <a:lnTo>
                  <a:pt x="419905" y="322253"/>
                </a:lnTo>
                <a:lnTo>
                  <a:pt x="429670" y="322253"/>
                </a:lnTo>
                <a:lnTo>
                  <a:pt x="429670" y="332018"/>
                </a:lnTo>
                <a:lnTo>
                  <a:pt x="439435" y="332018"/>
                </a:lnTo>
                <a:lnTo>
                  <a:pt x="439435" y="341783"/>
                </a:lnTo>
                <a:lnTo>
                  <a:pt x="429670" y="341783"/>
                </a:lnTo>
                <a:lnTo>
                  <a:pt x="419905" y="341783"/>
                </a:lnTo>
                <a:lnTo>
                  <a:pt x="410140" y="341783"/>
                </a:lnTo>
                <a:lnTo>
                  <a:pt x="410140" y="351548"/>
                </a:lnTo>
                <a:lnTo>
                  <a:pt x="400374" y="351548"/>
                </a:lnTo>
                <a:lnTo>
                  <a:pt x="390609" y="351548"/>
                </a:lnTo>
                <a:lnTo>
                  <a:pt x="390609" y="341783"/>
                </a:lnTo>
                <a:lnTo>
                  <a:pt x="390609" y="332018"/>
                </a:lnTo>
                <a:lnTo>
                  <a:pt x="380844" y="332018"/>
                </a:lnTo>
                <a:lnTo>
                  <a:pt x="371079" y="332018"/>
                </a:lnTo>
                <a:lnTo>
                  <a:pt x="361313" y="332018"/>
                </a:lnTo>
                <a:lnTo>
                  <a:pt x="361313" y="322253"/>
                </a:lnTo>
                <a:lnTo>
                  <a:pt x="351548" y="322253"/>
                </a:lnTo>
                <a:lnTo>
                  <a:pt x="351548" y="312487"/>
                </a:lnTo>
                <a:lnTo>
                  <a:pt x="341783" y="312487"/>
                </a:lnTo>
                <a:lnTo>
                  <a:pt x="332018" y="312487"/>
                </a:lnTo>
                <a:lnTo>
                  <a:pt x="332018" y="302722"/>
                </a:lnTo>
                <a:close/>
                <a:moveTo>
                  <a:pt x="371079" y="283192"/>
                </a:moveTo>
                <a:lnTo>
                  <a:pt x="361313" y="283192"/>
                </a:lnTo>
                <a:lnTo>
                  <a:pt x="361313" y="292957"/>
                </a:lnTo>
                <a:lnTo>
                  <a:pt x="361313" y="302722"/>
                </a:lnTo>
                <a:lnTo>
                  <a:pt x="361313" y="312487"/>
                </a:lnTo>
                <a:lnTo>
                  <a:pt x="371079" y="312487"/>
                </a:lnTo>
                <a:lnTo>
                  <a:pt x="380844" y="312487"/>
                </a:lnTo>
                <a:lnTo>
                  <a:pt x="380844" y="302722"/>
                </a:lnTo>
                <a:lnTo>
                  <a:pt x="390609" y="302722"/>
                </a:lnTo>
                <a:lnTo>
                  <a:pt x="390609" y="292957"/>
                </a:lnTo>
                <a:lnTo>
                  <a:pt x="390609" y="283192"/>
                </a:lnTo>
                <a:lnTo>
                  <a:pt x="380844" y="283192"/>
                </a:lnTo>
                <a:close/>
                <a:moveTo>
                  <a:pt x="341783" y="380844"/>
                </a:moveTo>
                <a:lnTo>
                  <a:pt x="341783" y="390609"/>
                </a:lnTo>
                <a:lnTo>
                  <a:pt x="332018" y="390609"/>
                </a:lnTo>
                <a:lnTo>
                  <a:pt x="332018" y="380844"/>
                </a:lnTo>
                <a:close/>
                <a:moveTo>
                  <a:pt x="351548" y="410140"/>
                </a:moveTo>
                <a:lnTo>
                  <a:pt x="341783" y="410140"/>
                </a:lnTo>
                <a:lnTo>
                  <a:pt x="341783" y="400374"/>
                </a:lnTo>
                <a:lnTo>
                  <a:pt x="341783" y="390609"/>
                </a:lnTo>
                <a:lnTo>
                  <a:pt x="351548" y="390609"/>
                </a:lnTo>
                <a:lnTo>
                  <a:pt x="361313" y="390609"/>
                </a:lnTo>
                <a:lnTo>
                  <a:pt x="371079" y="390609"/>
                </a:lnTo>
                <a:lnTo>
                  <a:pt x="380844" y="390609"/>
                </a:lnTo>
                <a:lnTo>
                  <a:pt x="380844" y="400374"/>
                </a:lnTo>
                <a:lnTo>
                  <a:pt x="380844" y="410140"/>
                </a:lnTo>
                <a:lnTo>
                  <a:pt x="371079" y="410140"/>
                </a:lnTo>
                <a:lnTo>
                  <a:pt x="361313" y="410140"/>
                </a:lnTo>
                <a:lnTo>
                  <a:pt x="361313" y="419905"/>
                </a:lnTo>
                <a:lnTo>
                  <a:pt x="371079" y="419905"/>
                </a:lnTo>
                <a:lnTo>
                  <a:pt x="371079" y="429670"/>
                </a:lnTo>
                <a:lnTo>
                  <a:pt x="371079" y="439435"/>
                </a:lnTo>
                <a:lnTo>
                  <a:pt x="361313" y="439435"/>
                </a:lnTo>
                <a:lnTo>
                  <a:pt x="361313" y="449201"/>
                </a:lnTo>
                <a:lnTo>
                  <a:pt x="351548" y="449201"/>
                </a:lnTo>
                <a:lnTo>
                  <a:pt x="351548" y="439435"/>
                </a:lnTo>
                <a:lnTo>
                  <a:pt x="351548" y="429670"/>
                </a:lnTo>
                <a:lnTo>
                  <a:pt x="341783" y="429670"/>
                </a:lnTo>
                <a:lnTo>
                  <a:pt x="341783" y="419905"/>
                </a:lnTo>
                <a:lnTo>
                  <a:pt x="351548" y="419905"/>
                </a:lnTo>
                <a:close/>
                <a:moveTo>
                  <a:pt x="341783" y="410140"/>
                </a:moveTo>
                <a:lnTo>
                  <a:pt x="341783" y="419905"/>
                </a:lnTo>
                <a:lnTo>
                  <a:pt x="332018" y="419905"/>
                </a:lnTo>
                <a:lnTo>
                  <a:pt x="332018" y="410140"/>
                </a:lnTo>
                <a:close/>
                <a:moveTo>
                  <a:pt x="341783" y="439435"/>
                </a:moveTo>
                <a:lnTo>
                  <a:pt x="332018" y="439435"/>
                </a:lnTo>
                <a:lnTo>
                  <a:pt x="332018" y="429670"/>
                </a:lnTo>
                <a:lnTo>
                  <a:pt x="341783" y="429670"/>
                </a:lnTo>
                <a:close/>
                <a:moveTo>
                  <a:pt x="332018" y="468731"/>
                </a:moveTo>
                <a:lnTo>
                  <a:pt x="332018" y="478496"/>
                </a:lnTo>
                <a:lnTo>
                  <a:pt x="322253" y="478496"/>
                </a:lnTo>
                <a:lnTo>
                  <a:pt x="322253" y="468731"/>
                </a:lnTo>
                <a:close/>
                <a:moveTo>
                  <a:pt x="322253" y="488261"/>
                </a:moveTo>
                <a:lnTo>
                  <a:pt x="322253" y="498027"/>
                </a:lnTo>
                <a:lnTo>
                  <a:pt x="312487" y="498027"/>
                </a:lnTo>
                <a:lnTo>
                  <a:pt x="312487" y="488261"/>
                </a:lnTo>
                <a:close/>
                <a:moveTo>
                  <a:pt x="341783" y="537088"/>
                </a:moveTo>
                <a:lnTo>
                  <a:pt x="332018" y="537088"/>
                </a:lnTo>
                <a:lnTo>
                  <a:pt x="332018" y="527322"/>
                </a:lnTo>
                <a:lnTo>
                  <a:pt x="341783" y="527322"/>
                </a:lnTo>
                <a:close/>
                <a:moveTo>
                  <a:pt x="361313" y="546853"/>
                </a:moveTo>
                <a:lnTo>
                  <a:pt x="361313" y="556618"/>
                </a:lnTo>
                <a:lnTo>
                  <a:pt x="351548" y="556618"/>
                </a:lnTo>
                <a:lnTo>
                  <a:pt x="341783" y="556618"/>
                </a:lnTo>
                <a:lnTo>
                  <a:pt x="341783" y="546853"/>
                </a:lnTo>
                <a:lnTo>
                  <a:pt x="351548" y="546853"/>
                </a:lnTo>
                <a:lnTo>
                  <a:pt x="351548" y="537088"/>
                </a:lnTo>
                <a:lnTo>
                  <a:pt x="361313" y="537088"/>
                </a:lnTo>
                <a:lnTo>
                  <a:pt x="371079" y="537088"/>
                </a:lnTo>
                <a:lnTo>
                  <a:pt x="371079" y="546853"/>
                </a:lnTo>
                <a:close/>
                <a:moveTo>
                  <a:pt x="341783" y="566383"/>
                </a:moveTo>
                <a:lnTo>
                  <a:pt x="332018" y="566383"/>
                </a:lnTo>
                <a:lnTo>
                  <a:pt x="332018" y="556618"/>
                </a:lnTo>
                <a:lnTo>
                  <a:pt x="341783" y="556618"/>
                </a:lnTo>
                <a:close/>
                <a:moveTo>
                  <a:pt x="341783" y="585914"/>
                </a:moveTo>
                <a:lnTo>
                  <a:pt x="341783" y="576148"/>
                </a:lnTo>
                <a:lnTo>
                  <a:pt x="351548" y="576148"/>
                </a:lnTo>
                <a:lnTo>
                  <a:pt x="351548" y="585914"/>
                </a:lnTo>
                <a:close/>
                <a:moveTo>
                  <a:pt x="371079" y="595679"/>
                </a:moveTo>
                <a:lnTo>
                  <a:pt x="361313" y="595679"/>
                </a:lnTo>
                <a:lnTo>
                  <a:pt x="351548" y="595679"/>
                </a:lnTo>
                <a:lnTo>
                  <a:pt x="351548" y="585914"/>
                </a:lnTo>
                <a:lnTo>
                  <a:pt x="361313" y="585914"/>
                </a:lnTo>
                <a:lnTo>
                  <a:pt x="371079" y="585914"/>
                </a:lnTo>
                <a:lnTo>
                  <a:pt x="371079" y="576148"/>
                </a:lnTo>
                <a:lnTo>
                  <a:pt x="361313" y="576148"/>
                </a:lnTo>
                <a:lnTo>
                  <a:pt x="361313" y="566383"/>
                </a:lnTo>
                <a:lnTo>
                  <a:pt x="371079" y="566383"/>
                </a:lnTo>
                <a:lnTo>
                  <a:pt x="380844" y="566383"/>
                </a:lnTo>
                <a:lnTo>
                  <a:pt x="390609" y="566383"/>
                </a:lnTo>
                <a:lnTo>
                  <a:pt x="400374" y="566383"/>
                </a:lnTo>
                <a:lnTo>
                  <a:pt x="410140" y="566383"/>
                </a:lnTo>
                <a:lnTo>
                  <a:pt x="410140" y="576148"/>
                </a:lnTo>
                <a:lnTo>
                  <a:pt x="400374" y="576148"/>
                </a:lnTo>
                <a:lnTo>
                  <a:pt x="390609" y="576148"/>
                </a:lnTo>
                <a:lnTo>
                  <a:pt x="380844" y="576148"/>
                </a:lnTo>
                <a:lnTo>
                  <a:pt x="380844" y="585914"/>
                </a:lnTo>
                <a:lnTo>
                  <a:pt x="390609" y="585914"/>
                </a:lnTo>
                <a:lnTo>
                  <a:pt x="390609" y="595679"/>
                </a:lnTo>
                <a:lnTo>
                  <a:pt x="400374" y="595679"/>
                </a:lnTo>
                <a:lnTo>
                  <a:pt x="400374" y="605444"/>
                </a:lnTo>
                <a:lnTo>
                  <a:pt x="390609" y="605444"/>
                </a:lnTo>
                <a:lnTo>
                  <a:pt x="380844" y="605444"/>
                </a:lnTo>
                <a:lnTo>
                  <a:pt x="371079" y="605444"/>
                </a:lnTo>
                <a:close/>
                <a:moveTo>
                  <a:pt x="341783" y="585914"/>
                </a:moveTo>
                <a:lnTo>
                  <a:pt x="341783" y="595679"/>
                </a:lnTo>
                <a:lnTo>
                  <a:pt x="332018" y="595679"/>
                </a:lnTo>
                <a:lnTo>
                  <a:pt x="332018" y="585914"/>
                </a:lnTo>
                <a:close/>
                <a:moveTo>
                  <a:pt x="332018" y="634740"/>
                </a:moveTo>
                <a:lnTo>
                  <a:pt x="332018" y="624975"/>
                </a:lnTo>
                <a:lnTo>
                  <a:pt x="341783" y="624975"/>
                </a:lnTo>
                <a:lnTo>
                  <a:pt x="351548" y="624975"/>
                </a:lnTo>
                <a:lnTo>
                  <a:pt x="351548" y="634740"/>
                </a:lnTo>
                <a:lnTo>
                  <a:pt x="341783" y="634740"/>
                </a:lnTo>
                <a:close/>
                <a:moveTo>
                  <a:pt x="351548" y="664036"/>
                </a:moveTo>
                <a:lnTo>
                  <a:pt x="351548" y="673801"/>
                </a:lnTo>
                <a:lnTo>
                  <a:pt x="341783" y="673801"/>
                </a:lnTo>
                <a:lnTo>
                  <a:pt x="341783" y="664036"/>
                </a:lnTo>
                <a:close/>
                <a:moveTo>
                  <a:pt x="341783" y="683566"/>
                </a:moveTo>
                <a:lnTo>
                  <a:pt x="332018" y="683566"/>
                </a:lnTo>
                <a:lnTo>
                  <a:pt x="332018" y="673801"/>
                </a:lnTo>
                <a:lnTo>
                  <a:pt x="341783" y="673801"/>
                </a:lnTo>
                <a:close/>
                <a:moveTo>
                  <a:pt x="332018" y="830044"/>
                </a:moveTo>
                <a:lnTo>
                  <a:pt x="322253" y="830044"/>
                </a:lnTo>
                <a:lnTo>
                  <a:pt x="322253" y="820279"/>
                </a:lnTo>
                <a:lnTo>
                  <a:pt x="332018" y="820279"/>
                </a:lnTo>
                <a:lnTo>
                  <a:pt x="332018" y="810514"/>
                </a:lnTo>
                <a:lnTo>
                  <a:pt x="341783" y="810514"/>
                </a:lnTo>
                <a:lnTo>
                  <a:pt x="341783" y="820279"/>
                </a:lnTo>
                <a:lnTo>
                  <a:pt x="341783" y="830044"/>
                </a:lnTo>
                <a:lnTo>
                  <a:pt x="341783" y="839810"/>
                </a:lnTo>
                <a:lnTo>
                  <a:pt x="341783" y="849575"/>
                </a:lnTo>
                <a:lnTo>
                  <a:pt x="332018" y="849575"/>
                </a:lnTo>
                <a:lnTo>
                  <a:pt x="332018" y="839810"/>
                </a:lnTo>
                <a:close/>
                <a:moveTo>
                  <a:pt x="341783" y="1044879"/>
                </a:moveTo>
                <a:lnTo>
                  <a:pt x="341783" y="1054645"/>
                </a:lnTo>
                <a:lnTo>
                  <a:pt x="332018" y="1054645"/>
                </a:lnTo>
                <a:lnTo>
                  <a:pt x="332018" y="1044879"/>
                </a:lnTo>
                <a:close/>
                <a:moveTo>
                  <a:pt x="332018" y="1093706"/>
                </a:moveTo>
                <a:lnTo>
                  <a:pt x="332018" y="1083940"/>
                </a:lnTo>
                <a:lnTo>
                  <a:pt x="341783" y="1083940"/>
                </a:lnTo>
                <a:lnTo>
                  <a:pt x="351548" y="1083940"/>
                </a:lnTo>
                <a:lnTo>
                  <a:pt x="351548" y="1093706"/>
                </a:lnTo>
                <a:lnTo>
                  <a:pt x="341783" y="1093706"/>
                </a:lnTo>
                <a:close/>
                <a:moveTo>
                  <a:pt x="332018" y="1103471"/>
                </a:moveTo>
                <a:lnTo>
                  <a:pt x="332018" y="1113236"/>
                </a:lnTo>
                <a:lnTo>
                  <a:pt x="322253" y="1113236"/>
                </a:lnTo>
                <a:lnTo>
                  <a:pt x="322253" y="1103471"/>
                </a:lnTo>
                <a:lnTo>
                  <a:pt x="322253" y="1093706"/>
                </a:lnTo>
                <a:lnTo>
                  <a:pt x="332018" y="1093706"/>
                </a:lnTo>
                <a:close/>
                <a:moveTo>
                  <a:pt x="322253" y="1123001"/>
                </a:moveTo>
                <a:lnTo>
                  <a:pt x="332018" y="1123001"/>
                </a:lnTo>
                <a:lnTo>
                  <a:pt x="332018" y="1132767"/>
                </a:lnTo>
                <a:lnTo>
                  <a:pt x="322253" y="1132767"/>
                </a:lnTo>
                <a:close/>
                <a:moveTo>
                  <a:pt x="322253" y="1132767"/>
                </a:moveTo>
                <a:lnTo>
                  <a:pt x="322253" y="1142532"/>
                </a:lnTo>
                <a:lnTo>
                  <a:pt x="312487" y="1142532"/>
                </a:lnTo>
                <a:lnTo>
                  <a:pt x="312487" y="1132767"/>
                </a:lnTo>
                <a:close/>
                <a:moveTo>
                  <a:pt x="322253" y="1191358"/>
                </a:moveTo>
                <a:lnTo>
                  <a:pt x="322253" y="1201123"/>
                </a:lnTo>
                <a:lnTo>
                  <a:pt x="312487" y="1201123"/>
                </a:lnTo>
                <a:lnTo>
                  <a:pt x="312487" y="1191358"/>
                </a:lnTo>
                <a:close/>
                <a:moveTo>
                  <a:pt x="312487" y="1220654"/>
                </a:moveTo>
                <a:lnTo>
                  <a:pt x="312487" y="1210888"/>
                </a:lnTo>
                <a:lnTo>
                  <a:pt x="322253" y="1210888"/>
                </a:lnTo>
                <a:lnTo>
                  <a:pt x="332018" y="1210888"/>
                </a:lnTo>
                <a:lnTo>
                  <a:pt x="332018" y="1220654"/>
                </a:lnTo>
                <a:lnTo>
                  <a:pt x="322253" y="1220654"/>
                </a:lnTo>
                <a:close/>
                <a:moveTo>
                  <a:pt x="341783" y="1240184"/>
                </a:moveTo>
                <a:lnTo>
                  <a:pt x="341783" y="1249949"/>
                </a:lnTo>
                <a:lnTo>
                  <a:pt x="332018" y="1249949"/>
                </a:lnTo>
                <a:lnTo>
                  <a:pt x="332018" y="1240184"/>
                </a:lnTo>
                <a:close/>
                <a:moveTo>
                  <a:pt x="351548" y="1259714"/>
                </a:moveTo>
                <a:lnTo>
                  <a:pt x="341783" y="1259714"/>
                </a:lnTo>
                <a:lnTo>
                  <a:pt x="341783" y="1249949"/>
                </a:lnTo>
                <a:lnTo>
                  <a:pt x="351548" y="1249949"/>
                </a:lnTo>
                <a:close/>
                <a:moveTo>
                  <a:pt x="341783" y="1318306"/>
                </a:moveTo>
                <a:lnTo>
                  <a:pt x="332018" y="1318306"/>
                </a:lnTo>
                <a:lnTo>
                  <a:pt x="332018" y="1308541"/>
                </a:lnTo>
                <a:lnTo>
                  <a:pt x="341783" y="1308541"/>
                </a:lnTo>
                <a:close/>
                <a:moveTo>
                  <a:pt x="341783" y="1318306"/>
                </a:moveTo>
                <a:lnTo>
                  <a:pt x="351548" y="1318306"/>
                </a:lnTo>
                <a:lnTo>
                  <a:pt x="351548" y="1328071"/>
                </a:lnTo>
                <a:lnTo>
                  <a:pt x="341783" y="1328071"/>
                </a:lnTo>
                <a:close/>
                <a:moveTo>
                  <a:pt x="322253" y="1376897"/>
                </a:moveTo>
                <a:lnTo>
                  <a:pt x="312487" y="1376897"/>
                </a:lnTo>
                <a:lnTo>
                  <a:pt x="312487" y="1367132"/>
                </a:lnTo>
                <a:lnTo>
                  <a:pt x="322253" y="1367132"/>
                </a:lnTo>
                <a:close/>
                <a:moveTo>
                  <a:pt x="351548" y="1386662"/>
                </a:moveTo>
                <a:lnTo>
                  <a:pt x="341783" y="1386662"/>
                </a:lnTo>
                <a:lnTo>
                  <a:pt x="341783" y="1376897"/>
                </a:lnTo>
                <a:lnTo>
                  <a:pt x="351548" y="1376897"/>
                </a:lnTo>
                <a:lnTo>
                  <a:pt x="361313" y="1376897"/>
                </a:lnTo>
                <a:lnTo>
                  <a:pt x="371079" y="1376897"/>
                </a:lnTo>
                <a:lnTo>
                  <a:pt x="371079" y="1386662"/>
                </a:lnTo>
                <a:lnTo>
                  <a:pt x="361313" y="1386662"/>
                </a:lnTo>
                <a:close/>
                <a:moveTo>
                  <a:pt x="380844" y="19530"/>
                </a:moveTo>
                <a:lnTo>
                  <a:pt x="371079" y="19530"/>
                </a:lnTo>
                <a:lnTo>
                  <a:pt x="371079" y="9765"/>
                </a:lnTo>
                <a:lnTo>
                  <a:pt x="380844" y="9765"/>
                </a:lnTo>
                <a:close/>
                <a:moveTo>
                  <a:pt x="380844" y="224600"/>
                </a:moveTo>
                <a:lnTo>
                  <a:pt x="371079" y="224600"/>
                </a:lnTo>
                <a:lnTo>
                  <a:pt x="371079" y="214835"/>
                </a:lnTo>
                <a:lnTo>
                  <a:pt x="380844" y="214835"/>
                </a:lnTo>
                <a:close/>
                <a:moveTo>
                  <a:pt x="390609" y="361313"/>
                </a:moveTo>
                <a:lnTo>
                  <a:pt x="380844" y="361313"/>
                </a:lnTo>
                <a:lnTo>
                  <a:pt x="380844" y="351548"/>
                </a:lnTo>
                <a:lnTo>
                  <a:pt x="390609" y="351548"/>
                </a:lnTo>
                <a:close/>
                <a:moveTo>
                  <a:pt x="390609" y="380844"/>
                </a:moveTo>
                <a:lnTo>
                  <a:pt x="390609" y="390609"/>
                </a:lnTo>
                <a:lnTo>
                  <a:pt x="380844" y="390609"/>
                </a:lnTo>
                <a:lnTo>
                  <a:pt x="380844" y="380844"/>
                </a:lnTo>
                <a:close/>
                <a:moveTo>
                  <a:pt x="380844" y="439435"/>
                </a:moveTo>
                <a:lnTo>
                  <a:pt x="380844" y="449201"/>
                </a:lnTo>
                <a:lnTo>
                  <a:pt x="371079" y="449201"/>
                </a:lnTo>
                <a:lnTo>
                  <a:pt x="371079" y="439435"/>
                </a:lnTo>
                <a:close/>
                <a:moveTo>
                  <a:pt x="371079" y="458966"/>
                </a:moveTo>
                <a:lnTo>
                  <a:pt x="371079" y="468731"/>
                </a:lnTo>
                <a:lnTo>
                  <a:pt x="361313" y="468731"/>
                </a:lnTo>
                <a:lnTo>
                  <a:pt x="361313" y="458966"/>
                </a:lnTo>
                <a:close/>
                <a:moveTo>
                  <a:pt x="380844" y="546853"/>
                </a:moveTo>
                <a:lnTo>
                  <a:pt x="380844" y="556618"/>
                </a:lnTo>
                <a:lnTo>
                  <a:pt x="371079" y="556618"/>
                </a:lnTo>
                <a:lnTo>
                  <a:pt x="371079" y="546853"/>
                </a:lnTo>
                <a:close/>
                <a:moveTo>
                  <a:pt x="371079" y="605444"/>
                </a:moveTo>
                <a:lnTo>
                  <a:pt x="371079" y="615209"/>
                </a:lnTo>
                <a:lnTo>
                  <a:pt x="361313" y="615209"/>
                </a:lnTo>
                <a:lnTo>
                  <a:pt x="361313" y="605444"/>
                </a:lnTo>
                <a:close/>
                <a:moveTo>
                  <a:pt x="371079" y="664036"/>
                </a:moveTo>
                <a:lnTo>
                  <a:pt x="361313" y="664036"/>
                </a:lnTo>
                <a:lnTo>
                  <a:pt x="361313" y="654270"/>
                </a:lnTo>
                <a:lnTo>
                  <a:pt x="371079" y="654270"/>
                </a:lnTo>
                <a:close/>
                <a:moveTo>
                  <a:pt x="371079" y="664036"/>
                </a:moveTo>
                <a:lnTo>
                  <a:pt x="380844" y="664036"/>
                </a:lnTo>
                <a:lnTo>
                  <a:pt x="390609" y="664036"/>
                </a:lnTo>
                <a:lnTo>
                  <a:pt x="390609" y="673801"/>
                </a:lnTo>
                <a:lnTo>
                  <a:pt x="380844" y="673801"/>
                </a:lnTo>
                <a:lnTo>
                  <a:pt x="371079" y="673801"/>
                </a:lnTo>
                <a:close/>
                <a:moveTo>
                  <a:pt x="390609" y="683566"/>
                </a:moveTo>
                <a:lnTo>
                  <a:pt x="390609" y="693331"/>
                </a:lnTo>
                <a:lnTo>
                  <a:pt x="380844" y="693331"/>
                </a:lnTo>
                <a:lnTo>
                  <a:pt x="380844" y="683566"/>
                </a:lnTo>
                <a:close/>
                <a:moveTo>
                  <a:pt x="390609" y="751923"/>
                </a:moveTo>
                <a:lnTo>
                  <a:pt x="380844" y="751923"/>
                </a:lnTo>
                <a:lnTo>
                  <a:pt x="371079" y="751923"/>
                </a:lnTo>
                <a:lnTo>
                  <a:pt x="371079" y="742157"/>
                </a:lnTo>
                <a:lnTo>
                  <a:pt x="361313" y="742157"/>
                </a:lnTo>
                <a:lnTo>
                  <a:pt x="361313" y="732392"/>
                </a:lnTo>
                <a:lnTo>
                  <a:pt x="361313" y="722627"/>
                </a:lnTo>
                <a:lnTo>
                  <a:pt x="361313" y="712862"/>
                </a:lnTo>
                <a:lnTo>
                  <a:pt x="371079" y="712862"/>
                </a:lnTo>
                <a:lnTo>
                  <a:pt x="371079" y="722627"/>
                </a:lnTo>
                <a:lnTo>
                  <a:pt x="380844" y="722627"/>
                </a:lnTo>
                <a:lnTo>
                  <a:pt x="390609" y="722627"/>
                </a:lnTo>
                <a:lnTo>
                  <a:pt x="400374" y="722627"/>
                </a:lnTo>
                <a:lnTo>
                  <a:pt x="410140" y="722627"/>
                </a:lnTo>
                <a:lnTo>
                  <a:pt x="419905" y="722627"/>
                </a:lnTo>
                <a:lnTo>
                  <a:pt x="429670" y="722627"/>
                </a:lnTo>
                <a:lnTo>
                  <a:pt x="429670" y="732392"/>
                </a:lnTo>
                <a:lnTo>
                  <a:pt x="439435" y="732392"/>
                </a:lnTo>
                <a:lnTo>
                  <a:pt x="439435" y="742157"/>
                </a:lnTo>
                <a:lnTo>
                  <a:pt x="429670" y="742157"/>
                </a:lnTo>
                <a:lnTo>
                  <a:pt x="419905" y="742157"/>
                </a:lnTo>
                <a:lnTo>
                  <a:pt x="419905" y="732392"/>
                </a:lnTo>
                <a:lnTo>
                  <a:pt x="410140" y="732392"/>
                </a:lnTo>
                <a:lnTo>
                  <a:pt x="400374" y="732392"/>
                </a:lnTo>
                <a:lnTo>
                  <a:pt x="400374" y="742157"/>
                </a:lnTo>
                <a:lnTo>
                  <a:pt x="400374" y="751923"/>
                </a:lnTo>
                <a:lnTo>
                  <a:pt x="410140" y="751923"/>
                </a:lnTo>
                <a:lnTo>
                  <a:pt x="410140" y="761688"/>
                </a:lnTo>
                <a:lnTo>
                  <a:pt x="419905" y="761688"/>
                </a:lnTo>
                <a:lnTo>
                  <a:pt x="419905" y="771453"/>
                </a:lnTo>
                <a:lnTo>
                  <a:pt x="429670" y="771453"/>
                </a:lnTo>
                <a:lnTo>
                  <a:pt x="439435" y="771453"/>
                </a:lnTo>
                <a:lnTo>
                  <a:pt x="439435" y="781218"/>
                </a:lnTo>
                <a:lnTo>
                  <a:pt x="439435" y="790984"/>
                </a:lnTo>
                <a:lnTo>
                  <a:pt x="429670" y="790984"/>
                </a:lnTo>
                <a:lnTo>
                  <a:pt x="419905" y="790984"/>
                </a:lnTo>
                <a:lnTo>
                  <a:pt x="419905" y="781218"/>
                </a:lnTo>
                <a:lnTo>
                  <a:pt x="410140" y="781218"/>
                </a:lnTo>
                <a:lnTo>
                  <a:pt x="410140" y="771453"/>
                </a:lnTo>
                <a:lnTo>
                  <a:pt x="400374" y="771453"/>
                </a:lnTo>
                <a:lnTo>
                  <a:pt x="400374" y="761688"/>
                </a:lnTo>
                <a:lnTo>
                  <a:pt x="390609" y="761688"/>
                </a:lnTo>
                <a:close/>
                <a:moveTo>
                  <a:pt x="371079" y="839810"/>
                </a:moveTo>
                <a:lnTo>
                  <a:pt x="361313" y="839810"/>
                </a:lnTo>
                <a:lnTo>
                  <a:pt x="361313" y="830044"/>
                </a:lnTo>
                <a:lnTo>
                  <a:pt x="371079" y="830044"/>
                </a:lnTo>
                <a:close/>
                <a:moveTo>
                  <a:pt x="371079" y="859340"/>
                </a:moveTo>
                <a:lnTo>
                  <a:pt x="380844" y="859340"/>
                </a:lnTo>
                <a:lnTo>
                  <a:pt x="390609" y="859340"/>
                </a:lnTo>
                <a:lnTo>
                  <a:pt x="390609" y="869105"/>
                </a:lnTo>
                <a:lnTo>
                  <a:pt x="380844" y="869105"/>
                </a:lnTo>
                <a:lnTo>
                  <a:pt x="380844" y="878871"/>
                </a:lnTo>
                <a:lnTo>
                  <a:pt x="371079" y="878871"/>
                </a:lnTo>
                <a:lnTo>
                  <a:pt x="371079" y="869105"/>
                </a:lnTo>
                <a:close/>
                <a:moveTo>
                  <a:pt x="380844" y="1074175"/>
                </a:moveTo>
                <a:lnTo>
                  <a:pt x="371079" y="1074175"/>
                </a:lnTo>
                <a:lnTo>
                  <a:pt x="371079" y="1064410"/>
                </a:lnTo>
                <a:lnTo>
                  <a:pt x="380844" y="1064410"/>
                </a:lnTo>
                <a:close/>
                <a:moveTo>
                  <a:pt x="361313" y="1210888"/>
                </a:moveTo>
                <a:lnTo>
                  <a:pt x="371079" y="1210888"/>
                </a:lnTo>
                <a:lnTo>
                  <a:pt x="371079" y="1201123"/>
                </a:lnTo>
                <a:lnTo>
                  <a:pt x="371079" y="1191358"/>
                </a:lnTo>
                <a:lnTo>
                  <a:pt x="380844" y="1191358"/>
                </a:lnTo>
                <a:lnTo>
                  <a:pt x="380844" y="1181593"/>
                </a:lnTo>
                <a:lnTo>
                  <a:pt x="390609" y="1181593"/>
                </a:lnTo>
                <a:lnTo>
                  <a:pt x="390609" y="1171827"/>
                </a:lnTo>
                <a:lnTo>
                  <a:pt x="390609" y="1162062"/>
                </a:lnTo>
                <a:lnTo>
                  <a:pt x="390609" y="1152297"/>
                </a:lnTo>
                <a:lnTo>
                  <a:pt x="400374" y="1152297"/>
                </a:lnTo>
                <a:lnTo>
                  <a:pt x="400374" y="1142532"/>
                </a:lnTo>
                <a:lnTo>
                  <a:pt x="410140" y="1142532"/>
                </a:lnTo>
                <a:lnTo>
                  <a:pt x="410140" y="1132767"/>
                </a:lnTo>
                <a:lnTo>
                  <a:pt x="419905" y="1132767"/>
                </a:lnTo>
                <a:lnTo>
                  <a:pt x="429670" y="1132767"/>
                </a:lnTo>
                <a:lnTo>
                  <a:pt x="439435" y="1132767"/>
                </a:lnTo>
                <a:lnTo>
                  <a:pt x="439435" y="1123001"/>
                </a:lnTo>
                <a:lnTo>
                  <a:pt x="449201" y="1123001"/>
                </a:lnTo>
                <a:lnTo>
                  <a:pt x="449201" y="1132767"/>
                </a:lnTo>
                <a:lnTo>
                  <a:pt x="458966" y="1132767"/>
                </a:lnTo>
                <a:lnTo>
                  <a:pt x="468731" y="1132767"/>
                </a:lnTo>
                <a:lnTo>
                  <a:pt x="468731" y="1123001"/>
                </a:lnTo>
                <a:lnTo>
                  <a:pt x="478496" y="1123001"/>
                </a:lnTo>
                <a:lnTo>
                  <a:pt x="488261" y="1123001"/>
                </a:lnTo>
                <a:lnTo>
                  <a:pt x="488261" y="1113236"/>
                </a:lnTo>
                <a:lnTo>
                  <a:pt x="498027" y="1113236"/>
                </a:lnTo>
                <a:lnTo>
                  <a:pt x="498027" y="1123001"/>
                </a:lnTo>
                <a:lnTo>
                  <a:pt x="498027" y="1132767"/>
                </a:lnTo>
                <a:lnTo>
                  <a:pt x="498027" y="1142532"/>
                </a:lnTo>
                <a:lnTo>
                  <a:pt x="507792" y="1142532"/>
                </a:lnTo>
                <a:lnTo>
                  <a:pt x="507792" y="1152297"/>
                </a:lnTo>
                <a:lnTo>
                  <a:pt x="517557" y="1152297"/>
                </a:lnTo>
                <a:lnTo>
                  <a:pt x="517557" y="1162062"/>
                </a:lnTo>
                <a:lnTo>
                  <a:pt x="527322" y="1162062"/>
                </a:lnTo>
                <a:lnTo>
                  <a:pt x="527322" y="1152297"/>
                </a:lnTo>
                <a:lnTo>
                  <a:pt x="527322" y="1142532"/>
                </a:lnTo>
                <a:lnTo>
                  <a:pt x="527322" y="1132767"/>
                </a:lnTo>
                <a:lnTo>
                  <a:pt x="537088" y="1132767"/>
                </a:lnTo>
                <a:lnTo>
                  <a:pt x="537088" y="1142532"/>
                </a:lnTo>
                <a:lnTo>
                  <a:pt x="537088" y="1152297"/>
                </a:lnTo>
                <a:lnTo>
                  <a:pt x="546853" y="1152297"/>
                </a:lnTo>
                <a:lnTo>
                  <a:pt x="546853" y="1162062"/>
                </a:lnTo>
                <a:lnTo>
                  <a:pt x="546853" y="1171827"/>
                </a:lnTo>
                <a:lnTo>
                  <a:pt x="546853" y="1181593"/>
                </a:lnTo>
                <a:lnTo>
                  <a:pt x="546853" y="1191358"/>
                </a:lnTo>
                <a:lnTo>
                  <a:pt x="537088" y="1191358"/>
                </a:lnTo>
                <a:lnTo>
                  <a:pt x="537088" y="1201123"/>
                </a:lnTo>
                <a:lnTo>
                  <a:pt x="537088" y="1210888"/>
                </a:lnTo>
                <a:lnTo>
                  <a:pt x="527322" y="1210888"/>
                </a:lnTo>
                <a:lnTo>
                  <a:pt x="517557" y="1210888"/>
                </a:lnTo>
                <a:lnTo>
                  <a:pt x="507792" y="1210888"/>
                </a:lnTo>
                <a:lnTo>
                  <a:pt x="498027" y="1210888"/>
                </a:lnTo>
                <a:lnTo>
                  <a:pt x="488261" y="1210888"/>
                </a:lnTo>
                <a:lnTo>
                  <a:pt x="478496" y="1210888"/>
                </a:lnTo>
                <a:lnTo>
                  <a:pt x="478496" y="1220654"/>
                </a:lnTo>
                <a:lnTo>
                  <a:pt x="478496" y="1230419"/>
                </a:lnTo>
                <a:lnTo>
                  <a:pt x="468731" y="1230419"/>
                </a:lnTo>
                <a:lnTo>
                  <a:pt x="468731" y="1240184"/>
                </a:lnTo>
                <a:lnTo>
                  <a:pt x="458966" y="1240184"/>
                </a:lnTo>
                <a:lnTo>
                  <a:pt x="458966" y="1249949"/>
                </a:lnTo>
                <a:lnTo>
                  <a:pt x="449201" y="1249949"/>
                </a:lnTo>
                <a:lnTo>
                  <a:pt x="449201" y="1259714"/>
                </a:lnTo>
                <a:lnTo>
                  <a:pt x="439435" y="1259714"/>
                </a:lnTo>
                <a:lnTo>
                  <a:pt x="439435" y="1249949"/>
                </a:lnTo>
                <a:lnTo>
                  <a:pt x="429670" y="1249949"/>
                </a:lnTo>
                <a:lnTo>
                  <a:pt x="419905" y="1249949"/>
                </a:lnTo>
                <a:lnTo>
                  <a:pt x="419905" y="1259714"/>
                </a:lnTo>
                <a:lnTo>
                  <a:pt x="410140" y="1259714"/>
                </a:lnTo>
                <a:lnTo>
                  <a:pt x="400374" y="1259714"/>
                </a:lnTo>
                <a:lnTo>
                  <a:pt x="390609" y="1259714"/>
                </a:lnTo>
                <a:lnTo>
                  <a:pt x="380844" y="1259714"/>
                </a:lnTo>
                <a:lnTo>
                  <a:pt x="371079" y="1259714"/>
                </a:lnTo>
                <a:lnTo>
                  <a:pt x="371079" y="1249949"/>
                </a:lnTo>
                <a:lnTo>
                  <a:pt x="371079" y="1240184"/>
                </a:lnTo>
                <a:lnTo>
                  <a:pt x="361313" y="1240184"/>
                </a:lnTo>
                <a:lnTo>
                  <a:pt x="361313" y="1230419"/>
                </a:lnTo>
                <a:lnTo>
                  <a:pt x="361313" y="1220654"/>
                </a:lnTo>
                <a:close/>
                <a:moveTo>
                  <a:pt x="488261" y="1191358"/>
                </a:moveTo>
                <a:lnTo>
                  <a:pt x="488261" y="1201123"/>
                </a:lnTo>
                <a:lnTo>
                  <a:pt x="498027" y="1201123"/>
                </a:lnTo>
                <a:lnTo>
                  <a:pt x="498027" y="1191358"/>
                </a:lnTo>
                <a:lnTo>
                  <a:pt x="498027" y="1181593"/>
                </a:lnTo>
                <a:lnTo>
                  <a:pt x="488261" y="1181593"/>
                </a:lnTo>
                <a:close/>
                <a:moveTo>
                  <a:pt x="351548" y="1269480"/>
                </a:moveTo>
                <a:lnTo>
                  <a:pt x="351548" y="1259714"/>
                </a:lnTo>
                <a:lnTo>
                  <a:pt x="361313" y="1259714"/>
                </a:lnTo>
                <a:lnTo>
                  <a:pt x="361313" y="1269480"/>
                </a:lnTo>
                <a:close/>
                <a:moveTo>
                  <a:pt x="371079" y="1269480"/>
                </a:moveTo>
                <a:lnTo>
                  <a:pt x="371079" y="1279245"/>
                </a:lnTo>
                <a:lnTo>
                  <a:pt x="361313" y="1279245"/>
                </a:lnTo>
                <a:lnTo>
                  <a:pt x="361313" y="1269480"/>
                </a:lnTo>
                <a:close/>
                <a:moveTo>
                  <a:pt x="390609" y="1337836"/>
                </a:moveTo>
                <a:lnTo>
                  <a:pt x="380844" y="1337836"/>
                </a:lnTo>
                <a:lnTo>
                  <a:pt x="380844" y="1347602"/>
                </a:lnTo>
                <a:lnTo>
                  <a:pt x="380844" y="1357367"/>
                </a:lnTo>
                <a:lnTo>
                  <a:pt x="371079" y="1357367"/>
                </a:lnTo>
                <a:lnTo>
                  <a:pt x="371079" y="1347602"/>
                </a:lnTo>
                <a:lnTo>
                  <a:pt x="371079" y="1337836"/>
                </a:lnTo>
                <a:lnTo>
                  <a:pt x="361313" y="1337836"/>
                </a:lnTo>
                <a:lnTo>
                  <a:pt x="361313" y="1328071"/>
                </a:lnTo>
                <a:lnTo>
                  <a:pt x="371079" y="1328071"/>
                </a:lnTo>
                <a:lnTo>
                  <a:pt x="380844" y="1328071"/>
                </a:lnTo>
                <a:lnTo>
                  <a:pt x="390609" y="1328071"/>
                </a:lnTo>
                <a:lnTo>
                  <a:pt x="400374" y="1328071"/>
                </a:lnTo>
                <a:lnTo>
                  <a:pt x="400374" y="1337836"/>
                </a:lnTo>
                <a:close/>
                <a:moveTo>
                  <a:pt x="390609" y="1367132"/>
                </a:moveTo>
                <a:lnTo>
                  <a:pt x="390609" y="1376897"/>
                </a:lnTo>
                <a:lnTo>
                  <a:pt x="380844" y="1376897"/>
                </a:lnTo>
                <a:lnTo>
                  <a:pt x="380844" y="1367132"/>
                </a:lnTo>
                <a:lnTo>
                  <a:pt x="380844" y="1357367"/>
                </a:lnTo>
                <a:lnTo>
                  <a:pt x="390609" y="1357367"/>
                </a:lnTo>
                <a:close/>
                <a:moveTo>
                  <a:pt x="380844" y="1396428"/>
                </a:moveTo>
                <a:lnTo>
                  <a:pt x="371079" y="1396428"/>
                </a:lnTo>
                <a:lnTo>
                  <a:pt x="371079" y="1386662"/>
                </a:lnTo>
                <a:lnTo>
                  <a:pt x="380844" y="1386662"/>
                </a:lnTo>
                <a:lnTo>
                  <a:pt x="390609" y="1386662"/>
                </a:lnTo>
                <a:lnTo>
                  <a:pt x="400374" y="1386662"/>
                </a:lnTo>
                <a:lnTo>
                  <a:pt x="400374" y="1396428"/>
                </a:lnTo>
                <a:lnTo>
                  <a:pt x="390609" y="1396428"/>
                </a:lnTo>
                <a:close/>
                <a:moveTo>
                  <a:pt x="439435" y="9765"/>
                </a:moveTo>
                <a:lnTo>
                  <a:pt x="429670" y="9765"/>
                </a:lnTo>
                <a:lnTo>
                  <a:pt x="419905" y="9765"/>
                </a:lnTo>
                <a:lnTo>
                  <a:pt x="410140" y="9765"/>
                </a:lnTo>
                <a:lnTo>
                  <a:pt x="400374" y="9765"/>
                </a:lnTo>
                <a:lnTo>
                  <a:pt x="400374" y="0"/>
                </a:lnTo>
                <a:lnTo>
                  <a:pt x="410140" y="0"/>
                </a:lnTo>
                <a:lnTo>
                  <a:pt x="419905" y="0"/>
                </a:lnTo>
                <a:lnTo>
                  <a:pt x="429670" y="0"/>
                </a:lnTo>
                <a:lnTo>
                  <a:pt x="439435" y="0"/>
                </a:lnTo>
                <a:lnTo>
                  <a:pt x="449201" y="0"/>
                </a:lnTo>
                <a:lnTo>
                  <a:pt x="449201" y="9765"/>
                </a:lnTo>
                <a:close/>
                <a:moveTo>
                  <a:pt x="419905" y="175774"/>
                </a:moveTo>
                <a:lnTo>
                  <a:pt x="410140" y="175774"/>
                </a:lnTo>
                <a:lnTo>
                  <a:pt x="410140" y="166009"/>
                </a:lnTo>
                <a:lnTo>
                  <a:pt x="419905" y="166009"/>
                </a:lnTo>
                <a:close/>
                <a:moveTo>
                  <a:pt x="410140" y="224600"/>
                </a:moveTo>
                <a:lnTo>
                  <a:pt x="400374" y="224600"/>
                </a:lnTo>
                <a:lnTo>
                  <a:pt x="390609" y="224600"/>
                </a:lnTo>
                <a:lnTo>
                  <a:pt x="390609" y="214835"/>
                </a:lnTo>
                <a:lnTo>
                  <a:pt x="390609" y="205070"/>
                </a:lnTo>
                <a:lnTo>
                  <a:pt x="390609" y="195305"/>
                </a:lnTo>
                <a:lnTo>
                  <a:pt x="400374" y="195305"/>
                </a:lnTo>
                <a:lnTo>
                  <a:pt x="410140" y="195305"/>
                </a:lnTo>
                <a:lnTo>
                  <a:pt x="419905" y="195305"/>
                </a:lnTo>
                <a:lnTo>
                  <a:pt x="429670" y="195305"/>
                </a:lnTo>
                <a:lnTo>
                  <a:pt x="429670" y="205070"/>
                </a:lnTo>
                <a:lnTo>
                  <a:pt x="419905" y="205070"/>
                </a:lnTo>
                <a:lnTo>
                  <a:pt x="410140" y="205070"/>
                </a:lnTo>
                <a:lnTo>
                  <a:pt x="400374" y="205070"/>
                </a:lnTo>
                <a:lnTo>
                  <a:pt x="400374" y="214835"/>
                </a:lnTo>
                <a:lnTo>
                  <a:pt x="410140" y="214835"/>
                </a:lnTo>
                <a:close/>
                <a:moveTo>
                  <a:pt x="419905" y="234365"/>
                </a:moveTo>
                <a:lnTo>
                  <a:pt x="410140" y="234365"/>
                </a:lnTo>
                <a:lnTo>
                  <a:pt x="410140" y="224600"/>
                </a:lnTo>
                <a:lnTo>
                  <a:pt x="419905" y="224600"/>
                </a:lnTo>
                <a:close/>
                <a:moveTo>
                  <a:pt x="400374" y="380844"/>
                </a:moveTo>
                <a:lnTo>
                  <a:pt x="400374" y="371079"/>
                </a:lnTo>
                <a:lnTo>
                  <a:pt x="410140" y="371079"/>
                </a:lnTo>
                <a:lnTo>
                  <a:pt x="419905" y="371079"/>
                </a:lnTo>
                <a:lnTo>
                  <a:pt x="419905" y="380844"/>
                </a:lnTo>
                <a:lnTo>
                  <a:pt x="410140" y="380844"/>
                </a:lnTo>
                <a:lnTo>
                  <a:pt x="410140" y="390609"/>
                </a:lnTo>
                <a:lnTo>
                  <a:pt x="400374" y="390609"/>
                </a:lnTo>
                <a:close/>
                <a:moveTo>
                  <a:pt x="400374" y="390609"/>
                </a:moveTo>
                <a:lnTo>
                  <a:pt x="400374" y="400374"/>
                </a:lnTo>
                <a:lnTo>
                  <a:pt x="390609" y="400374"/>
                </a:lnTo>
                <a:lnTo>
                  <a:pt x="390609" y="390609"/>
                </a:lnTo>
                <a:close/>
                <a:moveTo>
                  <a:pt x="390609" y="468731"/>
                </a:moveTo>
                <a:lnTo>
                  <a:pt x="380844" y="468731"/>
                </a:lnTo>
                <a:lnTo>
                  <a:pt x="380844" y="458966"/>
                </a:lnTo>
                <a:lnTo>
                  <a:pt x="380844" y="449201"/>
                </a:lnTo>
                <a:lnTo>
                  <a:pt x="390609" y="449201"/>
                </a:lnTo>
                <a:lnTo>
                  <a:pt x="400374" y="449201"/>
                </a:lnTo>
                <a:lnTo>
                  <a:pt x="410140" y="449201"/>
                </a:lnTo>
                <a:lnTo>
                  <a:pt x="410140" y="458966"/>
                </a:lnTo>
                <a:lnTo>
                  <a:pt x="410140" y="468731"/>
                </a:lnTo>
                <a:lnTo>
                  <a:pt x="400374" y="468731"/>
                </a:lnTo>
                <a:close/>
                <a:moveTo>
                  <a:pt x="419905" y="498027"/>
                </a:moveTo>
                <a:lnTo>
                  <a:pt x="419905" y="488261"/>
                </a:lnTo>
                <a:lnTo>
                  <a:pt x="410140" y="488261"/>
                </a:lnTo>
                <a:lnTo>
                  <a:pt x="410140" y="478496"/>
                </a:lnTo>
                <a:lnTo>
                  <a:pt x="410140" y="468731"/>
                </a:lnTo>
                <a:lnTo>
                  <a:pt x="419905" y="468731"/>
                </a:lnTo>
                <a:lnTo>
                  <a:pt x="419905" y="478496"/>
                </a:lnTo>
                <a:lnTo>
                  <a:pt x="429670" y="478496"/>
                </a:lnTo>
                <a:lnTo>
                  <a:pt x="429670" y="488261"/>
                </a:lnTo>
                <a:lnTo>
                  <a:pt x="429670" y="498027"/>
                </a:lnTo>
                <a:lnTo>
                  <a:pt x="429670" y="507792"/>
                </a:lnTo>
                <a:lnTo>
                  <a:pt x="429670" y="517557"/>
                </a:lnTo>
                <a:lnTo>
                  <a:pt x="429670" y="527322"/>
                </a:lnTo>
                <a:lnTo>
                  <a:pt x="419905" y="527322"/>
                </a:lnTo>
                <a:lnTo>
                  <a:pt x="419905" y="517557"/>
                </a:lnTo>
                <a:lnTo>
                  <a:pt x="419905" y="507792"/>
                </a:lnTo>
                <a:close/>
                <a:moveTo>
                  <a:pt x="380844" y="498027"/>
                </a:moveTo>
                <a:lnTo>
                  <a:pt x="380844" y="488261"/>
                </a:lnTo>
                <a:lnTo>
                  <a:pt x="390609" y="488261"/>
                </a:lnTo>
                <a:lnTo>
                  <a:pt x="390609" y="498027"/>
                </a:lnTo>
                <a:close/>
                <a:moveTo>
                  <a:pt x="400374" y="498027"/>
                </a:moveTo>
                <a:lnTo>
                  <a:pt x="400374" y="507792"/>
                </a:lnTo>
                <a:lnTo>
                  <a:pt x="390609" y="507792"/>
                </a:lnTo>
                <a:lnTo>
                  <a:pt x="390609" y="498027"/>
                </a:lnTo>
                <a:close/>
                <a:moveTo>
                  <a:pt x="410140" y="576148"/>
                </a:moveTo>
                <a:lnTo>
                  <a:pt x="419905" y="576148"/>
                </a:lnTo>
                <a:lnTo>
                  <a:pt x="419905" y="585914"/>
                </a:lnTo>
                <a:lnTo>
                  <a:pt x="410140" y="585914"/>
                </a:lnTo>
                <a:close/>
                <a:moveTo>
                  <a:pt x="400374" y="595679"/>
                </a:moveTo>
                <a:lnTo>
                  <a:pt x="400374" y="585914"/>
                </a:lnTo>
                <a:lnTo>
                  <a:pt x="410140" y="585914"/>
                </a:lnTo>
                <a:lnTo>
                  <a:pt x="410140" y="595679"/>
                </a:lnTo>
                <a:close/>
                <a:moveTo>
                  <a:pt x="419905" y="624975"/>
                </a:moveTo>
                <a:lnTo>
                  <a:pt x="410140" y="624975"/>
                </a:lnTo>
                <a:lnTo>
                  <a:pt x="410140" y="615209"/>
                </a:lnTo>
                <a:lnTo>
                  <a:pt x="410140" y="605444"/>
                </a:lnTo>
                <a:lnTo>
                  <a:pt x="419905" y="605444"/>
                </a:lnTo>
                <a:lnTo>
                  <a:pt x="419905" y="615209"/>
                </a:lnTo>
                <a:lnTo>
                  <a:pt x="429670" y="615209"/>
                </a:lnTo>
                <a:lnTo>
                  <a:pt x="429670" y="624975"/>
                </a:lnTo>
                <a:close/>
                <a:moveTo>
                  <a:pt x="410140" y="624975"/>
                </a:moveTo>
                <a:lnTo>
                  <a:pt x="410140" y="634740"/>
                </a:lnTo>
                <a:lnTo>
                  <a:pt x="400374" y="634740"/>
                </a:lnTo>
                <a:lnTo>
                  <a:pt x="400374" y="624975"/>
                </a:lnTo>
                <a:close/>
                <a:moveTo>
                  <a:pt x="400374" y="644505"/>
                </a:moveTo>
                <a:lnTo>
                  <a:pt x="390609" y="644505"/>
                </a:lnTo>
                <a:lnTo>
                  <a:pt x="390609" y="634740"/>
                </a:lnTo>
                <a:lnTo>
                  <a:pt x="400374" y="634740"/>
                </a:lnTo>
                <a:close/>
                <a:moveTo>
                  <a:pt x="400374" y="673801"/>
                </a:moveTo>
                <a:lnTo>
                  <a:pt x="400374" y="683566"/>
                </a:lnTo>
                <a:lnTo>
                  <a:pt x="390609" y="683566"/>
                </a:lnTo>
                <a:lnTo>
                  <a:pt x="390609" y="673801"/>
                </a:lnTo>
                <a:close/>
                <a:moveTo>
                  <a:pt x="429670" y="693331"/>
                </a:moveTo>
                <a:lnTo>
                  <a:pt x="419905" y="693331"/>
                </a:lnTo>
                <a:lnTo>
                  <a:pt x="410140" y="693331"/>
                </a:lnTo>
                <a:lnTo>
                  <a:pt x="410140" y="683566"/>
                </a:lnTo>
                <a:lnTo>
                  <a:pt x="419905" y="683566"/>
                </a:lnTo>
                <a:lnTo>
                  <a:pt x="429670" y="683566"/>
                </a:lnTo>
                <a:close/>
                <a:moveTo>
                  <a:pt x="410140" y="839810"/>
                </a:moveTo>
                <a:lnTo>
                  <a:pt x="419905" y="839810"/>
                </a:lnTo>
                <a:lnTo>
                  <a:pt x="419905" y="849575"/>
                </a:lnTo>
                <a:lnTo>
                  <a:pt x="419905" y="859340"/>
                </a:lnTo>
                <a:lnTo>
                  <a:pt x="410140" y="859340"/>
                </a:lnTo>
                <a:lnTo>
                  <a:pt x="410140" y="849575"/>
                </a:lnTo>
                <a:lnTo>
                  <a:pt x="400374" y="849575"/>
                </a:lnTo>
                <a:lnTo>
                  <a:pt x="400374" y="839810"/>
                </a:lnTo>
                <a:close/>
                <a:moveTo>
                  <a:pt x="419905" y="1074175"/>
                </a:moveTo>
                <a:lnTo>
                  <a:pt x="410140" y="1074175"/>
                </a:lnTo>
                <a:lnTo>
                  <a:pt x="410140" y="1064410"/>
                </a:lnTo>
                <a:lnTo>
                  <a:pt x="419905" y="1064410"/>
                </a:lnTo>
                <a:close/>
                <a:moveTo>
                  <a:pt x="410140" y="1298775"/>
                </a:moveTo>
                <a:lnTo>
                  <a:pt x="400374" y="1298775"/>
                </a:lnTo>
                <a:lnTo>
                  <a:pt x="390609" y="1298775"/>
                </a:lnTo>
                <a:lnTo>
                  <a:pt x="390609" y="1289010"/>
                </a:lnTo>
                <a:lnTo>
                  <a:pt x="400374" y="1289010"/>
                </a:lnTo>
                <a:lnTo>
                  <a:pt x="410140" y="1289010"/>
                </a:lnTo>
                <a:close/>
                <a:moveTo>
                  <a:pt x="419905" y="1308541"/>
                </a:moveTo>
                <a:lnTo>
                  <a:pt x="410140" y="1308541"/>
                </a:lnTo>
                <a:lnTo>
                  <a:pt x="410140" y="1298775"/>
                </a:lnTo>
                <a:lnTo>
                  <a:pt x="419905" y="1298775"/>
                </a:lnTo>
                <a:lnTo>
                  <a:pt x="419905" y="1289010"/>
                </a:lnTo>
                <a:lnTo>
                  <a:pt x="429670" y="1289010"/>
                </a:lnTo>
                <a:lnTo>
                  <a:pt x="429670" y="1298775"/>
                </a:lnTo>
                <a:lnTo>
                  <a:pt x="429670" y="1308541"/>
                </a:lnTo>
                <a:close/>
                <a:moveTo>
                  <a:pt x="410140" y="1328071"/>
                </a:moveTo>
                <a:lnTo>
                  <a:pt x="400374" y="1328071"/>
                </a:lnTo>
                <a:lnTo>
                  <a:pt x="400374" y="1318306"/>
                </a:lnTo>
                <a:lnTo>
                  <a:pt x="400374" y="1308541"/>
                </a:lnTo>
                <a:lnTo>
                  <a:pt x="410140" y="1308541"/>
                </a:lnTo>
                <a:lnTo>
                  <a:pt x="410140" y="1318306"/>
                </a:lnTo>
                <a:close/>
                <a:moveTo>
                  <a:pt x="419905" y="1396428"/>
                </a:moveTo>
                <a:lnTo>
                  <a:pt x="419905" y="1406193"/>
                </a:lnTo>
                <a:lnTo>
                  <a:pt x="410140" y="1406193"/>
                </a:lnTo>
                <a:lnTo>
                  <a:pt x="410140" y="1396428"/>
                </a:lnTo>
                <a:lnTo>
                  <a:pt x="410140" y="1386662"/>
                </a:lnTo>
                <a:lnTo>
                  <a:pt x="419905" y="1386662"/>
                </a:lnTo>
                <a:lnTo>
                  <a:pt x="429670" y="1386662"/>
                </a:lnTo>
                <a:lnTo>
                  <a:pt x="429670" y="1396428"/>
                </a:lnTo>
                <a:close/>
                <a:moveTo>
                  <a:pt x="449201" y="107418"/>
                </a:moveTo>
                <a:lnTo>
                  <a:pt x="458966" y="107418"/>
                </a:lnTo>
                <a:lnTo>
                  <a:pt x="458966" y="117183"/>
                </a:lnTo>
                <a:lnTo>
                  <a:pt x="449201" y="117183"/>
                </a:lnTo>
                <a:close/>
                <a:moveTo>
                  <a:pt x="449201" y="117183"/>
                </a:moveTo>
                <a:lnTo>
                  <a:pt x="449201" y="126948"/>
                </a:lnTo>
                <a:lnTo>
                  <a:pt x="449201" y="136713"/>
                </a:lnTo>
                <a:lnTo>
                  <a:pt x="439435" y="136713"/>
                </a:lnTo>
                <a:lnTo>
                  <a:pt x="429670" y="136713"/>
                </a:lnTo>
                <a:lnTo>
                  <a:pt x="429670" y="126948"/>
                </a:lnTo>
                <a:lnTo>
                  <a:pt x="439435" y="126948"/>
                </a:lnTo>
                <a:lnTo>
                  <a:pt x="439435" y="117183"/>
                </a:lnTo>
                <a:close/>
                <a:moveTo>
                  <a:pt x="429670" y="166009"/>
                </a:moveTo>
                <a:lnTo>
                  <a:pt x="419905" y="166009"/>
                </a:lnTo>
                <a:lnTo>
                  <a:pt x="419905" y="156244"/>
                </a:lnTo>
                <a:lnTo>
                  <a:pt x="429670" y="156244"/>
                </a:lnTo>
                <a:close/>
                <a:moveTo>
                  <a:pt x="429670" y="292957"/>
                </a:moveTo>
                <a:lnTo>
                  <a:pt x="429670" y="283192"/>
                </a:lnTo>
                <a:lnTo>
                  <a:pt x="439435" y="283192"/>
                </a:lnTo>
                <a:lnTo>
                  <a:pt x="449201" y="283192"/>
                </a:lnTo>
                <a:lnTo>
                  <a:pt x="458966" y="283192"/>
                </a:lnTo>
                <a:lnTo>
                  <a:pt x="468731" y="283192"/>
                </a:lnTo>
                <a:lnTo>
                  <a:pt x="468731" y="292957"/>
                </a:lnTo>
                <a:lnTo>
                  <a:pt x="458966" y="292957"/>
                </a:lnTo>
                <a:lnTo>
                  <a:pt x="449201" y="292957"/>
                </a:lnTo>
                <a:lnTo>
                  <a:pt x="449201" y="302722"/>
                </a:lnTo>
                <a:lnTo>
                  <a:pt x="449201" y="312487"/>
                </a:lnTo>
                <a:lnTo>
                  <a:pt x="439435" y="312487"/>
                </a:lnTo>
                <a:lnTo>
                  <a:pt x="439435" y="302722"/>
                </a:lnTo>
                <a:lnTo>
                  <a:pt x="439435" y="292957"/>
                </a:lnTo>
                <a:close/>
                <a:moveTo>
                  <a:pt x="449201" y="341783"/>
                </a:moveTo>
                <a:lnTo>
                  <a:pt x="449201" y="332018"/>
                </a:lnTo>
                <a:lnTo>
                  <a:pt x="439435" y="332018"/>
                </a:lnTo>
                <a:lnTo>
                  <a:pt x="439435" y="322253"/>
                </a:lnTo>
                <a:lnTo>
                  <a:pt x="449201" y="322253"/>
                </a:lnTo>
                <a:lnTo>
                  <a:pt x="449201" y="312487"/>
                </a:lnTo>
                <a:lnTo>
                  <a:pt x="458966" y="312487"/>
                </a:lnTo>
                <a:lnTo>
                  <a:pt x="468731" y="312487"/>
                </a:lnTo>
                <a:lnTo>
                  <a:pt x="468731" y="322253"/>
                </a:lnTo>
                <a:lnTo>
                  <a:pt x="458966" y="322253"/>
                </a:lnTo>
                <a:lnTo>
                  <a:pt x="458966" y="332018"/>
                </a:lnTo>
                <a:lnTo>
                  <a:pt x="458966" y="341783"/>
                </a:lnTo>
                <a:close/>
                <a:moveTo>
                  <a:pt x="449201" y="341783"/>
                </a:moveTo>
                <a:lnTo>
                  <a:pt x="449201" y="351548"/>
                </a:lnTo>
                <a:lnTo>
                  <a:pt x="439435" y="351548"/>
                </a:lnTo>
                <a:lnTo>
                  <a:pt x="439435" y="341783"/>
                </a:lnTo>
                <a:close/>
                <a:moveTo>
                  <a:pt x="468731" y="400374"/>
                </a:moveTo>
                <a:lnTo>
                  <a:pt x="458966" y="400374"/>
                </a:lnTo>
                <a:lnTo>
                  <a:pt x="449201" y="400374"/>
                </a:lnTo>
                <a:lnTo>
                  <a:pt x="439435" y="400374"/>
                </a:lnTo>
                <a:lnTo>
                  <a:pt x="429670" y="400374"/>
                </a:lnTo>
                <a:lnTo>
                  <a:pt x="429670" y="390609"/>
                </a:lnTo>
                <a:lnTo>
                  <a:pt x="429670" y="380844"/>
                </a:lnTo>
                <a:lnTo>
                  <a:pt x="429670" y="371079"/>
                </a:lnTo>
                <a:lnTo>
                  <a:pt x="439435" y="371079"/>
                </a:lnTo>
                <a:lnTo>
                  <a:pt x="439435" y="380844"/>
                </a:lnTo>
                <a:lnTo>
                  <a:pt x="449201" y="380844"/>
                </a:lnTo>
                <a:lnTo>
                  <a:pt x="449201" y="390609"/>
                </a:lnTo>
                <a:lnTo>
                  <a:pt x="458966" y="390609"/>
                </a:lnTo>
                <a:lnTo>
                  <a:pt x="468731" y="390609"/>
                </a:lnTo>
                <a:close/>
                <a:moveTo>
                  <a:pt x="439435" y="468731"/>
                </a:moveTo>
                <a:lnTo>
                  <a:pt x="429670" y="468731"/>
                </a:lnTo>
                <a:lnTo>
                  <a:pt x="429670" y="458966"/>
                </a:lnTo>
                <a:lnTo>
                  <a:pt x="439435" y="458966"/>
                </a:lnTo>
                <a:close/>
                <a:moveTo>
                  <a:pt x="439435" y="468731"/>
                </a:moveTo>
                <a:lnTo>
                  <a:pt x="449201" y="468731"/>
                </a:lnTo>
                <a:lnTo>
                  <a:pt x="449201" y="478496"/>
                </a:lnTo>
                <a:lnTo>
                  <a:pt x="439435" y="478496"/>
                </a:lnTo>
                <a:close/>
                <a:moveTo>
                  <a:pt x="439435" y="507792"/>
                </a:moveTo>
                <a:lnTo>
                  <a:pt x="439435" y="498027"/>
                </a:lnTo>
                <a:lnTo>
                  <a:pt x="439435" y="488261"/>
                </a:lnTo>
                <a:lnTo>
                  <a:pt x="449201" y="488261"/>
                </a:lnTo>
                <a:lnTo>
                  <a:pt x="449201" y="478496"/>
                </a:lnTo>
                <a:lnTo>
                  <a:pt x="458966" y="478496"/>
                </a:lnTo>
                <a:lnTo>
                  <a:pt x="458966" y="468731"/>
                </a:lnTo>
                <a:lnTo>
                  <a:pt x="468731" y="468731"/>
                </a:lnTo>
                <a:lnTo>
                  <a:pt x="478496" y="468731"/>
                </a:lnTo>
                <a:lnTo>
                  <a:pt x="478496" y="478496"/>
                </a:lnTo>
                <a:lnTo>
                  <a:pt x="468731" y="478496"/>
                </a:lnTo>
                <a:lnTo>
                  <a:pt x="468731" y="488261"/>
                </a:lnTo>
                <a:lnTo>
                  <a:pt x="468731" y="498027"/>
                </a:lnTo>
                <a:lnTo>
                  <a:pt x="458966" y="498027"/>
                </a:lnTo>
                <a:lnTo>
                  <a:pt x="458966" y="507792"/>
                </a:lnTo>
                <a:lnTo>
                  <a:pt x="449201" y="507792"/>
                </a:lnTo>
                <a:close/>
                <a:moveTo>
                  <a:pt x="439435" y="517557"/>
                </a:moveTo>
                <a:lnTo>
                  <a:pt x="449201" y="517557"/>
                </a:lnTo>
                <a:lnTo>
                  <a:pt x="449201" y="527322"/>
                </a:lnTo>
                <a:lnTo>
                  <a:pt x="439435" y="527322"/>
                </a:lnTo>
                <a:close/>
                <a:moveTo>
                  <a:pt x="429670" y="527322"/>
                </a:moveTo>
                <a:lnTo>
                  <a:pt x="439435" y="527322"/>
                </a:lnTo>
                <a:lnTo>
                  <a:pt x="439435" y="537088"/>
                </a:lnTo>
                <a:lnTo>
                  <a:pt x="429670" y="537088"/>
                </a:lnTo>
                <a:close/>
                <a:moveTo>
                  <a:pt x="429670" y="605444"/>
                </a:moveTo>
                <a:lnTo>
                  <a:pt x="419905" y="605444"/>
                </a:lnTo>
                <a:lnTo>
                  <a:pt x="419905" y="595679"/>
                </a:lnTo>
                <a:lnTo>
                  <a:pt x="419905" y="585914"/>
                </a:lnTo>
                <a:lnTo>
                  <a:pt x="429670" y="585914"/>
                </a:lnTo>
                <a:lnTo>
                  <a:pt x="429670" y="595679"/>
                </a:lnTo>
                <a:close/>
                <a:moveTo>
                  <a:pt x="439435" y="703096"/>
                </a:moveTo>
                <a:lnTo>
                  <a:pt x="439435" y="693331"/>
                </a:lnTo>
                <a:lnTo>
                  <a:pt x="439435" y="683566"/>
                </a:lnTo>
                <a:lnTo>
                  <a:pt x="439435" y="673801"/>
                </a:lnTo>
                <a:lnTo>
                  <a:pt x="449201" y="673801"/>
                </a:lnTo>
                <a:lnTo>
                  <a:pt x="458966" y="673801"/>
                </a:lnTo>
                <a:lnTo>
                  <a:pt x="458966" y="664036"/>
                </a:lnTo>
                <a:lnTo>
                  <a:pt x="468731" y="664036"/>
                </a:lnTo>
                <a:lnTo>
                  <a:pt x="478496" y="664036"/>
                </a:lnTo>
                <a:lnTo>
                  <a:pt x="488261" y="664036"/>
                </a:lnTo>
                <a:lnTo>
                  <a:pt x="488261" y="673801"/>
                </a:lnTo>
                <a:lnTo>
                  <a:pt x="488261" y="683566"/>
                </a:lnTo>
                <a:lnTo>
                  <a:pt x="488261" y="693331"/>
                </a:lnTo>
                <a:lnTo>
                  <a:pt x="478496" y="693331"/>
                </a:lnTo>
                <a:lnTo>
                  <a:pt x="478496" y="703096"/>
                </a:lnTo>
                <a:lnTo>
                  <a:pt x="478496" y="712862"/>
                </a:lnTo>
                <a:lnTo>
                  <a:pt x="468731" y="712862"/>
                </a:lnTo>
                <a:lnTo>
                  <a:pt x="468731" y="703096"/>
                </a:lnTo>
                <a:lnTo>
                  <a:pt x="458966" y="703096"/>
                </a:lnTo>
                <a:lnTo>
                  <a:pt x="449201" y="703096"/>
                </a:lnTo>
                <a:close/>
                <a:moveTo>
                  <a:pt x="439435" y="712862"/>
                </a:moveTo>
                <a:lnTo>
                  <a:pt x="439435" y="722627"/>
                </a:lnTo>
                <a:lnTo>
                  <a:pt x="429670" y="722627"/>
                </a:lnTo>
                <a:lnTo>
                  <a:pt x="429670" y="712862"/>
                </a:lnTo>
                <a:close/>
                <a:moveTo>
                  <a:pt x="449201" y="761688"/>
                </a:moveTo>
                <a:lnTo>
                  <a:pt x="439435" y="761688"/>
                </a:lnTo>
                <a:lnTo>
                  <a:pt x="439435" y="751923"/>
                </a:lnTo>
                <a:lnTo>
                  <a:pt x="439435" y="742157"/>
                </a:lnTo>
                <a:lnTo>
                  <a:pt x="449201" y="742157"/>
                </a:lnTo>
                <a:lnTo>
                  <a:pt x="449201" y="751923"/>
                </a:lnTo>
                <a:close/>
                <a:moveTo>
                  <a:pt x="439435" y="956992"/>
                </a:moveTo>
                <a:lnTo>
                  <a:pt x="449201" y="956992"/>
                </a:lnTo>
                <a:lnTo>
                  <a:pt x="449201" y="966758"/>
                </a:lnTo>
                <a:lnTo>
                  <a:pt x="439435" y="966758"/>
                </a:lnTo>
                <a:close/>
                <a:moveTo>
                  <a:pt x="439435" y="1074175"/>
                </a:moveTo>
                <a:lnTo>
                  <a:pt x="439435" y="1083940"/>
                </a:lnTo>
                <a:lnTo>
                  <a:pt x="429670" y="1083940"/>
                </a:lnTo>
                <a:lnTo>
                  <a:pt x="429670" y="1074175"/>
                </a:lnTo>
                <a:close/>
                <a:moveTo>
                  <a:pt x="449201" y="1093706"/>
                </a:moveTo>
                <a:lnTo>
                  <a:pt x="449201" y="1083940"/>
                </a:lnTo>
                <a:lnTo>
                  <a:pt x="449201" y="1074175"/>
                </a:lnTo>
                <a:lnTo>
                  <a:pt x="458966" y="1074175"/>
                </a:lnTo>
                <a:lnTo>
                  <a:pt x="458966" y="1083940"/>
                </a:lnTo>
                <a:lnTo>
                  <a:pt x="468731" y="1083940"/>
                </a:lnTo>
                <a:lnTo>
                  <a:pt x="468731" y="1093706"/>
                </a:lnTo>
                <a:lnTo>
                  <a:pt x="458966" y="1093706"/>
                </a:lnTo>
                <a:lnTo>
                  <a:pt x="458966" y="1103471"/>
                </a:lnTo>
                <a:lnTo>
                  <a:pt x="449201" y="1103471"/>
                </a:lnTo>
                <a:close/>
                <a:moveTo>
                  <a:pt x="458966" y="1386662"/>
                </a:moveTo>
                <a:lnTo>
                  <a:pt x="458966" y="1376897"/>
                </a:lnTo>
                <a:lnTo>
                  <a:pt x="449201" y="1376897"/>
                </a:lnTo>
                <a:lnTo>
                  <a:pt x="449201" y="1367132"/>
                </a:lnTo>
                <a:lnTo>
                  <a:pt x="458966" y="1367132"/>
                </a:lnTo>
                <a:lnTo>
                  <a:pt x="468731" y="1367132"/>
                </a:lnTo>
                <a:lnTo>
                  <a:pt x="468731" y="1376897"/>
                </a:lnTo>
                <a:lnTo>
                  <a:pt x="468731" y="1386662"/>
                </a:lnTo>
                <a:close/>
                <a:moveTo>
                  <a:pt x="429670" y="1396428"/>
                </a:moveTo>
                <a:lnTo>
                  <a:pt x="439435" y="1396428"/>
                </a:lnTo>
                <a:lnTo>
                  <a:pt x="449201" y="1396428"/>
                </a:lnTo>
                <a:lnTo>
                  <a:pt x="449201" y="1406193"/>
                </a:lnTo>
                <a:lnTo>
                  <a:pt x="439435" y="1406193"/>
                </a:lnTo>
                <a:lnTo>
                  <a:pt x="429670" y="1406193"/>
                </a:lnTo>
                <a:close/>
                <a:moveTo>
                  <a:pt x="468731" y="9765"/>
                </a:moveTo>
                <a:lnTo>
                  <a:pt x="478496" y="9765"/>
                </a:lnTo>
                <a:lnTo>
                  <a:pt x="488261" y="9765"/>
                </a:lnTo>
                <a:lnTo>
                  <a:pt x="488261" y="19530"/>
                </a:lnTo>
                <a:lnTo>
                  <a:pt x="478496" y="19530"/>
                </a:lnTo>
                <a:lnTo>
                  <a:pt x="468731" y="19530"/>
                </a:lnTo>
                <a:lnTo>
                  <a:pt x="458966" y="19530"/>
                </a:lnTo>
                <a:lnTo>
                  <a:pt x="458966" y="9765"/>
                </a:lnTo>
                <a:close/>
                <a:moveTo>
                  <a:pt x="488261" y="97652"/>
                </a:moveTo>
                <a:lnTo>
                  <a:pt x="478496" y="97652"/>
                </a:lnTo>
                <a:lnTo>
                  <a:pt x="468731" y="97652"/>
                </a:lnTo>
                <a:lnTo>
                  <a:pt x="458966" y="97652"/>
                </a:lnTo>
                <a:lnTo>
                  <a:pt x="458966" y="87887"/>
                </a:lnTo>
                <a:lnTo>
                  <a:pt x="468731" y="87887"/>
                </a:lnTo>
                <a:lnTo>
                  <a:pt x="468731" y="78122"/>
                </a:lnTo>
                <a:lnTo>
                  <a:pt x="468731" y="68357"/>
                </a:lnTo>
                <a:lnTo>
                  <a:pt x="468731" y="58591"/>
                </a:lnTo>
                <a:lnTo>
                  <a:pt x="468731" y="48826"/>
                </a:lnTo>
                <a:lnTo>
                  <a:pt x="478496" y="48826"/>
                </a:lnTo>
                <a:lnTo>
                  <a:pt x="478496" y="58591"/>
                </a:lnTo>
                <a:lnTo>
                  <a:pt x="488261" y="58591"/>
                </a:lnTo>
                <a:lnTo>
                  <a:pt x="488261" y="68357"/>
                </a:lnTo>
                <a:lnTo>
                  <a:pt x="498027" y="68357"/>
                </a:lnTo>
                <a:lnTo>
                  <a:pt x="498027" y="78122"/>
                </a:lnTo>
                <a:lnTo>
                  <a:pt x="498027" y="87887"/>
                </a:lnTo>
                <a:lnTo>
                  <a:pt x="488261" y="87887"/>
                </a:lnTo>
                <a:close/>
                <a:moveTo>
                  <a:pt x="488261" y="78122"/>
                </a:moveTo>
                <a:lnTo>
                  <a:pt x="488261" y="68357"/>
                </a:lnTo>
                <a:lnTo>
                  <a:pt x="478496" y="68357"/>
                </a:lnTo>
                <a:lnTo>
                  <a:pt x="478496" y="78122"/>
                </a:lnTo>
                <a:close/>
                <a:moveTo>
                  <a:pt x="458966" y="136713"/>
                </a:moveTo>
                <a:lnTo>
                  <a:pt x="458966" y="126948"/>
                </a:lnTo>
                <a:lnTo>
                  <a:pt x="468731" y="126948"/>
                </a:lnTo>
                <a:lnTo>
                  <a:pt x="468731" y="136713"/>
                </a:lnTo>
                <a:close/>
                <a:moveTo>
                  <a:pt x="478496" y="146478"/>
                </a:moveTo>
                <a:lnTo>
                  <a:pt x="478496" y="156244"/>
                </a:lnTo>
                <a:lnTo>
                  <a:pt x="468731" y="156244"/>
                </a:lnTo>
                <a:lnTo>
                  <a:pt x="468731" y="146478"/>
                </a:lnTo>
                <a:lnTo>
                  <a:pt x="468731" y="136713"/>
                </a:lnTo>
                <a:lnTo>
                  <a:pt x="478496" y="136713"/>
                </a:lnTo>
                <a:close/>
                <a:moveTo>
                  <a:pt x="458966" y="156244"/>
                </a:moveTo>
                <a:lnTo>
                  <a:pt x="449201" y="156244"/>
                </a:lnTo>
                <a:lnTo>
                  <a:pt x="449201" y="146478"/>
                </a:lnTo>
                <a:lnTo>
                  <a:pt x="458966" y="146478"/>
                </a:lnTo>
                <a:close/>
                <a:moveTo>
                  <a:pt x="449201" y="175774"/>
                </a:moveTo>
                <a:lnTo>
                  <a:pt x="458966" y="175774"/>
                </a:lnTo>
                <a:lnTo>
                  <a:pt x="458966" y="185539"/>
                </a:lnTo>
                <a:lnTo>
                  <a:pt x="468731" y="185539"/>
                </a:lnTo>
                <a:lnTo>
                  <a:pt x="468731" y="175774"/>
                </a:lnTo>
                <a:lnTo>
                  <a:pt x="478496" y="175774"/>
                </a:lnTo>
                <a:lnTo>
                  <a:pt x="478496" y="166009"/>
                </a:lnTo>
                <a:lnTo>
                  <a:pt x="488261" y="166009"/>
                </a:lnTo>
                <a:lnTo>
                  <a:pt x="488261" y="175774"/>
                </a:lnTo>
                <a:lnTo>
                  <a:pt x="488261" y="185539"/>
                </a:lnTo>
                <a:lnTo>
                  <a:pt x="488261" y="195305"/>
                </a:lnTo>
                <a:lnTo>
                  <a:pt x="488261" y="205070"/>
                </a:lnTo>
                <a:lnTo>
                  <a:pt x="488261" y="214835"/>
                </a:lnTo>
                <a:lnTo>
                  <a:pt x="498027" y="214835"/>
                </a:lnTo>
                <a:lnTo>
                  <a:pt x="507792" y="214835"/>
                </a:lnTo>
                <a:lnTo>
                  <a:pt x="507792" y="224600"/>
                </a:lnTo>
                <a:lnTo>
                  <a:pt x="498027" y="224600"/>
                </a:lnTo>
                <a:lnTo>
                  <a:pt x="498027" y="234365"/>
                </a:lnTo>
                <a:lnTo>
                  <a:pt x="488261" y="234365"/>
                </a:lnTo>
                <a:lnTo>
                  <a:pt x="488261" y="224600"/>
                </a:lnTo>
                <a:lnTo>
                  <a:pt x="478496" y="224600"/>
                </a:lnTo>
                <a:lnTo>
                  <a:pt x="478496" y="234365"/>
                </a:lnTo>
                <a:lnTo>
                  <a:pt x="478496" y="244131"/>
                </a:lnTo>
                <a:lnTo>
                  <a:pt x="488261" y="244131"/>
                </a:lnTo>
                <a:lnTo>
                  <a:pt x="488261" y="253896"/>
                </a:lnTo>
                <a:lnTo>
                  <a:pt x="478496" y="253896"/>
                </a:lnTo>
                <a:lnTo>
                  <a:pt x="468731" y="253896"/>
                </a:lnTo>
                <a:lnTo>
                  <a:pt x="468731" y="244131"/>
                </a:lnTo>
                <a:lnTo>
                  <a:pt x="468731" y="234365"/>
                </a:lnTo>
                <a:lnTo>
                  <a:pt x="468731" y="224600"/>
                </a:lnTo>
                <a:lnTo>
                  <a:pt x="468731" y="214835"/>
                </a:lnTo>
                <a:lnTo>
                  <a:pt x="458966" y="214835"/>
                </a:lnTo>
                <a:lnTo>
                  <a:pt x="458966" y="205070"/>
                </a:lnTo>
                <a:lnTo>
                  <a:pt x="468731" y="205070"/>
                </a:lnTo>
                <a:lnTo>
                  <a:pt x="478496" y="205070"/>
                </a:lnTo>
                <a:lnTo>
                  <a:pt x="478496" y="195305"/>
                </a:lnTo>
                <a:lnTo>
                  <a:pt x="468731" y="195305"/>
                </a:lnTo>
                <a:lnTo>
                  <a:pt x="458966" y="195305"/>
                </a:lnTo>
                <a:lnTo>
                  <a:pt x="449201" y="195305"/>
                </a:lnTo>
                <a:lnTo>
                  <a:pt x="449201" y="185539"/>
                </a:lnTo>
                <a:close/>
                <a:moveTo>
                  <a:pt x="498027" y="292957"/>
                </a:moveTo>
                <a:lnTo>
                  <a:pt x="488261" y="292957"/>
                </a:lnTo>
                <a:lnTo>
                  <a:pt x="478496" y="292957"/>
                </a:lnTo>
                <a:lnTo>
                  <a:pt x="478496" y="283192"/>
                </a:lnTo>
                <a:lnTo>
                  <a:pt x="488261" y="283192"/>
                </a:lnTo>
                <a:lnTo>
                  <a:pt x="498027" y="283192"/>
                </a:lnTo>
                <a:close/>
                <a:moveTo>
                  <a:pt x="478496" y="302722"/>
                </a:moveTo>
                <a:lnTo>
                  <a:pt x="468731" y="302722"/>
                </a:lnTo>
                <a:lnTo>
                  <a:pt x="468731" y="292957"/>
                </a:lnTo>
                <a:lnTo>
                  <a:pt x="478496" y="292957"/>
                </a:lnTo>
                <a:close/>
                <a:moveTo>
                  <a:pt x="498027" y="332018"/>
                </a:moveTo>
                <a:lnTo>
                  <a:pt x="488261" y="332018"/>
                </a:lnTo>
                <a:lnTo>
                  <a:pt x="478496" y="332018"/>
                </a:lnTo>
                <a:lnTo>
                  <a:pt x="478496" y="322253"/>
                </a:lnTo>
                <a:lnTo>
                  <a:pt x="488261" y="322253"/>
                </a:lnTo>
                <a:lnTo>
                  <a:pt x="488261" y="312487"/>
                </a:lnTo>
                <a:lnTo>
                  <a:pt x="498027" y="312487"/>
                </a:lnTo>
                <a:lnTo>
                  <a:pt x="498027" y="322253"/>
                </a:lnTo>
                <a:close/>
                <a:moveTo>
                  <a:pt x="478496" y="341783"/>
                </a:moveTo>
                <a:lnTo>
                  <a:pt x="468731" y="341783"/>
                </a:lnTo>
                <a:lnTo>
                  <a:pt x="468731" y="332018"/>
                </a:lnTo>
                <a:lnTo>
                  <a:pt x="478496" y="332018"/>
                </a:lnTo>
                <a:close/>
                <a:moveTo>
                  <a:pt x="478496" y="380844"/>
                </a:moveTo>
                <a:lnTo>
                  <a:pt x="488261" y="380844"/>
                </a:lnTo>
                <a:lnTo>
                  <a:pt x="488261" y="390609"/>
                </a:lnTo>
                <a:lnTo>
                  <a:pt x="478496" y="390609"/>
                </a:lnTo>
                <a:lnTo>
                  <a:pt x="468731" y="390609"/>
                </a:lnTo>
                <a:lnTo>
                  <a:pt x="468731" y="380844"/>
                </a:lnTo>
                <a:close/>
                <a:moveTo>
                  <a:pt x="488261" y="556618"/>
                </a:moveTo>
                <a:lnTo>
                  <a:pt x="478496" y="556618"/>
                </a:lnTo>
                <a:lnTo>
                  <a:pt x="478496" y="546853"/>
                </a:lnTo>
                <a:lnTo>
                  <a:pt x="478496" y="537088"/>
                </a:lnTo>
                <a:lnTo>
                  <a:pt x="478496" y="527322"/>
                </a:lnTo>
                <a:lnTo>
                  <a:pt x="478496" y="517557"/>
                </a:lnTo>
                <a:lnTo>
                  <a:pt x="488261" y="517557"/>
                </a:lnTo>
                <a:lnTo>
                  <a:pt x="498027" y="517557"/>
                </a:lnTo>
                <a:lnTo>
                  <a:pt x="498027" y="527322"/>
                </a:lnTo>
                <a:lnTo>
                  <a:pt x="507792" y="527322"/>
                </a:lnTo>
                <a:lnTo>
                  <a:pt x="507792" y="537088"/>
                </a:lnTo>
                <a:lnTo>
                  <a:pt x="507792" y="546853"/>
                </a:lnTo>
                <a:lnTo>
                  <a:pt x="517557" y="546853"/>
                </a:lnTo>
                <a:lnTo>
                  <a:pt x="527322" y="546853"/>
                </a:lnTo>
                <a:lnTo>
                  <a:pt x="527322" y="556618"/>
                </a:lnTo>
                <a:lnTo>
                  <a:pt x="527322" y="566383"/>
                </a:lnTo>
                <a:lnTo>
                  <a:pt x="537088" y="566383"/>
                </a:lnTo>
                <a:lnTo>
                  <a:pt x="546853" y="566383"/>
                </a:lnTo>
                <a:lnTo>
                  <a:pt x="546853" y="576148"/>
                </a:lnTo>
                <a:lnTo>
                  <a:pt x="537088" y="576148"/>
                </a:lnTo>
                <a:lnTo>
                  <a:pt x="527322" y="576148"/>
                </a:lnTo>
                <a:lnTo>
                  <a:pt x="527322" y="585914"/>
                </a:lnTo>
                <a:lnTo>
                  <a:pt x="527322" y="595679"/>
                </a:lnTo>
                <a:lnTo>
                  <a:pt x="537088" y="595679"/>
                </a:lnTo>
                <a:lnTo>
                  <a:pt x="537088" y="605444"/>
                </a:lnTo>
                <a:lnTo>
                  <a:pt x="527322" y="605444"/>
                </a:lnTo>
                <a:lnTo>
                  <a:pt x="517557" y="605444"/>
                </a:lnTo>
                <a:lnTo>
                  <a:pt x="517557" y="615209"/>
                </a:lnTo>
                <a:lnTo>
                  <a:pt x="527322" y="615209"/>
                </a:lnTo>
                <a:lnTo>
                  <a:pt x="537088" y="615209"/>
                </a:lnTo>
                <a:lnTo>
                  <a:pt x="537088" y="624975"/>
                </a:lnTo>
                <a:lnTo>
                  <a:pt x="527322" y="624975"/>
                </a:lnTo>
                <a:lnTo>
                  <a:pt x="527322" y="634740"/>
                </a:lnTo>
                <a:lnTo>
                  <a:pt x="517557" y="634740"/>
                </a:lnTo>
                <a:lnTo>
                  <a:pt x="507792" y="634740"/>
                </a:lnTo>
                <a:lnTo>
                  <a:pt x="507792" y="624975"/>
                </a:lnTo>
                <a:lnTo>
                  <a:pt x="498027" y="624975"/>
                </a:lnTo>
                <a:lnTo>
                  <a:pt x="488261" y="624975"/>
                </a:lnTo>
                <a:lnTo>
                  <a:pt x="478496" y="624975"/>
                </a:lnTo>
                <a:lnTo>
                  <a:pt x="468731" y="624975"/>
                </a:lnTo>
                <a:lnTo>
                  <a:pt x="468731" y="634740"/>
                </a:lnTo>
                <a:lnTo>
                  <a:pt x="468731" y="644505"/>
                </a:lnTo>
                <a:lnTo>
                  <a:pt x="458966" y="644505"/>
                </a:lnTo>
                <a:lnTo>
                  <a:pt x="458966" y="634740"/>
                </a:lnTo>
                <a:lnTo>
                  <a:pt x="458966" y="624975"/>
                </a:lnTo>
                <a:lnTo>
                  <a:pt x="458966" y="615209"/>
                </a:lnTo>
                <a:lnTo>
                  <a:pt x="449201" y="615209"/>
                </a:lnTo>
                <a:lnTo>
                  <a:pt x="449201" y="605444"/>
                </a:lnTo>
                <a:lnTo>
                  <a:pt x="449201" y="595679"/>
                </a:lnTo>
                <a:lnTo>
                  <a:pt x="458966" y="595679"/>
                </a:lnTo>
                <a:lnTo>
                  <a:pt x="458966" y="585914"/>
                </a:lnTo>
                <a:lnTo>
                  <a:pt x="468731" y="585914"/>
                </a:lnTo>
                <a:lnTo>
                  <a:pt x="468731" y="576148"/>
                </a:lnTo>
                <a:lnTo>
                  <a:pt x="478496" y="576148"/>
                </a:lnTo>
                <a:lnTo>
                  <a:pt x="478496" y="566383"/>
                </a:lnTo>
                <a:lnTo>
                  <a:pt x="488261" y="566383"/>
                </a:lnTo>
                <a:lnTo>
                  <a:pt x="498027" y="566383"/>
                </a:lnTo>
                <a:lnTo>
                  <a:pt x="498027" y="576148"/>
                </a:lnTo>
                <a:lnTo>
                  <a:pt x="498027" y="585914"/>
                </a:lnTo>
                <a:lnTo>
                  <a:pt x="507792" y="585914"/>
                </a:lnTo>
                <a:lnTo>
                  <a:pt x="517557" y="585914"/>
                </a:lnTo>
                <a:lnTo>
                  <a:pt x="517557" y="576148"/>
                </a:lnTo>
                <a:lnTo>
                  <a:pt x="517557" y="566383"/>
                </a:lnTo>
                <a:lnTo>
                  <a:pt x="517557" y="556618"/>
                </a:lnTo>
                <a:lnTo>
                  <a:pt x="507792" y="556618"/>
                </a:lnTo>
                <a:lnTo>
                  <a:pt x="498027" y="556618"/>
                </a:lnTo>
                <a:lnTo>
                  <a:pt x="498027" y="546853"/>
                </a:lnTo>
                <a:lnTo>
                  <a:pt x="498027" y="537088"/>
                </a:lnTo>
                <a:lnTo>
                  <a:pt x="488261" y="537088"/>
                </a:lnTo>
                <a:lnTo>
                  <a:pt x="488261" y="546853"/>
                </a:lnTo>
                <a:close/>
                <a:moveTo>
                  <a:pt x="498027" y="595679"/>
                </a:moveTo>
                <a:lnTo>
                  <a:pt x="498027" y="585914"/>
                </a:lnTo>
                <a:lnTo>
                  <a:pt x="488261" y="585914"/>
                </a:lnTo>
                <a:lnTo>
                  <a:pt x="478496" y="585914"/>
                </a:lnTo>
                <a:lnTo>
                  <a:pt x="478496" y="595679"/>
                </a:lnTo>
                <a:lnTo>
                  <a:pt x="468731" y="595679"/>
                </a:lnTo>
                <a:lnTo>
                  <a:pt x="468731" y="605444"/>
                </a:lnTo>
                <a:lnTo>
                  <a:pt x="468731" y="615209"/>
                </a:lnTo>
                <a:lnTo>
                  <a:pt x="478496" y="615209"/>
                </a:lnTo>
                <a:lnTo>
                  <a:pt x="488261" y="615209"/>
                </a:lnTo>
                <a:lnTo>
                  <a:pt x="498027" y="615209"/>
                </a:lnTo>
                <a:lnTo>
                  <a:pt x="507792" y="615209"/>
                </a:lnTo>
                <a:lnTo>
                  <a:pt x="507792" y="605444"/>
                </a:lnTo>
                <a:lnTo>
                  <a:pt x="498027" y="605444"/>
                </a:lnTo>
                <a:close/>
                <a:moveTo>
                  <a:pt x="468731" y="644505"/>
                </a:moveTo>
                <a:lnTo>
                  <a:pt x="478496" y="644505"/>
                </a:lnTo>
                <a:lnTo>
                  <a:pt x="488261" y="644505"/>
                </a:lnTo>
                <a:lnTo>
                  <a:pt x="488261" y="654270"/>
                </a:lnTo>
                <a:lnTo>
                  <a:pt x="478496" y="654270"/>
                </a:lnTo>
                <a:lnTo>
                  <a:pt x="468731" y="654270"/>
                </a:lnTo>
                <a:close/>
                <a:moveTo>
                  <a:pt x="488261" y="761688"/>
                </a:moveTo>
                <a:lnTo>
                  <a:pt x="488261" y="771453"/>
                </a:lnTo>
                <a:lnTo>
                  <a:pt x="488261" y="781218"/>
                </a:lnTo>
                <a:lnTo>
                  <a:pt x="488261" y="790984"/>
                </a:lnTo>
                <a:lnTo>
                  <a:pt x="478496" y="790984"/>
                </a:lnTo>
                <a:lnTo>
                  <a:pt x="478496" y="781218"/>
                </a:lnTo>
                <a:lnTo>
                  <a:pt x="478496" y="771453"/>
                </a:lnTo>
                <a:lnTo>
                  <a:pt x="478496" y="761688"/>
                </a:lnTo>
                <a:close/>
                <a:moveTo>
                  <a:pt x="478496" y="800749"/>
                </a:moveTo>
                <a:lnTo>
                  <a:pt x="488261" y="800749"/>
                </a:lnTo>
                <a:lnTo>
                  <a:pt x="498027" y="800749"/>
                </a:lnTo>
                <a:lnTo>
                  <a:pt x="507792" y="800749"/>
                </a:lnTo>
                <a:lnTo>
                  <a:pt x="507792" y="810514"/>
                </a:lnTo>
                <a:lnTo>
                  <a:pt x="498027" y="810514"/>
                </a:lnTo>
                <a:lnTo>
                  <a:pt x="488261" y="810514"/>
                </a:lnTo>
                <a:lnTo>
                  <a:pt x="478496" y="810514"/>
                </a:lnTo>
                <a:close/>
                <a:moveTo>
                  <a:pt x="468731" y="927697"/>
                </a:moveTo>
                <a:lnTo>
                  <a:pt x="468731" y="937462"/>
                </a:lnTo>
                <a:lnTo>
                  <a:pt x="458966" y="937462"/>
                </a:lnTo>
                <a:lnTo>
                  <a:pt x="458966" y="927697"/>
                </a:lnTo>
                <a:close/>
                <a:moveTo>
                  <a:pt x="498027" y="1083940"/>
                </a:moveTo>
                <a:lnTo>
                  <a:pt x="488261" y="1083940"/>
                </a:lnTo>
                <a:lnTo>
                  <a:pt x="488261" y="1074175"/>
                </a:lnTo>
                <a:lnTo>
                  <a:pt x="498027" y="1074175"/>
                </a:lnTo>
                <a:lnTo>
                  <a:pt x="507792" y="1074175"/>
                </a:lnTo>
                <a:lnTo>
                  <a:pt x="507792" y="1083940"/>
                </a:lnTo>
                <a:close/>
                <a:moveTo>
                  <a:pt x="468731" y="1357367"/>
                </a:moveTo>
                <a:lnTo>
                  <a:pt x="478496" y="1357367"/>
                </a:lnTo>
                <a:lnTo>
                  <a:pt x="478496" y="1347602"/>
                </a:lnTo>
                <a:lnTo>
                  <a:pt x="488261" y="1347602"/>
                </a:lnTo>
                <a:lnTo>
                  <a:pt x="488261" y="1337836"/>
                </a:lnTo>
                <a:lnTo>
                  <a:pt x="498027" y="1337836"/>
                </a:lnTo>
                <a:lnTo>
                  <a:pt x="498027" y="1347602"/>
                </a:lnTo>
                <a:lnTo>
                  <a:pt x="507792" y="1347602"/>
                </a:lnTo>
                <a:lnTo>
                  <a:pt x="507792" y="1357367"/>
                </a:lnTo>
                <a:lnTo>
                  <a:pt x="498027" y="1357367"/>
                </a:lnTo>
                <a:lnTo>
                  <a:pt x="498027" y="1367132"/>
                </a:lnTo>
                <a:lnTo>
                  <a:pt x="488261" y="1367132"/>
                </a:lnTo>
                <a:lnTo>
                  <a:pt x="478496" y="1367132"/>
                </a:lnTo>
                <a:lnTo>
                  <a:pt x="468731" y="1367132"/>
                </a:lnTo>
                <a:close/>
                <a:moveTo>
                  <a:pt x="478496" y="1406193"/>
                </a:moveTo>
                <a:lnTo>
                  <a:pt x="478496" y="1396428"/>
                </a:lnTo>
                <a:lnTo>
                  <a:pt x="488261" y="1396428"/>
                </a:lnTo>
                <a:lnTo>
                  <a:pt x="488261" y="1406193"/>
                </a:lnTo>
                <a:close/>
                <a:moveTo>
                  <a:pt x="478496" y="1406193"/>
                </a:moveTo>
                <a:lnTo>
                  <a:pt x="478496" y="1415958"/>
                </a:lnTo>
                <a:lnTo>
                  <a:pt x="468731" y="1415958"/>
                </a:lnTo>
                <a:lnTo>
                  <a:pt x="468731" y="1406193"/>
                </a:lnTo>
                <a:close/>
                <a:moveTo>
                  <a:pt x="468731" y="1425723"/>
                </a:moveTo>
                <a:lnTo>
                  <a:pt x="458966" y="1425723"/>
                </a:lnTo>
                <a:lnTo>
                  <a:pt x="458966" y="1415958"/>
                </a:lnTo>
                <a:lnTo>
                  <a:pt x="468731" y="1415958"/>
                </a:lnTo>
                <a:close/>
                <a:moveTo>
                  <a:pt x="498027" y="39061"/>
                </a:moveTo>
                <a:lnTo>
                  <a:pt x="488261" y="39061"/>
                </a:lnTo>
                <a:lnTo>
                  <a:pt x="488261" y="29296"/>
                </a:lnTo>
                <a:lnTo>
                  <a:pt x="498027" y="29296"/>
                </a:lnTo>
                <a:close/>
                <a:moveTo>
                  <a:pt x="498027" y="39061"/>
                </a:moveTo>
                <a:lnTo>
                  <a:pt x="507792" y="39061"/>
                </a:lnTo>
                <a:lnTo>
                  <a:pt x="507792" y="48826"/>
                </a:lnTo>
                <a:lnTo>
                  <a:pt x="498027" y="48826"/>
                </a:lnTo>
                <a:close/>
                <a:moveTo>
                  <a:pt x="517557" y="58591"/>
                </a:moveTo>
                <a:lnTo>
                  <a:pt x="507792" y="58591"/>
                </a:lnTo>
                <a:lnTo>
                  <a:pt x="507792" y="48826"/>
                </a:lnTo>
                <a:lnTo>
                  <a:pt x="517557" y="48826"/>
                </a:lnTo>
                <a:close/>
                <a:moveTo>
                  <a:pt x="517557" y="136713"/>
                </a:moveTo>
                <a:lnTo>
                  <a:pt x="527322" y="136713"/>
                </a:lnTo>
                <a:lnTo>
                  <a:pt x="527322" y="126948"/>
                </a:lnTo>
                <a:lnTo>
                  <a:pt x="537088" y="126948"/>
                </a:lnTo>
                <a:lnTo>
                  <a:pt x="546853" y="126948"/>
                </a:lnTo>
                <a:lnTo>
                  <a:pt x="546853" y="136713"/>
                </a:lnTo>
                <a:lnTo>
                  <a:pt x="537088" y="136713"/>
                </a:lnTo>
                <a:lnTo>
                  <a:pt x="537088" y="146478"/>
                </a:lnTo>
                <a:lnTo>
                  <a:pt x="537088" y="156244"/>
                </a:lnTo>
                <a:lnTo>
                  <a:pt x="527322" y="156244"/>
                </a:lnTo>
                <a:lnTo>
                  <a:pt x="517557" y="156244"/>
                </a:lnTo>
                <a:lnTo>
                  <a:pt x="517557" y="146478"/>
                </a:lnTo>
                <a:close/>
                <a:moveTo>
                  <a:pt x="507792" y="214835"/>
                </a:moveTo>
                <a:lnTo>
                  <a:pt x="507792" y="205070"/>
                </a:lnTo>
                <a:lnTo>
                  <a:pt x="517557" y="205070"/>
                </a:lnTo>
                <a:lnTo>
                  <a:pt x="527322" y="205070"/>
                </a:lnTo>
                <a:lnTo>
                  <a:pt x="527322" y="195305"/>
                </a:lnTo>
                <a:lnTo>
                  <a:pt x="527322" y="185539"/>
                </a:lnTo>
                <a:lnTo>
                  <a:pt x="537088" y="185539"/>
                </a:lnTo>
                <a:lnTo>
                  <a:pt x="546853" y="185539"/>
                </a:lnTo>
                <a:lnTo>
                  <a:pt x="546853" y="175774"/>
                </a:lnTo>
                <a:lnTo>
                  <a:pt x="556618" y="175774"/>
                </a:lnTo>
                <a:lnTo>
                  <a:pt x="566383" y="175774"/>
                </a:lnTo>
                <a:lnTo>
                  <a:pt x="576148" y="175774"/>
                </a:lnTo>
                <a:lnTo>
                  <a:pt x="576148" y="166009"/>
                </a:lnTo>
                <a:lnTo>
                  <a:pt x="585914" y="166009"/>
                </a:lnTo>
                <a:lnTo>
                  <a:pt x="595679" y="166009"/>
                </a:lnTo>
                <a:lnTo>
                  <a:pt x="595679" y="156244"/>
                </a:lnTo>
                <a:lnTo>
                  <a:pt x="605444" y="156244"/>
                </a:lnTo>
                <a:lnTo>
                  <a:pt x="605444" y="146478"/>
                </a:lnTo>
                <a:lnTo>
                  <a:pt x="605444" y="136713"/>
                </a:lnTo>
                <a:lnTo>
                  <a:pt x="605444" y="126948"/>
                </a:lnTo>
                <a:lnTo>
                  <a:pt x="605444" y="117183"/>
                </a:lnTo>
                <a:lnTo>
                  <a:pt x="615209" y="117183"/>
                </a:lnTo>
                <a:lnTo>
                  <a:pt x="615209" y="126948"/>
                </a:lnTo>
                <a:lnTo>
                  <a:pt x="615209" y="136713"/>
                </a:lnTo>
                <a:lnTo>
                  <a:pt x="615209" y="146478"/>
                </a:lnTo>
                <a:lnTo>
                  <a:pt x="615209" y="156244"/>
                </a:lnTo>
                <a:lnTo>
                  <a:pt x="624975" y="156244"/>
                </a:lnTo>
                <a:lnTo>
                  <a:pt x="624975" y="166009"/>
                </a:lnTo>
                <a:lnTo>
                  <a:pt x="634740" y="166009"/>
                </a:lnTo>
                <a:lnTo>
                  <a:pt x="634740" y="175774"/>
                </a:lnTo>
                <a:lnTo>
                  <a:pt x="644505" y="175774"/>
                </a:lnTo>
                <a:lnTo>
                  <a:pt x="654270" y="175774"/>
                </a:lnTo>
                <a:lnTo>
                  <a:pt x="664036" y="175774"/>
                </a:lnTo>
                <a:lnTo>
                  <a:pt x="664036" y="185539"/>
                </a:lnTo>
                <a:lnTo>
                  <a:pt x="673801" y="185539"/>
                </a:lnTo>
                <a:lnTo>
                  <a:pt x="673801" y="195305"/>
                </a:lnTo>
                <a:lnTo>
                  <a:pt x="683566" y="195305"/>
                </a:lnTo>
                <a:lnTo>
                  <a:pt x="693331" y="195305"/>
                </a:lnTo>
                <a:lnTo>
                  <a:pt x="703096" y="195305"/>
                </a:lnTo>
                <a:lnTo>
                  <a:pt x="712862" y="195305"/>
                </a:lnTo>
                <a:lnTo>
                  <a:pt x="722627" y="195305"/>
                </a:lnTo>
                <a:lnTo>
                  <a:pt x="722627" y="205070"/>
                </a:lnTo>
                <a:lnTo>
                  <a:pt x="722627" y="214835"/>
                </a:lnTo>
                <a:lnTo>
                  <a:pt x="732392" y="214835"/>
                </a:lnTo>
                <a:lnTo>
                  <a:pt x="732392" y="224600"/>
                </a:lnTo>
                <a:lnTo>
                  <a:pt x="742157" y="224600"/>
                </a:lnTo>
                <a:lnTo>
                  <a:pt x="742157" y="234365"/>
                </a:lnTo>
                <a:lnTo>
                  <a:pt x="732392" y="234365"/>
                </a:lnTo>
                <a:lnTo>
                  <a:pt x="722627" y="234365"/>
                </a:lnTo>
                <a:lnTo>
                  <a:pt x="722627" y="244131"/>
                </a:lnTo>
                <a:lnTo>
                  <a:pt x="722627" y="253896"/>
                </a:lnTo>
                <a:lnTo>
                  <a:pt x="722627" y="263661"/>
                </a:lnTo>
                <a:lnTo>
                  <a:pt x="712862" y="263661"/>
                </a:lnTo>
                <a:lnTo>
                  <a:pt x="712862" y="253896"/>
                </a:lnTo>
                <a:lnTo>
                  <a:pt x="703096" y="253896"/>
                </a:lnTo>
                <a:lnTo>
                  <a:pt x="703096" y="244131"/>
                </a:lnTo>
                <a:lnTo>
                  <a:pt x="693331" y="244131"/>
                </a:lnTo>
                <a:lnTo>
                  <a:pt x="693331" y="253896"/>
                </a:lnTo>
                <a:lnTo>
                  <a:pt x="693331" y="263661"/>
                </a:lnTo>
                <a:lnTo>
                  <a:pt x="693331" y="273426"/>
                </a:lnTo>
                <a:lnTo>
                  <a:pt x="703096" y="273426"/>
                </a:lnTo>
                <a:lnTo>
                  <a:pt x="703096" y="283192"/>
                </a:lnTo>
                <a:lnTo>
                  <a:pt x="703096" y="292957"/>
                </a:lnTo>
                <a:lnTo>
                  <a:pt x="693331" y="292957"/>
                </a:lnTo>
                <a:lnTo>
                  <a:pt x="693331" y="302722"/>
                </a:lnTo>
                <a:lnTo>
                  <a:pt x="683566" y="302722"/>
                </a:lnTo>
                <a:lnTo>
                  <a:pt x="673801" y="302722"/>
                </a:lnTo>
                <a:lnTo>
                  <a:pt x="673801" y="292957"/>
                </a:lnTo>
                <a:lnTo>
                  <a:pt x="683566" y="292957"/>
                </a:lnTo>
                <a:lnTo>
                  <a:pt x="683566" y="283192"/>
                </a:lnTo>
                <a:lnTo>
                  <a:pt x="683566" y="273426"/>
                </a:lnTo>
                <a:lnTo>
                  <a:pt x="673801" y="273426"/>
                </a:lnTo>
                <a:lnTo>
                  <a:pt x="673801" y="263661"/>
                </a:lnTo>
                <a:lnTo>
                  <a:pt x="673801" y="253896"/>
                </a:lnTo>
                <a:lnTo>
                  <a:pt x="673801" y="244131"/>
                </a:lnTo>
                <a:lnTo>
                  <a:pt x="673801" y="234365"/>
                </a:lnTo>
                <a:lnTo>
                  <a:pt x="664036" y="234365"/>
                </a:lnTo>
                <a:lnTo>
                  <a:pt x="664036" y="224600"/>
                </a:lnTo>
                <a:lnTo>
                  <a:pt x="654270" y="224600"/>
                </a:lnTo>
                <a:lnTo>
                  <a:pt x="654270" y="214835"/>
                </a:lnTo>
                <a:lnTo>
                  <a:pt x="644505" y="214835"/>
                </a:lnTo>
                <a:lnTo>
                  <a:pt x="634740" y="214835"/>
                </a:lnTo>
                <a:lnTo>
                  <a:pt x="624975" y="214835"/>
                </a:lnTo>
                <a:lnTo>
                  <a:pt x="624975" y="205070"/>
                </a:lnTo>
                <a:lnTo>
                  <a:pt x="615209" y="205070"/>
                </a:lnTo>
                <a:lnTo>
                  <a:pt x="615209" y="195305"/>
                </a:lnTo>
                <a:lnTo>
                  <a:pt x="605444" y="195305"/>
                </a:lnTo>
                <a:lnTo>
                  <a:pt x="605444" y="205070"/>
                </a:lnTo>
                <a:lnTo>
                  <a:pt x="595679" y="205070"/>
                </a:lnTo>
                <a:lnTo>
                  <a:pt x="585914" y="205070"/>
                </a:lnTo>
                <a:lnTo>
                  <a:pt x="585914" y="195305"/>
                </a:lnTo>
                <a:lnTo>
                  <a:pt x="576148" y="195305"/>
                </a:lnTo>
                <a:lnTo>
                  <a:pt x="576148" y="205070"/>
                </a:lnTo>
                <a:lnTo>
                  <a:pt x="566383" y="205070"/>
                </a:lnTo>
                <a:lnTo>
                  <a:pt x="556618" y="205070"/>
                </a:lnTo>
                <a:lnTo>
                  <a:pt x="556618" y="195305"/>
                </a:lnTo>
                <a:lnTo>
                  <a:pt x="546853" y="195305"/>
                </a:lnTo>
                <a:lnTo>
                  <a:pt x="537088" y="195305"/>
                </a:lnTo>
                <a:lnTo>
                  <a:pt x="537088" y="205070"/>
                </a:lnTo>
                <a:lnTo>
                  <a:pt x="546853" y="205070"/>
                </a:lnTo>
                <a:lnTo>
                  <a:pt x="546853" y="214835"/>
                </a:lnTo>
                <a:lnTo>
                  <a:pt x="556618" y="214835"/>
                </a:lnTo>
                <a:lnTo>
                  <a:pt x="556618" y="224600"/>
                </a:lnTo>
                <a:lnTo>
                  <a:pt x="546853" y="224600"/>
                </a:lnTo>
                <a:lnTo>
                  <a:pt x="546853" y="234365"/>
                </a:lnTo>
                <a:lnTo>
                  <a:pt x="537088" y="234365"/>
                </a:lnTo>
                <a:lnTo>
                  <a:pt x="527322" y="234365"/>
                </a:lnTo>
                <a:lnTo>
                  <a:pt x="527322" y="224600"/>
                </a:lnTo>
                <a:lnTo>
                  <a:pt x="527322" y="214835"/>
                </a:lnTo>
                <a:lnTo>
                  <a:pt x="517557" y="214835"/>
                </a:lnTo>
                <a:close/>
                <a:moveTo>
                  <a:pt x="517557" y="273426"/>
                </a:moveTo>
                <a:lnTo>
                  <a:pt x="507792" y="273426"/>
                </a:lnTo>
                <a:lnTo>
                  <a:pt x="507792" y="263661"/>
                </a:lnTo>
                <a:lnTo>
                  <a:pt x="498027" y="263661"/>
                </a:lnTo>
                <a:lnTo>
                  <a:pt x="498027" y="253896"/>
                </a:lnTo>
                <a:lnTo>
                  <a:pt x="507792" y="253896"/>
                </a:lnTo>
                <a:lnTo>
                  <a:pt x="507792" y="244131"/>
                </a:lnTo>
                <a:lnTo>
                  <a:pt x="507792" y="234365"/>
                </a:lnTo>
                <a:lnTo>
                  <a:pt x="517557" y="234365"/>
                </a:lnTo>
                <a:lnTo>
                  <a:pt x="527322" y="234365"/>
                </a:lnTo>
                <a:lnTo>
                  <a:pt x="527322" y="244131"/>
                </a:lnTo>
                <a:lnTo>
                  <a:pt x="527322" y="253896"/>
                </a:lnTo>
                <a:lnTo>
                  <a:pt x="517557" y="253896"/>
                </a:lnTo>
                <a:lnTo>
                  <a:pt x="517557" y="263661"/>
                </a:lnTo>
                <a:lnTo>
                  <a:pt x="527322" y="263661"/>
                </a:lnTo>
                <a:lnTo>
                  <a:pt x="527322" y="273426"/>
                </a:lnTo>
                <a:lnTo>
                  <a:pt x="537088" y="273426"/>
                </a:lnTo>
                <a:lnTo>
                  <a:pt x="537088" y="283192"/>
                </a:lnTo>
                <a:lnTo>
                  <a:pt x="546853" y="283192"/>
                </a:lnTo>
                <a:lnTo>
                  <a:pt x="546853" y="273426"/>
                </a:lnTo>
                <a:lnTo>
                  <a:pt x="556618" y="273426"/>
                </a:lnTo>
                <a:lnTo>
                  <a:pt x="566383" y="273426"/>
                </a:lnTo>
                <a:lnTo>
                  <a:pt x="576148" y="273426"/>
                </a:lnTo>
                <a:lnTo>
                  <a:pt x="585914" y="273426"/>
                </a:lnTo>
                <a:lnTo>
                  <a:pt x="585914" y="263661"/>
                </a:lnTo>
                <a:lnTo>
                  <a:pt x="585914" y="253896"/>
                </a:lnTo>
                <a:lnTo>
                  <a:pt x="585914" y="244131"/>
                </a:lnTo>
                <a:lnTo>
                  <a:pt x="595679" y="244131"/>
                </a:lnTo>
                <a:lnTo>
                  <a:pt x="595679" y="253896"/>
                </a:lnTo>
                <a:lnTo>
                  <a:pt x="605444" y="253896"/>
                </a:lnTo>
                <a:lnTo>
                  <a:pt x="615209" y="253896"/>
                </a:lnTo>
                <a:lnTo>
                  <a:pt x="615209" y="263661"/>
                </a:lnTo>
                <a:lnTo>
                  <a:pt x="615209" y="273426"/>
                </a:lnTo>
                <a:lnTo>
                  <a:pt x="605444" y="273426"/>
                </a:lnTo>
                <a:lnTo>
                  <a:pt x="595679" y="273426"/>
                </a:lnTo>
                <a:lnTo>
                  <a:pt x="595679" y="283192"/>
                </a:lnTo>
                <a:lnTo>
                  <a:pt x="585914" y="283192"/>
                </a:lnTo>
                <a:lnTo>
                  <a:pt x="576148" y="283192"/>
                </a:lnTo>
                <a:lnTo>
                  <a:pt x="576148" y="292957"/>
                </a:lnTo>
                <a:lnTo>
                  <a:pt x="566383" y="292957"/>
                </a:lnTo>
                <a:lnTo>
                  <a:pt x="556618" y="292957"/>
                </a:lnTo>
                <a:lnTo>
                  <a:pt x="546853" y="292957"/>
                </a:lnTo>
                <a:lnTo>
                  <a:pt x="546853" y="302722"/>
                </a:lnTo>
                <a:lnTo>
                  <a:pt x="537088" y="302722"/>
                </a:lnTo>
                <a:lnTo>
                  <a:pt x="527322" y="302722"/>
                </a:lnTo>
                <a:lnTo>
                  <a:pt x="527322" y="312487"/>
                </a:lnTo>
                <a:lnTo>
                  <a:pt x="527322" y="322253"/>
                </a:lnTo>
                <a:lnTo>
                  <a:pt x="517557" y="322253"/>
                </a:lnTo>
                <a:lnTo>
                  <a:pt x="517557" y="312487"/>
                </a:lnTo>
                <a:lnTo>
                  <a:pt x="507792" y="312487"/>
                </a:lnTo>
                <a:lnTo>
                  <a:pt x="498027" y="312487"/>
                </a:lnTo>
                <a:lnTo>
                  <a:pt x="498027" y="302722"/>
                </a:lnTo>
                <a:lnTo>
                  <a:pt x="507792" y="302722"/>
                </a:lnTo>
                <a:lnTo>
                  <a:pt x="507792" y="292957"/>
                </a:lnTo>
                <a:lnTo>
                  <a:pt x="517557" y="292957"/>
                </a:lnTo>
                <a:lnTo>
                  <a:pt x="517557" y="283192"/>
                </a:lnTo>
                <a:close/>
                <a:moveTo>
                  <a:pt x="507792" y="341783"/>
                </a:moveTo>
                <a:lnTo>
                  <a:pt x="507792" y="332018"/>
                </a:lnTo>
                <a:lnTo>
                  <a:pt x="517557" y="332018"/>
                </a:lnTo>
                <a:lnTo>
                  <a:pt x="527322" y="332018"/>
                </a:lnTo>
                <a:lnTo>
                  <a:pt x="537088" y="332018"/>
                </a:lnTo>
                <a:lnTo>
                  <a:pt x="537088" y="341783"/>
                </a:lnTo>
                <a:lnTo>
                  <a:pt x="546853" y="341783"/>
                </a:lnTo>
                <a:lnTo>
                  <a:pt x="546853" y="351548"/>
                </a:lnTo>
                <a:lnTo>
                  <a:pt x="546853" y="361313"/>
                </a:lnTo>
                <a:lnTo>
                  <a:pt x="546853" y="371079"/>
                </a:lnTo>
                <a:lnTo>
                  <a:pt x="537088" y="371079"/>
                </a:lnTo>
                <a:lnTo>
                  <a:pt x="537088" y="361313"/>
                </a:lnTo>
                <a:lnTo>
                  <a:pt x="527322" y="361313"/>
                </a:lnTo>
                <a:lnTo>
                  <a:pt x="527322" y="351548"/>
                </a:lnTo>
                <a:lnTo>
                  <a:pt x="527322" y="341783"/>
                </a:lnTo>
                <a:lnTo>
                  <a:pt x="517557" y="341783"/>
                </a:lnTo>
                <a:lnTo>
                  <a:pt x="517557" y="351548"/>
                </a:lnTo>
                <a:lnTo>
                  <a:pt x="507792" y="351548"/>
                </a:lnTo>
                <a:close/>
                <a:moveTo>
                  <a:pt x="488261" y="351548"/>
                </a:moveTo>
                <a:lnTo>
                  <a:pt x="498027" y="351548"/>
                </a:lnTo>
                <a:lnTo>
                  <a:pt x="498027" y="361313"/>
                </a:lnTo>
                <a:lnTo>
                  <a:pt x="507792" y="361313"/>
                </a:lnTo>
                <a:lnTo>
                  <a:pt x="517557" y="361313"/>
                </a:lnTo>
                <a:lnTo>
                  <a:pt x="527322" y="361313"/>
                </a:lnTo>
                <a:lnTo>
                  <a:pt x="527322" y="371079"/>
                </a:lnTo>
                <a:lnTo>
                  <a:pt x="527322" y="380844"/>
                </a:lnTo>
                <a:lnTo>
                  <a:pt x="517557" y="380844"/>
                </a:lnTo>
                <a:lnTo>
                  <a:pt x="517557" y="371079"/>
                </a:lnTo>
                <a:lnTo>
                  <a:pt x="507792" y="371079"/>
                </a:lnTo>
                <a:lnTo>
                  <a:pt x="498027" y="371079"/>
                </a:lnTo>
                <a:lnTo>
                  <a:pt x="488261" y="371079"/>
                </a:lnTo>
                <a:lnTo>
                  <a:pt x="488261" y="361313"/>
                </a:lnTo>
                <a:close/>
                <a:moveTo>
                  <a:pt x="517557" y="439435"/>
                </a:moveTo>
                <a:lnTo>
                  <a:pt x="507792" y="439435"/>
                </a:lnTo>
                <a:lnTo>
                  <a:pt x="507792" y="429670"/>
                </a:lnTo>
                <a:lnTo>
                  <a:pt x="498027" y="429670"/>
                </a:lnTo>
                <a:lnTo>
                  <a:pt x="498027" y="419905"/>
                </a:lnTo>
                <a:lnTo>
                  <a:pt x="488261" y="419905"/>
                </a:lnTo>
                <a:lnTo>
                  <a:pt x="488261" y="410140"/>
                </a:lnTo>
                <a:lnTo>
                  <a:pt x="488261" y="400374"/>
                </a:lnTo>
                <a:lnTo>
                  <a:pt x="498027" y="400374"/>
                </a:lnTo>
                <a:lnTo>
                  <a:pt x="498027" y="410140"/>
                </a:lnTo>
                <a:lnTo>
                  <a:pt x="507792" y="410140"/>
                </a:lnTo>
                <a:lnTo>
                  <a:pt x="507792" y="419905"/>
                </a:lnTo>
                <a:lnTo>
                  <a:pt x="517557" y="419905"/>
                </a:lnTo>
                <a:lnTo>
                  <a:pt x="517557" y="429670"/>
                </a:lnTo>
                <a:lnTo>
                  <a:pt x="527322" y="429670"/>
                </a:lnTo>
                <a:lnTo>
                  <a:pt x="527322" y="439435"/>
                </a:lnTo>
                <a:lnTo>
                  <a:pt x="537088" y="439435"/>
                </a:lnTo>
                <a:lnTo>
                  <a:pt x="537088" y="449201"/>
                </a:lnTo>
                <a:lnTo>
                  <a:pt x="527322" y="449201"/>
                </a:lnTo>
                <a:lnTo>
                  <a:pt x="517557" y="449201"/>
                </a:lnTo>
                <a:close/>
                <a:moveTo>
                  <a:pt x="517557" y="458966"/>
                </a:moveTo>
                <a:lnTo>
                  <a:pt x="517557" y="468731"/>
                </a:lnTo>
                <a:lnTo>
                  <a:pt x="507792" y="468731"/>
                </a:lnTo>
                <a:lnTo>
                  <a:pt x="507792" y="458966"/>
                </a:lnTo>
                <a:close/>
                <a:moveTo>
                  <a:pt x="498027" y="488261"/>
                </a:moveTo>
                <a:lnTo>
                  <a:pt x="488261" y="488261"/>
                </a:lnTo>
                <a:lnTo>
                  <a:pt x="488261" y="478496"/>
                </a:lnTo>
                <a:lnTo>
                  <a:pt x="498027" y="478496"/>
                </a:lnTo>
                <a:close/>
                <a:moveTo>
                  <a:pt x="498027" y="507792"/>
                </a:moveTo>
                <a:lnTo>
                  <a:pt x="488261" y="507792"/>
                </a:lnTo>
                <a:lnTo>
                  <a:pt x="488261" y="498027"/>
                </a:lnTo>
                <a:lnTo>
                  <a:pt x="498027" y="498027"/>
                </a:lnTo>
                <a:close/>
                <a:moveTo>
                  <a:pt x="498027" y="517557"/>
                </a:moveTo>
                <a:lnTo>
                  <a:pt x="498027" y="507792"/>
                </a:lnTo>
                <a:lnTo>
                  <a:pt x="507792" y="507792"/>
                </a:lnTo>
                <a:lnTo>
                  <a:pt x="507792" y="517557"/>
                </a:lnTo>
                <a:close/>
                <a:moveTo>
                  <a:pt x="517557" y="517557"/>
                </a:moveTo>
                <a:lnTo>
                  <a:pt x="517557" y="527322"/>
                </a:lnTo>
                <a:lnTo>
                  <a:pt x="507792" y="527322"/>
                </a:lnTo>
                <a:lnTo>
                  <a:pt x="507792" y="517557"/>
                </a:lnTo>
                <a:close/>
                <a:moveTo>
                  <a:pt x="507792" y="654270"/>
                </a:moveTo>
                <a:lnTo>
                  <a:pt x="498027" y="654270"/>
                </a:lnTo>
                <a:lnTo>
                  <a:pt x="498027" y="644505"/>
                </a:lnTo>
                <a:lnTo>
                  <a:pt x="498027" y="634740"/>
                </a:lnTo>
                <a:lnTo>
                  <a:pt x="507792" y="634740"/>
                </a:lnTo>
                <a:lnTo>
                  <a:pt x="507792" y="644505"/>
                </a:lnTo>
                <a:close/>
                <a:moveTo>
                  <a:pt x="517557" y="664036"/>
                </a:moveTo>
                <a:lnTo>
                  <a:pt x="517557" y="673801"/>
                </a:lnTo>
                <a:lnTo>
                  <a:pt x="527322" y="673801"/>
                </a:lnTo>
                <a:lnTo>
                  <a:pt x="537088" y="673801"/>
                </a:lnTo>
                <a:lnTo>
                  <a:pt x="537088" y="683566"/>
                </a:lnTo>
                <a:lnTo>
                  <a:pt x="546853" y="683566"/>
                </a:lnTo>
                <a:lnTo>
                  <a:pt x="546853" y="693331"/>
                </a:lnTo>
                <a:lnTo>
                  <a:pt x="546853" y="703096"/>
                </a:lnTo>
                <a:lnTo>
                  <a:pt x="537088" y="703096"/>
                </a:lnTo>
                <a:lnTo>
                  <a:pt x="527322" y="703096"/>
                </a:lnTo>
                <a:lnTo>
                  <a:pt x="527322" y="693331"/>
                </a:lnTo>
                <a:lnTo>
                  <a:pt x="517557" y="693331"/>
                </a:lnTo>
                <a:lnTo>
                  <a:pt x="507792" y="693331"/>
                </a:lnTo>
                <a:lnTo>
                  <a:pt x="507792" y="683566"/>
                </a:lnTo>
                <a:lnTo>
                  <a:pt x="507792" y="673801"/>
                </a:lnTo>
                <a:lnTo>
                  <a:pt x="507792" y="664036"/>
                </a:lnTo>
                <a:close/>
                <a:moveTo>
                  <a:pt x="488261" y="693331"/>
                </a:moveTo>
                <a:lnTo>
                  <a:pt x="498027" y="693331"/>
                </a:lnTo>
                <a:lnTo>
                  <a:pt x="498027" y="703096"/>
                </a:lnTo>
                <a:lnTo>
                  <a:pt x="498027" y="712862"/>
                </a:lnTo>
                <a:lnTo>
                  <a:pt x="498027" y="722627"/>
                </a:lnTo>
                <a:lnTo>
                  <a:pt x="488261" y="722627"/>
                </a:lnTo>
                <a:lnTo>
                  <a:pt x="488261" y="712862"/>
                </a:lnTo>
                <a:lnTo>
                  <a:pt x="488261" y="703096"/>
                </a:lnTo>
                <a:close/>
                <a:moveTo>
                  <a:pt x="517557" y="703096"/>
                </a:moveTo>
                <a:lnTo>
                  <a:pt x="517557" y="712862"/>
                </a:lnTo>
                <a:lnTo>
                  <a:pt x="507792" y="712862"/>
                </a:lnTo>
                <a:lnTo>
                  <a:pt x="507792" y="703096"/>
                </a:lnTo>
                <a:close/>
                <a:moveTo>
                  <a:pt x="517557" y="712862"/>
                </a:moveTo>
                <a:lnTo>
                  <a:pt x="527322" y="712862"/>
                </a:lnTo>
                <a:lnTo>
                  <a:pt x="527322" y="722627"/>
                </a:lnTo>
                <a:lnTo>
                  <a:pt x="517557" y="722627"/>
                </a:lnTo>
                <a:close/>
                <a:moveTo>
                  <a:pt x="517557" y="722627"/>
                </a:moveTo>
                <a:lnTo>
                  <a:pt x="517557" y="732392"/>
                </a:lnTo>
                <a:lnTo>
                  <a:pt x="507792" y="732392"/>
                </a:lnTo>
                <a:lnTo>
                  <a:pt x="507792" y="742157"/>
                </a:lnTo>
                <a:lnTo>
                  <a:pt x="498027" y="742157"/>
                </a:lnTo>
                <a:lnTo>
                  <a:pt x="498027" y="732392"/>
                </a:lnTo>
                <a:lnTo>
                  <a:pt x="498027" y="722627"/>
                </a:lnTo>
                <a:lnTo>
                  <a:pt x="507792" y="722627"/>
                </a:lnTo>
                <a:close/>
                <a:moveTo>
                  <a:pt x="498027" y="781218"/>
                </a:moveTo>
                <a:lnTo>
                  <a:pt x="498027" y="771453"/>
                </a:lnTo>
                <a:lnTo>
                  <a:pt x="498027" y="761688"/>
                </a:lnTo>
                <a:lnTo>
                  <a:pt x="488261" y="761688"/>
                </a:lnTo>
                <a:lnTo>
                  <a:pt x="488261" y="751923"/>
                </a:lnTo>
                <a:lnTo>
                  <a:pt x="498027" y="751923"/>
                </a:lnTo>
                <a:lnTo>
                  <a:pt x="507792" y="751923"/>
                </a:lnTo>
                <a:lnTo>
                  <a:pt x="507792" y="742157"/>
                </a:lnTo>
                <a:lnTo>
                  <a:pt x="517557" y="742157"/>
                </a:lnTo>
                <a:lnTo>
                  <a:pt x="517557" y="751923"/>
                </a:lnTo>
                <a:lnTo>
                  <a:pt x="517557" y="761688"/>
                </a:lnTo>
                <a:lnTo>
                  <a:pt x="517557" y="771453"/>
                </a:lnTo>
                <a:lnTo>
                  <a:pt x="517557" y="781218"/>
                </a:lnTo>
                <a:lnTo>
                  <a:pt x="517557" y="790984"/>
                </a:lnTo>
                <a:lnTo>
                  <a:pt x="507792" y="790984"/>
                </a:lnTo>
                <a:lnTo>
                  <a:pt x="498027" y="790984"/>
                </a:lnTo>
                <a:close/>
                <a:moveTo>
                  <a:pt x="537088" y="1093706"/>
                </a:moveTo>
                <a:lnTo>
                  <a:pt x="527322" y="1093706"/>
                </a:lnTo>
                <a:lnTo>
                  <a:pt x="517557" y="1093706"/>
                </a:lnTo>
                <a:lnTo>
                  <a:pt x="517557" y="1083940"/>
                </a:lnTo>
                <a:lnTo>
                  <a:pt x="527322" y="1083940"/>
                </a:lnTo>
                <a:lnTo>
                  <a:pt x="537088" y="1083940"/>
                </a:lnTo>
                <a:lnTo>
                  <a:pt x="546853" y="1083940"/>
                </a:lnTo>
                <a:lnTo>
                  <a:pt x="546853" y="1093706"/>
                </a:lnTo>
                <a:close/>
                <a:moveTo>
                  <a:pt x="527322" y="1279245"/>
                </a:moveTo>
                <a:lnTo>
                  <a:pt x="527322" y="1269480"/>
                </a:lnTo>
                <a:lnTo>
                  <a:pt x="517557" y="1269480"/>
                </a:lnTo>
                <a:lnTo>
                  <a:pt x="517557" y="1259714"/>
                </a:lnTo>
                <a:lnTo>
                  <a:pt x="527322" y="1259714"/>
                </a:lnTo>
                <a:lnTo>
                  <a:pt x="537088" y="1259714"/>
                </a:lnTo>
                <a:lnTo>
                  <a:pt x="537088" y="1269480"/>
                </a:lnTo>
                <a:lnTo>
                  <a:pt x="537088" y="1279245"/>
                </a:lnTo>
                <a:close/>
                <a:moveTo>
                  <a:pt x="527322" y="1289010"/>
                </a:moveTo>
                <a:lnTo>
                  <a:pt x="517557" y="1289010"/>
                </a:lnTo>
                <a:lnTo>
                  <a:pt x="517557" y="1279245"/>
                </a:lnTo>
                <a:lnTo>
                  <a:pt x="527322" y="1279245"/>
                </a:lnTo>
                <a:close/>
                <a:moveTo>
                  <a:pt x="517557" y="1318306"/>
                </a:moveTo>
                <a:lnTo>
                  <a:pt x="517557" y="1308541"/>
                </a:lnTo>
                <a:lnTo>
                  <a:pt x="527322" y="1308541"/>
                </a:lnTo>
                <a:lnTo>
                  <a:pt x="527322" y="1318306"/>
                </a:lnTo>
                <a:close/>
                <a:moveTo>
                  <a:pt x="517557" y="1318306"/>
                </a:moveTo>
                <a:lnTo>
                  <a:pt x="517557" y="1328071"/>
                </a:lnTo>
                <a:lnTo>
                  <a:pt x="507792" y="1328071"/>
                </a:lnTo>
                <a:lnTo>
                  <a:pt x="507792" y="1318306"/>
                </a:lnTo>
                <a:close/>
                <a:moveTo>
                  <a:pt x="498027" y="1328071"/>
                </a:moveTo>
                <a:lnTo>
                  <a:pt x="507792" y="1328071"/>
                </a:lnTo>
                <a:lnTo>
                  <a:pt x="507792" y="1337836"/>
                </a:lnTo>
                <a:lnTo>
                  <a:pt x="498027" y="1337836"/>
                </a:lnTo>
                <a:close/>
                <a:moveTo>
                  <a:pt x="566383" y="146478"/>
                </a:moveTo>
                <a:lnTo>
                  <a:pt x="556618" y="146478"/>
                </a:lnTo>
                <a:lnTo>
                  <a:pt x="546853" y="146478"/>
                </a:lnTo>
                <a:lnTo>
                  <a:pt x="546853" y="136713"/>
                </a:lnTo>
                <a:lnTo>
                  <a:pt x="556618" y="136713"/>
                </a:lnTo>
                <a:lnTo>
                  <a:pt x="556618" y="126948"/>
                </a:lnTo>
                <a:lnTo>
                  <a:pt x="566383" y="126948"/>
                </a:lnTo>
                <a:lnTo>
                  <a:pt x="566383" y="117183"/>
                </a:lnTo>
                <a:lnTo>
                  <a:pt x="576148" y="117183"/>
                </a:lnTo>
                <a:lnTo>
                  <a:pt x="585914" y="117183"/>
                </a:lnTo>
                <a:lnTo>
                  <a:pt x="595679" y="117183"/>
                </a:lnTo>
                <a:lnTo>
                  <a:pt x="595679" y="126948"/>
                </a:lnTo>
                <a:lnTo>
                  <a:pt x="585914" y="126948"/>
                </a:lnTo>
                <a:lnTo>
                  <a:pt x="585914" y="136713"/>
                </a:lnTo>
                <a:lnTo>
                  <a:pt x="576148" y="136713"/>
                </a:lnTo>
                <a:lnTo>
                  <a:pt x="566383" y="136713"/>
                </a:lnTo>
                <a:close/>
                <a:moveTo>
                  <a:pt x="537088" y="175774"/>
                </a:moveTo>
                <a:lnTo>
                  <a:pt x="537088" y="166009"/>
                </a:lnTo>
                <a:lnTo>
                  <a:pt x="537088" y="156244"/>
                </a:lnTo>
                <a:lnTo>
                  <a:pt x="546853" y="156244"/>
                </a:lnTo>
                <a:lnTo>
                  <a:pt x="546853" y="166009"/>
                </a:lnTo>
                <a:lnTo>
                  <a:pt x="546853" y="175774"/>
                </a:lnTo>
                <a:close/>
                <a:moveTo>
                  <a:pt x="566383" y="322253"/>
                </a:moveTo>
                <a:lnTo>
                  <a:pt x="566383" y="332018"/>
                </a:lnTo>
                <a:lnTo>
                  <a:pt x="556618" y="332018"/>
                </a:lnTo>
                <a:lnTo>
                  <a:pt x="546853" y="332018"/>
                </a:lnTo>
                <a:lnTo>
                  <a:pt x="537088" y="332018"/>
                </a:lnTo>
                <a:lnTo>
                  <a:pt x="537088" y="322253"/>
                </a:lnTo>
                <a:lnTo>
                  <a:pt x="537088" y="312487"/>
                </a:lnTo>
                <a:lnTo>
                  <a:pt x="546853" y="312487"/>
                </a:lnTo>
                <a:lnTo>
                  <a:pt x="556618" y="312487"/>
                </a:lnTo>
                <a:lnTo>
                  <a:pt x="556618" y="322253"/>
                </a:lnTo>
                <a:close/>
                <a:moveTo>
                  <a:pt x="527322" y="380844"/>
                </a:moveTo>
                <a:lnTo>
                  <a:pt x="537088" y="380844"/>
                </a:lnTo>
                <a:lnTo>
                  <a:pt x="537088" y="390609"/>
                </a:lnTo>
                <a:lnTo>
                  <a:pt x="537088" y="400374"/>
                </a:lnTo>
                <a:lnTo>
                  <a:pt x="537088" y="410140"/>
                </a:lnTo>
                <a:lnTo>
                  <a:pt x="527322" y="410140"/>
                </a:lnTo>
                <a:lnTo>
                  <a:pt x="527322" y="400374"/>
                </a:lnTo>
                <a:lnTo>
                  <a:pt x="527322" y="390609"/>
                </a:lnTo>
                <a:close/>
                <a:moveTo>
                  <a:pt x="546853" y="468731"/>
                </a:moveTo>
                <a:lnTo>
                  <a:pt x="546853" y="458966"/>
                </a:lnTo>
                <a:lnTo>
                  <a:pt x="546853" y="449201"/>
                </a:lnTo>
                <a:lnTo>
                  <a:pt x="546853" y="439435"/>
                </a:lnTo>
                <a:lnTo>
                  <a:pt x="546853" y="429670"/>
                </a:lnTo>
                <a:lnTo>
                  <a:pt x="537088" y="429670"/>
                </a:lnTo>
                <a:lnTo>
                  <a:pt x="537088" y="419905"/>
                </a:lnTo>
                <a:lnTo>
                  <a:pt x="546853" y="419905"/>
                </a:lnTo>
                <a:lnTo>
                  <a:pt x="556618" y="419905"/>
                </a:lnTo>
                <a:lnTo>
                  <a:pt x="556618" y="429670"/>
                </a:lnTo>
                <a:lnTo>
                  <a:pt x="566383" y="429670"/>
                </a:lnTo>
                <a:lnTo>
                  <a:pt x="576148" y="429670"/>
                </a:lnTo>
                <a:lnTo>
                  <a:pt x="576148" y="439435"/>
                </a:lnTo>
                <a:lnTo>
                  <a:pt x="585914" y="439435"/>
                </a:lnTo>
                <a:lnTo>
                  <a:pt x="585914" y="429670"/>
                </a:lnTo>
                <a:lnTo>
                  <a:pt x="585914" y="419905"/>
                </a:lnTo>
                <a:lnTo>
                  <a:pt x="595679" y="419905"/>
                </a:lnTo>
                <a:lnTo>
                  <a:pt x="595679" y="429670"/>
                </a:lnTo>
                <a:lnTo>
                  <a:pt x="605444" y="429670"/>
                </a:lnTo>
                <a:lnTo>
                  <a:pt x="605444" y="419905"/>
                </a:lnTo>
                <a:lnTo>
                  <a:pt x="615209" y="419905"/>
                </a:lnTo>
                <a:lnTo>
                  <a:pt x="615209" y="429670"/>
                </a:lnTo>
                <a:lnTo>
                  <a:pt x="624975" y="429670"/>
                </a:lnTo>
                <a:lnTo>
                  <a:pt x="624975" y="439435"/>
                </a:lnTo>
                <a:lnTo>
                  <a:pt x="624975" y="449201"/>
                </a:lnTo>
                <a:lnTo>
                  <a:pt x="634740" y="449201"/>
                </a:lnTo>
                <a:lnTo>
                  <a:pt x="634740" y="458966"/>
                </a:lnTo>
                <a:lnTo>
                  <a:pt x="634740" y="468731"/>
                </a:lnTo>
                <a:lnTo>
                  <a:pt x="624975" y="468731"/>
                </a:lnTo>
                <a:lnTo>
                  <a:pt x="624975" y="478496"/>
                </a:lnTo>
                <a:lnTo>
                  <a:pt x="615209" y="478496"/>
                </a:lnTo>
                <a:lnTo>
                  <a:pt x="615209" y="468731"/>
                </a:lnTo>
                <a:lnTo>
                  <a:pt x="605444" y="468731"/>
                </a:lnTo>
                <a:lnTo>
                  <a:pt x="605444" y="478496"/>
                </a:lnTo>
                <a:lnTo>
                  <a:pt x="605444" y="488261"/>
                </a:lnTo>
                <a:lnTo>
                  <a:pt x="595679" y="488261"/>
                </a:lnTo>
                <a:lnTo>
                  <a:pt x="595679" y="498027"/>
                </a:lnTo>
                <a:lnTo>
                  <a:pt x="585914" y="498027"/>
                </a:lnTo>
                <a:lnTo>
                  <a:pt x="576148" y="498027"/>
                </a:lnTo>
                <a:lnTo>
                  <a:pt x="566383" y="498027"/>
                </a:lnTo>
                <a:lnTo>
                  <a:pt x="566383" y="488261"/>
                </a:lnTo>
                <a:lnTo>
                  <a:pt x="556618" y="488261"/>
                </a:lnTo>
                <a:lnTo>
                  <a:pt x="556618" y="478496"/>
                </a:lnTo>
                <a:lnTo>
                  <a:pt x="556618" y="468731"/>
                </a:lnTo>
                <a:close/>
                <a:moveTo>
                  <a:pt x="566383" y="478496"/>
                </a:moveTo>
                <a:lnTo>
                  <a:pt x="566383" y="488261"/>
                </a:lnTo>
                <a:lnTo>
                  <a:pt x="576148" y="488261"/>
                </a:lnTo>
                <a:lnTo>
                  <a:pt x="576148" y="478496"/>
                </a:lnTo>
                <a:close/>
                <a:moveTo>
                  <a:pt x="576148" y="449201"/>
                </a:moveTo>
                <a:lnTo>
                  <a:pt x="576148" y="458966"/>
                </a:lnTo>
                <a:lnTo>
                  <a:pt x="576148" y="468731"/>
                </a:lnTo>
                <a:lnTo>
                  <a:pt x="585914" y="468731"/>
                </a:lnTo>
                <a:lnTo>
                  <a:pt x="585914" y="458966"/>
                </a:lnTo>
                <a:lnTo>
                  <a:pt x="585914" y="449201"/>
                </a:lnTo>
                <a:close/>
                <a:moveTo>
                  <a:pt x="537088" y="488261"/>
                </a:moveTo>
                <a:lnTo>
                  <a:pt x="527322" y="488261"/>
                </a:lnTo>
                <a:lnTo>
                  <a:pt x="527322" y="478496"/>
                </a:lnTo>
                <a:lnTo>
                  <a:pt x="537088" y="478496"/>
                </a:lnTo>
                <a:lnTo>
                  <a:pt x="546853" y="478496"/>
                </a:lnTo>
                <a:lnTo>
                  <a:pt x="546853" y="488261"/>
                </a:lnTo>
                <a:close/>
                <a:moveTo>
                  <a:pt x="556618" y="488261"/>
                </a:moveTo>
                <a:lnTo>
                  <a:pt x="556618" y="498027"/>
                </a:lnTo>
                <a:lnTo>
                  <a:pt x="546853" y="498027"/>
                </a:lnTo>
                <a:lnTo>
                  <a:pt x="546853" y="488261"/>
                </a:lnTo>
                <a:close/>
                <a:moveTo>
                  <a:pt x="546853" y="507792"/>
                </a:moveTo>
                <a:lnTo>
                  <a:pt x="537088" y="507792"/>
                </a:lnTo>
                <a:lnTo>
                  <a:pt x="537088" y="498027"/>
                </a:lnTo>
                <a:lnTo>
                  <a:pt x="546853" y="498027"/>
                </a:lnTo>
                <a:close/>
                <a:moveTo>
                  <a:pt x="537088" y="517557"/>
                </a:moveTo>
                <a:lnTo>
                  <a:pt x="537088" y="527322"/>
                </a:lnTo>
                <a:lnTo>
                  <a:pt x="527322" y="527322"/>
                </a:lnTo>
                <a:lnTo>
                  <a:pt x="527322" y="517557"/>
                </a:lnTo>
                <a:close/>
                <a:moveTo>
                  <a:pt x="556618" y="546853"/>
                </a:moveTo>
                <a:lnTo>
                  <a:pt x="556618" y="537088"/>
                </a:lnTo>
                <a:lnTo>
                  <a:pt x="546853" y="537088"/>
                </a:lnTo>
                <a:lnTo>
                  <a:pt x="546853" y="527322"/>
                </a:lnTo>
                <a:lnTo>
                  <a:pt x="556618" y="527322"/>
                </a:lnTo>
                <a:lnTo>
                  <a:pt x="566383" y="527322"/>
                </a:lnTo>
                <a:lnTo>
                  <a:pt x="566383" y="517557"/>
                </a:lnTo>
                <a:lnTo>
                  <a:pt x="576148" y="517557"/>
                </a:lnTo>
                <a:lnTo>
                  <a:pt x="585914" y="517557"/>
                </a:lnTo>
                <a:lnTo>
                  <a:pt x="595679" y="517557"/>
                </a:lnTo>
                <a:lnTo>
                  <a:pt x="595679" y="527322"/>
                </a:lnTo>
                <a:lnTo>
                  <a:pt x="585914" y="527322"/>
                </a:lnTo>
                <a:lnTo>
                  <a:pt x="585914" y="537088"/>
                </a:lnTo>
                <a:lnTo>
                  <a:pt x="576148" y="537088"/>
                </a:lnTo>
                <a:lnTo>
                  <a:pt x="566383" y="537088"/>
                </a:lnTo>
                <a:lnTo>
                  <a:pt x="566383" y="546853"/>
                </a:lnTo>
                <a:lnTo>
                  <a:pt x="566383" y="556618"/>
                </a:lnTo>
                <a:lnTo>
                  <a:pt x="566383" y="566383"/>
                </a:lnTo>
                <a:lnTo>
                  <a:pt x="556618" y="566383"/>
                </a:lnTo>
                <a:lnTo>
                  <a:pt x="556618" y="556618"/>
                </a:lnTo>
                <a:lnTo>
                  <a:pt x="546853" y="556618"/>
                </a:lnTo>
                <a:lnTo>
                  <a:pt x="546853" y="546853"/>
                </a:lnTo>
                <a:close/>
                <a:moveTo>
                  <a:pt x="527322" y="537088"/>
                </a:moveTo>
                <a:lnTo>
                  <a:pt x="517557" y="537088"/>
                </a:lnTo>
                <a:lnTo>
                  <a:pt x="517557" y="527322"/>
                </a:lnTo>
                <a:lnTo>
                  <a:pt x="527322" y="527322"/>
                </a:lnTo>
                <a:close/>
                <a:moveTo>
                  <a:pt x="546853" y="546853"/>
                </a:moveTo>
                <a:lnTo>
                  <a:pt x="537088" y="546853"/>
                </a:lnTo>
                <a:lnTo>
                  <a:pt x="537088" y="537088"/>
                </a:lnTo>
                <a:lnTo>
                  <a:pt x="546853" y="537088"/>
                </a:lnTo>
                <a:close/>
                <a:moveTo>
                  <a:pt x="537088" y="615209"/>
                </a:moveTo>
                <a:lnTo>
                  <a:pt x="537088" y="605444"/>
                </a:lnTo>
                <a:lnTo>
                  <a:pt x="546853" y="605444"/>
                </a:lnTo>
                <a:lnTo>
                  <a:pt x="546853" y="615209"/>
                </a:lnTo>
                <a:close/>
                <a:moveTo>
                  <a:pt x="537088" y="654270"/>
                </a:moveTo>
                <a:lnTo>
                  <a:pt x="537088" y="664036"/>
                </a:lnTo>
                <a:lnTo>
                  <a:pt x="527322" y="664036"/>
                </a:lnTo>
                <a:lnTo>
                  <a:pt x="527322" y="654270"/>
                </a:lnTo>
                <a:close/>
                <a:moveTo>
                  <a:pt x="556618" y="673801"/>
                </a:moveTo>
                <a:lnTo>
                  <a:pt x="556618" y="664036"/>
                </a:lnTo>
                <a:lnTo>
                  <a:pt x="556618" y="654270"/>
                </a:lnTo>
                <a:lnTo>
                  <a:pt x="566383" y="654270"/>
                </a:lnTo>
                <a:lnTo>
                  <a:pt x="566383" y="664036"/>
                </a:lnTo>
                <a:lnTo>
                  <a:pt x="566383" y="673801"/>
                </a:lnTo>
                <a:close/>
                <a:moveTo>
                  <a:pt x="537088" y="673801"/>
                </a:moveTo>
                <a:lnTo>
                  <a:pt x="537088" y="664036"/>
                </a:lnTo>
                <a:lnTo>
                  <a:pt x="546853" y="664036"/>
                </a:lnTo>
                <a:lnTo>
                  <a:pt x="546853" y="673801"/>
                </a:lnTo>
                <a:close/>
                <a:moveTo>
                  <a:pt x="576148" y="693331"/>
                </a:moveTo>
                <a:lnTo>
                  <a:pt x="566383" y="693331"/>
                </a:lnTo>
                <a:lnTo>
                  <a:pt x="556618" y="693331"/>
                </a:lnTo>
                <a:lnTo>
                  <a:pt x="556618" y="683566"/>
                </a:lnTo>
                <a:lnTo>
                  <a:pt x="566383" y="683566"/>
                </a:lnTo>
                <a:lnTo>
                  <a:pt x="566383" y="673801"/>
                </a:lnTo>
                <a:lnTo>
                  <a:pt x="576148" y="673801"/>
                </a:lnTo>
                <a:lnTo>
                  <a:pt x="576148" y="683566"/>
                </a:lnTo>
                <a:lnTo>
                  <a:pt x="585914" y="683566"/>
                </a:lnTo>
                <a:lnTo>
                  <a:pt x="595679" y="683566"/>
                </a:lnTo>
                <a:lnTo>
                  <a:pt x="595679" y="693331"/>
                </a:lnTo>
                <a:lnTo>
                  <a:pt x="585914" y="693331"/>
                </a:lnTo>
                <a:close/>
                <a:moveTo>
                  <a:pt x="537088" y="742157"/>
                </a:moveTo>
                <a:lnTo>
                  <a:pt x="537088" y="732392"/>
                </a:lnTo>
                <a:lnTo>
                  <a:pt x="546853" y="732392"/>
                </a:lnTo>
                <a:lnTo>
                  <a:pt x="556618" y="732392"/>
                </a:lnTo>
                <a:lnTo>
                  <a:pt x="566383" y="732392"/>
                </a:lnTo>
                <a:lnTo>
                  <a:pt x="566383" y="722627"/>
                </a:lnTo>
                <a:lnTo>
                  <a:pt x="576148" y="722627"/>
                </a:lnTo>
                <a:lnTo>
                  <a:pt x="585914" y="722627"/>
                </a:lnTo>
                <a:lnTo>
                  <a:pt x="585914" y="732392"/>
                </a:lnTo>
                <a:lnTo>
                  <a:pt x="585914" y="742157"/>
                </a:lnTo>
                <a:lnTo>
                  <a:pt x="576148" y="742157"/>
                </a:lnTo>
                <a:lnTo>
                  <a:pt x="576148" y="751923"/>
                </a:lnTo>
                <a:lnTo>
                  <a:pt x="566383" y="751923"/>
                </a:lnTo>
                <a:lnTo>
                  <a:pt x="566383" y="742157"/>
                </a:lnTo>
                <a:lnTo>
                  <a:pt x="556618" y="742157"/>
                </a:lnTo>
                <a:lnTo>
                  <a:pt x="556618" y="751923"/>
                </a:lnTo>
                <a:lnTo>
                  <a:pt x="546853" y="751923"/>
                </a:lnTo>
                <a:lnTo>
                  <a:pt x="537088" y="751923"/>
                </a:lnTo>
                <a:close/>
                <a:moveTo>
                  <a:pt x="556618" y="771453"/>
                </a:moveTo>
                <a:lnTo>
                  <a:pt x="556618" y="781218"/>
                </a:lnTo>
                <a:lnTo>
                  <a:pt x="546853" y="781218"/>
                </a:lnTo>
                <a:lnTo>
                  <a:pt x="546853" y="771453"/>
                </a:lnTo>
                <a:close/>
                <a:moveTo>
                  <a:pt x="546853" y="790984"/>
                </a:moveTo>
                <a:lnTo>
                  <a:pt x="537088" y="790984"/>
                </a:lnTo>
                <a:lnTo>
                  <a:pt x="537088" y="781218"/>
                </a:lnTo>
                <a:lnTo>
                  <a:pt x="546853" y="781218"/>
                </a:lnTo>
                <a:close/>
                <a:moveTo>
                  <a:pt x="537088" y="1005819"/>
                </a:moveTo>
                <a:lnTo>
                  <a:pt x="527322" y="1005819"/>
                </a:lnTo>
                <a:lnTo>
                  <a:pt x="527322" y="996053"/>
                </a:lnTo>
                <a:lnTo>
                  <a:pt x="537088" y="996053"/>
                </a:lnTo>
                <a:close/>
                <a:moveTo>
                  <a:pt x="556618" y="1064410"/>
                </a:moveTo>
                <a:lnTo>
                  <a:pt x="546853" y="1064410"/>
                </a:lnTo>
                <a:lnTo>
                  <a:pt x="546853" y="1054645"/>
                </a:lnTo>
                <a:lnTo>
                  <a:pt x="556618" y="1054645"/>
                </a:lnTo>
                <a:close/>
                <a:moveTo>
                  <a:pt x="556618" y="1269480"/>
                </a:moveTo>
                <a:lnTo>
                  <a:pt x="556618" y="1279245"/>
                </a:lnTo>
                <a:lnTo>
                  <a:pt x="546853" y="1279245"/>
                </a:lnTo>
                <a:lnTo>
                  <a:pt x="546853" y="1269480"/>
                </a:lnTo>
                <a:close/>
                <a:moveTo>
                  <a:pt x="546853" y="1298775"/>
                </a:moveTo>
                <a:lnTo>
                  <a:pt x="537088" y="1298775"/>
                </a:lnTo>
                <a:lnTo>
                  <a:pt x="537088" y="1289010"/>
                </a:lnTo>
                <a:lnTo>
                  <a:pt x="537088" y="1279245"/>
                </a:lnTo>
                <a:lnTo>
                  <a:pt x="546853" y="1279245"/>
                </a:lnTo>
                <a:lnTo>
                  <a:pt x="546853" y="1289010"/>
                </a:lnTo>
                <a:close/>
                <a:moveTo>
                  <a:pt x="537088" y="1298775"/>
                </a:moveTo>
                <a:lnTo>
                  <a:pt x="537088" y="1308541"/>
                </a:lnTo>
                <a:lnTo>
                  <a:pt x="527322" y="1308541"/>
                </a:lnTo>
                <a:lnTo>
                  <a:pt x="527322" y="1298775"/>
                </a:lnTo>
                <a:close/>
                <a:moveTo>
                  <a:pt x="556618" y="1328071"/>
                </a:moveTo>
                <a:lnTo>
                  <a:pt x="546853" y="1328071"/>
                </a:lnTo>
                <a:lnTo>
                  <a:pt x="546853" y="1318306"/>
                </a:lnTo>
                <a:lnTo>
                  <a:pt x="556618" y="1318306"/>
                </a:lnTo>
                <a:close/>
                <a:moveTo>
                  <a:pt x="566383" y="87887"/>
                </a:moveTo>
                <a:lnTo>
                  <a:pt x="566383" y="97652"/>
                </a:lnTo>
                <a:lnTo>
                  <a:pt x="556618" y="97652"/>
                </a:lnTo>
                <a:lnTo>
                  <a:pt x="556618" y="87887"/>
                </a:lnTo>
                <a:close/>
                <a:moveTo>
                  <a:pt x="576148" y="253896"/>
                </a:moveTo>
                <a:lnTo>
                  <a:pt x="576148" y="263661"/>
                </a:lnTo>
                <a:lnTo>
                  <a:pt x="566383" y="263661"/>
                </a:lnTo>
                <a:lnTo>
                  <a:pt x="556618" y="263661"/>
                </a:lnTo>
                <a:lnTo>
                  <a:pt x="556618" y="253896"/>
                </a:lnTo>
                <a:lnTo>
                  <a:pt x="556618" y="244131"/>
                </a:lnTo>
                <a:lnTo>
                  <a:pt x="566383" y="244131"/>
                </a:lnTo>
                <a:lnTo>
                  <a:pt x="566383" y="234365"/>
                </a:lnTo>
                <a:lnTo>
                  <a:pt x="576148" y="234365"/>
                </a:lnTo>
                <a:lnTo>
                  <a:pt x="576148" y="244131"/>
                </a:lnTo>
                <a:close/>
                <a:moveTo>
                  <a:pt x="595679" y="351548"/>
                </a:moveTo>
                <a:lnTo>
                  <a:pt x="595679" y="361313"/>
                </a:lnTo>
                <a:lnTo>
                  <a:pt x="585914" y="361313"/>
                </a:lnTo>
                <a:lnTo>
                  <a:pt x="585914" y="351548"/>
                </a:lnTo>
                <a:lnTo>
                  <a:pt x="585914" y="341783"/>
                </a:lnTo>
                <a:lnTo>
                  <a:pt x="595679" y="341783"/>
                </a:lnTo>
                <a:lnTo>
                  <a:pt x="595679" y="332018"/>
                </a:lnTo>
                <a:lnTo>
                  <a:pt x="595679" y="322253"/>
                </a:lnTo>
                <a:lnTo>
                  <a:pt x="605444" y="322253"/>
                </a:lnTo>
                <a:lnTo>
                  <a:pt x="615209" y="322253"/>
                </a:lnTo>
                <a:lnTo>
                  <a:pt x="615209" y="332018"/>
                </a:lnTo>
                <a:lnTo>
                  <a:pt x="605444" y="332018"/>
                </a:lnTo>
                <a:lnTo>
                  <a:pt x="605444" y="341783"/>
                </a:lnTo>
                <a:lnTo>
                  <a:pt x="605444" y="351548"/>
                </a:lnTo>
                <a:close/>
                <a:moveTo>
                  <a:pt x="566383" y="371079"/>
                </a:moveTo>
                <a:lnTo>
                  <a:pt x="566383" y="361313"/>
                </a:lnTo>
                <a:lnTo>
                  <a:pt x="576148" y="361313"/>
                </a:lnTo>
                <a:lnTo>
                  <a:pt x="576148" y="371079"/>
                </a:lnTo>
                <a:lnTo>
                  <a:pt x="576148" y="380844"/>
                </a:lnTo>
                <a:lnTo>
                  <a:pt x="566383" y="380844"/>
                </a:lnTo>
                <a:lnTo>
                  <a:pt x="556618" y="380844"/>
                </a:lnTo>
                <a:lnTo>
                  <a:pt x="556618" y="371079"/>
                </a:lnTo>
                <a:close/>
                <a:moveTo>
                  <a:pt x="576148" y="576148"/>
                </a:moveTo>
                <a:lnTo>
                  <a:pt x="576148" y="566383"/>
                </a:lnTo>
                <a:lnTo>
                  <a:pt x="576148" y="556618"/>
                </a:lnTo>
                <a:lnTo>
                  <a:pt x="585914" y="556618"/>
                </a:lnTo>
                <a:lnTo>
                  <a:pt x="585914" y="546853"/>
                </a:lnTo>
                <a:lnTo>
                  <a:pt x="585914" y="537088"/>
                </a:lnTo>
                <a:lnTo>
                  <a:pt x="595679" y="537088"/>
                </a:lnTo>
                <a:lnTo>
                  <a:pt x="595679" y="546853"/>
                </a:lnTo>
                <a:lnTo>
                  <a:pt x="605444" y="546853"/>
                </a:lnTo>
                <a:lnTo>
                  <a:pt x="605444" y="537088"/>
                </a:lnTo>
                <a:lnTo>
                  <a:pt x="615209" y="537088"/>
                </a:lnTo>
                <a:lnTo>
                  <a:pt x="615209" y="546853"/>
                </a:lnTo>
                <a:lnTo>
                  <a:pt x="624975" y="546853"/>
                </a:lnTo>
                <a:lnTo>
                  <a:pt x="624975" y="556618"/>
                </a:lnTo>
                <a:lnTo>
                  <a:pt x="624975" y="566383"/>
                </a:lnTo>
                <a:lnTo>
                  <a:pt x="624975" y="576148"/>
                </a:lnTo>
                <a:lnTo>
                  <a:pt x="624975" y="585914"/>
                </a:lnTo>
                <a:lnTo>
                  <a:pt x="615209" y="585914"/>
                </a:lnTo>
                <a:lnTo>
                  <a:pt x="605444" y="585914"/>
                </a:lnTo>
                <a:lnTo>
                  <a:pt x="595679" y="585914"/>
                </a:lnTo>
                <a:lnTo>
                  <a:pt x="595679" y="595679"/>
                </a:lnTo>
                <a:lnTo>
                  <a:pt x="585914" y="595679"/>
                </a:lnTo>
                <a:lnTo>
                  <a:pt x="585914" y="585914"/>
                </a:lnTo>
                <a:lnTo>
                  <a:pt x="576148" y="585914"/>
                </a:lnTo>
                <a:close/>
                <a:moveTo>
                  <a:pt x="566383" y="605444"/>
                </a:moveTo>
                <a:lnTo>
                  <a:pt x="566383" y="615209"/>
                </a:lnTo>
                <a:lnTo>
                  <a:pt x="556618" y="615209"/>
                </a:lnTo>
                <a:lnTo>
                  <a:pt x="556618" y="605444"/>
                </a:lnTo>
                <a:lnTo>
                  <a:pt x="556618" y="595679"/>
                </a:lnTo>
                <a:lnTo>
                  <a:pt x="556618" y="585914"/>
                </a:lnTo>
                <a:lnTo>
                  <a:pt x="566383" y="585914"/>
                </a:lnTo>
                <a:lnTo>
                  <a:pt x="576148" y="585914"/>
                </a:lnTo>
                <a:lnTo>
                  <a:pt x="576148" y="595679"/>
                </a:lnTo>
                <a:lnTo>
                  <a:pt x="576148" y="605444"/>
                </a:lnTo>
                <a:close/>
                <a:moveTo>
                  <a:pt x="576148" y="644505"/>
                </a:moveTo>
                <a:lnTo>
                  <a:pt x="566383" y="644505"/>
                </a:lnTo>
                <a:lnTo>
                  <a:pt x="566383" y="634740"/>
                </a:lnTo>
                <a:lnTo>
                  <a:pt x="566383" y="624975"/>
                </a:lnTo>
                <a:lnTo>
                  <a:pt x="576148" y="624975"/>
                </a:lnTo>
                <a:lnTo>
                  <a:pt x="576148" y="615209"/>
                </a:lnTo>
                <a:lnTo>
                  <a:pt x="585914" y="615209"/>
                </a:lnTo>
                <a:lnTo>
                  <a:pt x="585914" y="624975"/>
                </a:lnTo>
                <a:lnTo>
                  <a:pt x="585914" y="634740"/>
                </a:lnTo>
                <a:lnTo>
                  <a:pt x="576148" y="634740"/>
                </a:lnTo>
                <a:close/>
                <a:moveTo>
                  <a:pt x="585914" y="996053"/>
                </a:moveTo>
                <a:lnTo>
                  <a:pt x="595679" y="996053"/>
                </a:lnTo>
                <a:lnTo>
                  <a:pt x="595679" y="1005819"/>
                </a:lnTo>
                <a:lnTo>
                  <a:pt x="585914" y="1005819"/>
                </a:lnTo>
                <a:close/>
                <a:moveTo>
                  <a:pt x="585914" y="1074175"/>
                </a:moveTo>
                <a:lnTo>
                  <a:pt x="595679" y="1074175"/>
                </a:lnTo>
                <a:lnTo>
                  <a:pt x="595679" y="1083940"/>
                </a:lnTo>
                <a:lnTo>
                  <a:pt x="595679" y="1093706"/>
                </a:lnTo>
                <a:lnTo>
                  <a:pt x="595679" y="1103471"/>
                </a:lnTo>
                <a:lnTo>
                  <a:pt x="595679" y="1113236"/>
                </a:lnTo>
                <a:lnTo>
                  <a:pt x="585914" y="1113236"/>
                </a:lnTo>
                <a:lnTo>
                  <a:pt x="585914" y="1103471"/>
                </a:lnTo>
                <a:lnTo>
                  <a:pt x="585914" y="1093706"/>
                </a:lnTo>
                <a:lnTo>
                  <a:pt x="585914" y="1083940"/>
                </a:lnTo>
                <a:close/>
                <a:moveTo>
                  <a:pt x="595679" y="1201123"/>
                </a:moveTo>
                <a:lnTo>
                  <a:pt x="605444" y="1201123"/>
                </a:lnTo>
                <a:lnTo>
                  <a:pt x="605444" y="1210888"/>
                </a:lnTo>
                <a:lnTo>
                  <a:pt x="595679" y="1210888"/>
                </a:lnTo>
                <a:lnTo>
                  <a:pt x="585914" y="1210888"/>
                </a:lnTo>
                <a:lnTo>
                  <a:pt x="576148" y="1210888"/>
                </a:lnTo>
                <a:lnTo>
                  <a:pt x="576148" y="1201123"/>
                </a:lnTo>
                <a:lnTo>
                  <a:pt x="585914" y="1201123"/>
                </a:lnTo>
                <a:close/>
                <a:moveTo>
                  <a:pt x="576148" y="1220654"/>
                </a:moveTo>
                <a:lnTo>
                  <a:pt x="576148" y="1230419"/>
                </a:lnTo>
                <a:lnTo>
                  <a:pt x="576148" y="1240184"/>
                </a:lnTo>
                <a:lnTo>
                  <a:pt x="576148" y="1249949"/>
                </a:lnTo>
                <a:lnTo>
                  <a:pt x="566383" y="1249949"/>
                </a:lnTo>
                <a:lnTo>
                  <a:pt x="566383" y="1240184"/>
                </a:lnTo>
                <a:lnTo>
                  <a:pt x="566383" y="1230419"/>
                </a:lnTo>
                <a:lnTo>
                  <a:pt x="566383" y="1220654"/>
                </a:lnTo>
                <a:lnTo>
                  <a:pt x="566383" y="1210888"/>
                </a:lnTo>
                <a:lnTo>
                  <a:pt x="576148" y="1210888"/>
                </a:lnTo>
                <a:close/>
                <a:moveTo>
                  <a:pt x="595679" y="1269480"/>
                </a:moveTo>
                <a:lnTo>
                  <a:pt x="585914" y="1269480"/>
                </a:lnTo>
                <a:lnTo>
                  <a:pt x="585914" y="1259714"/>
                </a:lnTo>
                <a:lnTo>
                  <a:pt x="595679" y="1259714"/>
                </a:lnTo>
                <a:close/>
                <a:moveTo>
                  <a:pt x="566383" y="1318306"/>
                </a:moveTo>
                <a:lnTo>
                  <a:pt x="556618" y="1318306"/>
                </a:lnTo>
                <a:lnTo>
                  <a:pt x="556618" y="1308541"/>
                </a:lnTo>
                <a:lnTo>
                  <a:pt x="566383" y="1308541"/>
                </a:lnTo>
                <a:close/>
                <a:moveTo>
                  <a:pt x="634740" y="117183"/>
                </a:moveTo>
                <a:lnTo>
                  <a:pt x="624975" y="117183"/>
                </a:lnTo>
                <a:lnTo>
                  <a:pt x="624975" y="107418"/>
                </a:lnTo>
                <a:lnTo>
                  <a:pt x="615209" y="107418"/>
                </a:lnTo>
                <a:lnTo>
                  <a:pt x="605444" y="107418"/>
                </a:lnTo>
                <a:lnTo>
                  <a:pt x="605444" y="97652"/>
                </a:lnTo>
                <a:lnTo>
                  <a:pt x="615209" y="97652"/>
                </a:lnTo>
                <a:lnTo>
                  <a:pt x="624975" y="97652"/>
                </a:lnTo>
                <a:lnTo>
                  <a:pt x="634740" y="97652"/>
                </a:lnTo>
                <a:lnTo>
                  <a:pt x="634740" y="107418"/>
                </a:lnTo>
                <a:close/>
                <a:moveTo>
                  <a:pt x="634740" y="224600"/>
                </a:moveTo>
                <a:lnTo>
                  <a:pt x="634740" y="234365"/>
                </a:lnTo>
                <a:lnTo>
                  <a:pt x="624975" y="234365"/>
                </a:lnTo>
                <a:lnTo>
                  <a:pt x="624975" y="224600"/>
                </a:lnTo>
                <a:close/>
                <a:moveTo>
                  <a:pt x="634740" y="263661"/>
                </a:moveTo>
                <a:lnTo>
                  <a:pt x="644505" y="263661"/>
                </a:lnTo>
                <a:lnTo>
                  <a:pt x="644505" y="273426"/>
                </a:lnTo>
                <a:lnTo>
                  <a:pt x="634740" y="273426"/>
                </a:lnTo>
                <a:lnTo>
                  <a:pt x="634740" y="283192"/>
                </a:lnTo>
                <a:lnTo>
                  <a:pt x="624975" y="283192"/>
                </a:lnTo>
                <a:lnTo>
                  <a:pt x="615209" y="283192"/>
                </a:lnTo>
                <a:lnTo>
                  <a:pt x="615209" y="273426"/>
                </a:lnTo>
                <a:lnTo>
                  <a:pt x="624975" y="273426"/>
                </a:lnTo>
                <a:lnTo>
                  <a:pt x="624975" y="263661"/>
                </a:lnTo>
                <a:close/>
                <a:moveTo>
                  <a:pt x="615209" y="400374"/>
                </a:moveTo>
                <a:lnTo>
                  <a:pt x="605444" y="400374"/>
                </a:lnTo>
                <a:lnTo>
                  <a:pt x="605444" y="390609"/>
                </a:lnTo>
                <a:lnTo>
                  <a:pt x="595679" y="390609"/>
                </a:lnTo>
                <a:lnTo>
                  <a:pt x="595679" y="380844"/>
                </a:lnTo>
                <a:lnTo>
                  <a:pt x="595679" y="371079"/>
                </a:lnTo>
                <a:lnTo>
                  <a:pt x="595679" y="361313"/>
                </a:lnTo>
                <a:lnTo>
                  <a:pt x="605444" y="361313"/>
                </a:lnTo>
                <a:lnTo>
                  <a:pt x="605444" y="351548"/>
                </a:lnTo>
                <a:lnTo>
                  <a:pt x="615209" y="351548"/>
                </a:lnTo>
                <a:lnTo>
                  <a:pt x="615209" y="361313"/>
                </a:lnTo>
                <a:lnTo>
                  <a:pt x="615209" y="371079"/>
                </a:lnTo>
                <a:lnTo>
                  <a:pt x="624975" y="371079"/>
                </a:lnTo>
                <a:lnTo>
                  <a:pt x="624975" y="361313"/>
                </a:lnTo>
                <a:lnTo>
                  <a:pt x="634740" y="361313"/>
                </a:lnTo>
                <a:lnTo>
                  <a:pt x="634740" y="371079"/>
                </a:lnTo>
                <a:lnTo>
                  <a:pt x="634740" y="380844"/>
                </a:lnTo>
                <a:lnTo>
                  <a:pt x="634740" y="390609"/>
                </a:lnTo>
                <a:lnTo>
                  <a:pt x="634740" y="400374"/>
                </a:lnTo>
                <a:lnTo>
                  <a:pt x="624975" y="400374"/>
                </a:lnTo>
                <a:close/>
                <a:moveTo>
                  <a:pt x="605444" y="380844"/>
                </a:moveTo>
                <a:lnTo>
                  <a:pt x="605444" y="390609"/>
                </a:lnTo>
                <a:lnTo>
                  <a:pt x="615209" y="390609"/>
                </a:lnTo>
                <a:lnTo>
                  <a:pt x="624975" y="390609"/>
                </a:lnTo>
                <a:lnTo>
                  <a:pt x="624975" y="380844"/>
                </a:lnTo>
                <a:lnTo>
                  <a:pt x="615209" y="380844"/>
                </a:lnTo>
                <a:close/>
                <a:moveTo>
                  <a:pt x="605444" y="419905"/>
                </a:moveTo>
                <a:lnTo>
                  <a:pt x="595679" y="419905"/>
                </a:lnTo>
                <a:lnTo>
                  <a:pt x="595679" y="410140"/>
                </a:lnTo>
                <a:lnTo>
                  <a:pt x="605444" y="410140"/>
                </a:lnTo>
                <a:close/>
                <a:moveTo>
                  <a:pt x="634740" y="507792"/>
                </a:moveTo>
                <a:lnTo>
                  <a:pt x="634740" y="498027"/>
                </a:lnTo>
                <a:lnTo>
                  <a:pt x="624975" y="498027"/>
                </a:lnTo>
                <a:lnTo>
                  <a:pt x="624975" y="488261"/>
                </a:lnTo>
                <a:lnTo>
                  <a:pt x="634740" y="488261"/>
                </a:lnTo>
                <a:lnTo>
                  <a:pt x="634740" y="478496"/>
                </a:lnTo>
                <a:lnTo>
                  <a:pt x="644505" y="478496"/>
                </a:lnTo>
                <a:lnTo>
                  <a:pt x="644505" y="468731"/>
                </a:lnTo>
                <a:lnTo>
                  <a:pt x="654270" y="468731"/>
                </a:lnTo>
                <a:lnTo>
                  <a:pt x="664036" y="468731"/>
                </a:lnTo>
                <a:lnTo>
                  <a:pt x="664036" y="458966"/>
                </a:lnTo>
                <a:lnTo>
                  <a:pt x="654270" y="458966"/>
                </a:lnTo>
                <a:lnTo>
                  <a:pt x="644505" y="458966"/>
                </a:lnTo>
                <a:lnTo>
                  <a:pt x="644505" y="449201"/>
                </a:lnTo>
                <a:lnTo>
                  <a:pt x="634740" y="449201"/>
                </a:lnTo>
                <a:lnTo>
                  <a:pt x="634740" y="439435"/>
                </a:lnTo>
                <a:lnTo>
                  <a:pt x="634740" y="429670"/>
                </a:lnTo>
                <a:lnTo>
                  <a:pt x="634740" y="419905"/>
                </a:lnTo>
                <a:lnTo>
                  <a:pt x="634740" y="410140"/>
                </a:lnTo>
                <a:lnTo>
                  <a:pt x="634740" y="400374"/>
                </a:lnTo>
                <a:lnTo>
                  <a:pt x="644505" y="400374"/>
                </a:lnTo>
                <a:lnTo>
                  <a:pt x="654270" y="400374"/>
                </a:lnTo>
                <a:lnTo>
                  <a:pt x="664036" y="400374"/>
                </a:lnTo>
                <a:lnTo>
                  <a:pt x="673801" y="400374"/>
                </a:lnTo>
                <a:lnTo>
                  <a:pt x="673801" y="410140"/>
                </a:lnTo>
                <a:lnTo>
                  <a:pt x="664036" y="410140"/>
                </a:lnTo>
                <a:lnTo>
                  <a:pt x="664036" y="419905"/>
                </a:lnTo>
                <a:lnTo>
                  <a:pt x="664036" y="429670"/>
                </a:lnTo>
                <a:lnTo>
                  <a:pt x="673801" y="429670"/>
                </a:lnTo>
                <a:lnTo>
                  <a:pt x="683566" y="429670"/>
                </a:lnTo>
                <a:lnTo>
                  <a:pt x="683566" y="419905"/>
                </a:lnTo>
                <a:lnTo>
                  <a:pt x="683566" y="410140"/>
                </a:lnTo>
                <a:lnTo>
                  <a:pt x="683566" y="400374"/>
                </a:lnTo>
                <a:lnTo>
                  <a:pt x="693331" y="400374"/>
                </a:lnTo>
                <a:lnTo>
                  <a:pt x="693331" y="410140"/>
                </a:lnTo>
                <a:lnTo>
                  <a:pt x="693331" y="419905"/>
                </a:lnTo>
                <a:lnTo>
                  <a:pt x="693331" y="429670"/>
                </a:lnTo>
                <a:lnTo>
                  <a:pt x="703096" y="429670"/>
                </a:lnTo>
                <a:lnTo>
                  <a:pt x="712862" y="429670"/>
                </a:lnTo>
                <a:lnTo>
                  <a:pt x="712862" y="439435"/>
                </a:lnTo>
                <a:lnTo>
                  <a:pt x="703096" y="439435"/>
                </a:lnTo>
                <a:lnTo>
                  <a:pt x="693331" y="439435"/>
                </a:lnTo>
                <a:lnTo>
                  <a:pt x="693331" y="449201"/>
                </a:lnTo>
                <a:lnTo>
                  <a:pt x="683566" y="449201"/>
                </a:lnTo>
                <a:lnTo>
                  <a:pt x="683566" y="458966"/>
                </a:lnTo>
                <a:lnTo>
                  <a:pt x="673801" y="458966"/>
                </a:lnTo>
                <a:lnTo>
                  <a:pt x="673801" y="468731"/>
                </a:lnTo>
                <a:lnTo>
                  <a:pt x="683566" y="468731"/>
                </a:lnTo>
                <a:lnTo>
                  <a:pt x="683566" y="478496"/>
                </a:lnTo>
                <a:lnTo>
                  <a:pt x="673801" y="478496"/>
                </a:lnTo>
                <a:lnTo>
                  <a:pt x="673801" y="488261"/>
                </a:lnTo>
                <a:lnTo>
                  <a:pt x="664036" y="488261"/>
                </a:lnTo>
                <a:lnTo>
                  <a:pt x="664036" y="498027"/>
                </a:lnTo>
                <a:lnTo>
                  <a:pt x="664036" y="507792"/>
                </a:lnTo>
                <a:lnTo>
                  <a:pt x="654270" y="507792"/>
                </a:lnTo>
                <a:lnTo>
                  <a:pt x="654270" y="517557"/>
                </a:lnTo>
                <a:lnTo>
                  <a:pt x="664036" y="517557"/>
                </a:lnTo>
                <a:lnTo>
                  <a:pt x="664036" y="527322"/>
                </a:lnTo>
                <a:lnTo>
                  <a:pt x="664036" y="537088"/>
                </a:lnTo>
                <a:lnTo>
                  <a:pt x="654270" y="537088"/>
                </a:lnTo>
                <a:lnTo>
                  <a:pt x="644505" y="537088"/>
                </a:lnTo>
                <a:lnTo>
                  <a:pt x="634740" y="537088"/>
                </a:lnTo>
                <a:lnTo>
                  <a:pt x="634740" y="527322"/>
                </a:lnTo>
                <a:lnTo>
                  <a:pt x="624975" y="527322"/>
                </a:lnTo>
                <a:lnTo>
                  <a:pt x="624975" y="517557"/>
                </a:lnTo>
                <a:lnTo>
                  <a:pt x="624975" y="507792"/>
                </a:lnTo>
                <a:close/>
                <a:moveTo>
                  <a:pt x="634740" y="517557"/>
                </a:moveTo>
                <a:lnTo>
                  <a:pt x="634740" y="527322"/>
                </a:lnTo>
                <a:lnTo>
                  <a:pt x="644505" y="527322"/>
                </a:lnTo>
                <a:lnTo>
                  <a:pt x="644505" y="517557"/>
                </a:lnTo>
                <a:close/>
                <a:moveTo>
                  <a:pt x="654270" y="478496"/>
                </a:moveTo>
                <a:lnTo>
                  <a:pt x="644505" y="478496"/>
                </a:lnTo>
                <a:lnTo>
                  <a:pt x="644505" y="488261"/>
                </a:lnTo>
                <a:lnTo>
                  <a:pt x="654270" y="488261"/>
                </a:lnTo>
                <a:close/>
                <a:moveTo>
                  <a:pt x="605444" y="527322"/>
                </a:moveTo>
                <a:lnTo>
                  <a:pt x="605444" y="537088"/>
                </a:lnTo>
                <a:lnTo>
                  <a:pt x="595679" y="537088"/>
                </a:lnTo>
                <a:lnTo>
                  <a:pt x="595679" y="527322"/>
                </a:lnTo>
                <a:close/>
                <a:moveTo>
                  <a:pt x="595679" y="595679"/>
                </a:moveTo>
                <a:lnTo>
                  <a:pt x="605444" y="595679"/>
                </a:lnTo>
                <a:lnTo>
                  <a:pt x="615209" y="595679"/>
                </a:lnTo>
                <a:lnTo>
                  <a:pt x="615209" y="605444"/>
                </a:lnTo>
                <a:lnTo>
                  <a:pt x="605444" y="605444"/>
                </a:lnTo>
                <a:lnTo>
                  <a:pt x="595679" y="605444"/>
                </a:lnTo>
                <a:close/>
                <a:moveTo>
                  <a:pt x="615209" y="634740"/>
                </a:moveTo>
                <a:lnTo>
                  <a:pt x="605444" y="634740"/>
                </a:lnTo>
                <a:lnTo>
                  <a:pt x="605444" y="624975"/>
                </a:lnTo>
                <a:lnTo>
                  <a:pt x="605444" y="615209"/>
                </a:lnTo>
                <a:lnTo>
                  <a:pt x="615209" y="615209"/>
                </a:lnTo>
                <a:lnTo>
                  <a:pt x="615209" y="605444"/>
                </a:lnTo>
                <a:lnTo>
                  <a:pt x="624975" y="605444"/>
                </a:lnTo>
                <a:lnTo>
                  <a:pt x="634740" y="605444"/>
                </a:lnTo>
                <a:lnTo>
                  <a:pt x="634740" y="595679"/>
                </a:lnTo>
                <a:lnTo>
                  <a:pt x="634740" y="585914"/>
                </a:lnTo>
                <a:lnTo>
                  <a:pt x="644505" y="585914"/>
                </a:lnTo>
                <a:lnTo>
                  <a:pt x="644505" y="576148"/>
                </a:lnTo>
                <a:lnTo>
                  <a:pt x="654270" y="576148"/>
                </a:lnTo>
                <a:lnTo>
                  <a:pt x="654270" y="566383"/>
                </a:lnTo>
                <a:lnTo>
                  <a:pt x="664036" y="566383"/>
                </a:lnTo>
                <a:lnTo>
                  <a:pt x="664036" y="556618"/>
                </a:lnTo>
                <a:lnTo>
                  <a:pt x="664036" y="546853"/>
                </a:lnTo>
                <a:lnTo>
                  <a:pt x="664036" y="537088"/>
                </a:lnTo>
                <a:lnTo>
                  <a:pt x="673801" y="537088"/>
                </a:lnTo>
                <a:lnTo>
                  <a:pt x="673801" y="527322"/>
                </a:lnTo>
                <a:lnTo>
                  <a:pt x="683566" y="527322"/>
                </a:lnTo>
                <a:lnTo>
                  <a:pt x="683566" y="537088"/>
                </a:lnTo>
                <a:lnTo>
                  <a:pt x="683566" y="546853"/>
                </a:lnTo>
                <a:lnTo>
                  <a:pt x="673801" y="546853"/>
                </a:lnTo>
                <a:lnTo>
                  <a:pt x="673801" y="556618"/>
                </a:lnTo>
                <a:lnTo>
                  <a:pt x="683566" y="556618"/>
                </a:lnTo>
                <a:lnTo>
                  <a:pt x="683566" y="566383"/>
                </a:lnTo>
                <a:lnTo>
                  <a:pt x="683566" y="576148"/>
                </a:lnTo>
                <a:lnTo>
                  <a:pt x="693331" y="576148"/>
                </a:lnTo>
                <a:lnTo>
                  <a:pt x="703096" y="576148"/>
                </a:lnTo>
                <a:lnTo>
                  <a:pt x="703096" y="585914"/>
                </a:lnTo>
                <a:lnTo>
                  <a:pt x="712862" y="585914"/>
                </a:lnTo>
                <a:lnTo>
                  <a:pt x="722627" y="585914"/>
                </a:lnTo>
                <a:lnTo>
                  <a:pt x="732392" y="585914"/>
                </a:lnTo>
                <a:lnTo>
                  <a:pt x="732392" y="595679"/>
                </a:lnTo>
                <a:lnTo>
                  <a:pt x="742157" y="595679"/>
                </a:lnTo>
                <a:lnTo>
                  <a:pt x="742157" y="605444"/>
                </a:lnTo>
                <a:lnTo>
                  <a:pt x="732392" y="605444"/>
                </a:lnTo>
                <a:lnTo>
                  <a:pt x="722627" y="605444"/>
                </a:lnTo>
                <a:lnTo>
                  <a:pt x="722627" y="615209"/>
                </a:lnTo>
                <a:lnTo>
                  <a:pt x="712862" y="615209"/>
                </a:lnTo>
                <a:lnTo>
                  <a:pt x="712862" y="624975"/>
                </a:lnTo>
                <a:lnTo>
                  <a:pt x="712862" y="634740"/>
                </a:lnTo>
                <a:lnTo>
                  <a:pt x="703096" y="634740"/>
                </a:lnTo>
                <a:lnTo>
                  <a:pt x="703096" y="624975"/>
                </a:lnTo>
                <a:lnTo>
                  <a:pt x="703096" y="615209"/>
                </a:lnTo>
                <a:lnTo>
                  <a:pt x="703096" y="605444"/>
                </a:lnTo>
                <a:lnTo>
                  <a:pt x="703096" y="595679"/>
                </a:lnTo>
                <a:lnTo>
                  <a:pt x="693331" y="595679"/>
                </a:lnTo>
                <a:lnTo>
                  <a:pt x="683566" y="595679"/>
                </a:lnTo>
                <a:lnTo>
                  <a:pt x="673801" y="595679"/>
                </a:lnTo>
                <a:lnTo>
                  <a:pt x="664036" y="595679"/>
                </a:lnTo>
                <a:lnTo>
                  <a:pt x="654270" y="595679"/>
                </a:lnTo>
                <a:lnTo>
                  <a:pt x="654270" y="605444"/>
                </a:lnTo>
                <a:lnTo>
                  <a:pt x="654270" y="615209"/>
                </a:lnTo>
                <a:lnTo>
                  <a:pt x="644505" y="615209"/>
                </a:lnTo>
                <a:lnTo>
                  <a:pt x="644505" y="624975"/>
                </a:lnTo>
                <a:lnTo>
                  <a:pt x="654270" y="624975"/>
                </a:lnTo>
                <a:lnTo>
                  <a:pt x="654270" y="634740"/>
                </a:lnTo>
                <a:lnTo>
                  <a:pt x="644505" y="634740"/>
                </a:lnTo>
                <a:lnTo>
                  <a:pt x="644505" y="644505"/>
                </a:lnTo>
                <a:lnTo>
                  <a:pt x="644505" y="654270"/>
                </a:lnTo>
                <a:lnTo>
                  <a:pt x="644505" y="664036"/>
                </a:lnTo>
                <a:lnTo>
                  <a:pt x="654270" y="664036"/>
                </a:lnTo>
                <a:lnTo>
                  <a:pt x="654270" y="654270"/>
                </a:lnTo>
                <a:lnTo>
                  <a:pt x="654270" y="644505"/>
                </a:lnTo>
                <a:lnTo>
                  <a:pt x="664036" y="644505"/>
                </a:lnTo>
                <a:lnTo>
                  <a:pt x="664036" y="654270"/>
                </a:lnTo>
                <a:lnTo>
                  <a:pt x="664036" y="664036"/>
                </a:lnTo>
                <a:lnTo>
                  <a:pt x="673801" y="664036"/>
                </a:lnTo>
                <a:lnTo>
                  <a:pt x="673801" y="673801"/>
                </a:lnTo>
                <a:lnTo>
                  <a:pt x="664036" y="673801"/>
                </a:lnTo>
                <a:lnTo>
                  <a:pt x="664036" y="683566"/>
                </a:lnTo>
                <a:lnTo>
                  <a:pt x="654270" y="683566"/>
                </a:lnTo>
                <a:lnTo>
                  <a:pt x="654270" y="693331"/>
                </a:lnTo>
                <a:lnTo>
                  <a:pt x="644505" y="693331"/>
                </a:lnTo>
                <a:lnTo>
                  <a:pt x="644505" y="683566"/>
                </a:lnTo>
                <a:lnTo>
                  <a:pt x="634740" y="683566"/>
                </a:lnTo>
                <a:lnTo>
                  <a:pt x="624975" y="683566"/>
                </a:lnTo>
                <a:lnTo>
                  <a:pt x="624975" y="673801"/>
                </a:lnTo>
                <a:lnTo>
                  <a:pt x="624975" y="664036"/>
                </a:lnTo>
                <a:lnTo>
                  <a:pt x="624975" y="654270"/>
                </a:lnTo>
                <a:lnTo>
                  <a:pt x="624975" y="644505"/>
                </a:lnTo>
                <a:lnTo>
                  <a:pt x="615209" y="644505"/>
                </a:lnTo>
                <a:close/>
                <a:moveTo>
                  <a:pt x="624975" y="634740"/>
                </a:moveTo>
                <a:lnTo>
                  <a:pt x="624975" y="644505"/>
                </a:lnTo>
                <a:lnTo>
                  <a:pt x="634740" y="644505"/>
                </a:lnTo>
                <a:lnTo>
                  <a:pt x="634740" y="634740"/>
                </a:lnTo>
                <a:lnTo>
                  <a:pt x="634740" y="624975"/>
                </a:lnTo>
                <a:lnTo>
                  <a:pt x="624975" y="624975"/>
                </a:lnTo>
                <a:close/>
                <a:moveTo>
                  <a:pt x="644505" y="673801"/>
                </a:moveTo>
                <a:lnTo>
                  <a:pt x="644505" y="664036"/>
                </a:lnTo>
                <a:lnTo>
                  <a:pt x="634740" y="664036"/>
                </a:lnTo>
                <a:lnTo>
                  <a:pt x="634740" y="673801"/>
                </a:lnTo>
                <a:close/>
                <a:moveTo>
                  <a:pt x="712862" y="605444"/>
                </a:moveTo>
                <a:lnTo>
                  <a:pt x="722627" y="605444"/>
                </a:lnTo>
                <a:lnTo>
                  <a:pt x="722627" y="595679"/>
                </a:lnTo>
                <a:lnTo>
                  <a:pt x="712862" y="595679"/>
                </a:lnTo>
                <a:close/>
                <a:moveTo>
                  <a:pt x="664036" y="576148"/>
                </a:moveTo>
                <a:lnTo>
                  <a:pt x="654270" y="576148"/>
                </a:lnTo>
                <a:lnTo>
                  <a:pt x="654270" y="585914"/>
                </a:lnTo>
                <a:lnTo>
                  <a:pt x="664036" y="585914"/>
                </a:lnTo>
                <a:close/>
                <a:moveTo>
                  <a:pt x="634740" y="693331"/>
                </a:moveTo>
                <a:lnTo>
                  <a:pt x="644505" y="693331"/>
                </a:lnTo>
                <a:lnTo>
                  <a:pt x="644505" y="703096"/>
                </a:lnTo>
                <a:lnTo>
                  <a:pt x="634740" y="703096"/>
                </a:lnTo>
                <a:close/>
                <a:moveTo>
                  <a:pt x="605444" y="732392"/>
                </a:moveTo>
                <a:lnTo>
                  <a:pt x="595679" y="732392"/>
                </a:lnTo>
                <a:lnTo>
                  <a:pt x="595679" y="722627"/>
                </a:lnTo>
                <a:lnTo>
                  <a:pt x="595679" y="712862"/>
                </a:lnTo>
                <a:lnTo>
                  <a:pt x="605444" y="712862"/>
                </a:lnTo>
                <a:lnTo>
                  <a:pt x="615209" y="712862"/>
                </a:lnTo>
                <a:lnTo>
                  <a:pt x="624975" y="712862"/>
                </a:lnTo>
                <a:lnTo>
                  <a:pt x="624975" y="703096"/>
                </a:lnTo>
                <a:lnTo>
                  <a:pt x="634740" y="703096"/>
                </a:lnTo>
                <a:lnTo>
                  <a:pt x="634740" y="712862"/>
                </a:lnTo>
                <a:lnTo>
                  <a:pt x="634740" y="722627"/>
                </a:lnTo>
                <a:lnTo>
                  <a:pt x="624975" y="722627"/>
                </a:lnTo>
                <a:lnTo>
                  <a:pt x="615209" y="722627"/>
                </a:lnTo>
                <a:lnTo>
                  <a:pt x="615209" y="732392"/>
                </a:lnTo>
                <a:close/>
                <a:moveTo>
                  <a:pt x="644505" y="732392"/>
                </a:moveTo>
                <a:lnTo>
                  <a:pt x="644505" y="742157"/>
                </a:lnTo>
                <a:lnTo>
                  <a:pt x="634740" y="742157"/>
                </a:lnTo>
                <a:lnTo>
                  <a:pt x="624975" y="742157"/>
                </a:lnTo>
                <a:lnTo>
                  <a:pt x="615209" y="742157"/>
                </a:lnTo>
                <a:lnTo>
                  <a:pt x="615209" y="732392"/>
                </a:lnTo>
                <a:lnTo>
                  <a:pt x="624975" y="732392"/>
                </a:lnTo>
                <a:lnTo>
                  <a:pt x="634740" y="732392"/>
                </a:lnTo>
                <a:close/>
                <a:moveTo>
                  <a:pt x="634740" y="761688"/>
                </a:moveTo>
                <a:lnTo>
                  <a:pt x="634740" y="751923"/>
                </a:lnTo>
                <a:lnTo>
                  <a:pt x="644505" y="751923"/>
                </a:lnTo>
                <a:lnTo>
                  <a:pt x="644505" y="742157"/>
                </a:lnTo>
                <a:lnTo>
                  <a:pt x="654270" y="742157"/>
                </a:lnTo>
                <a:lnTo>
                  <a:pt x="654270" y="751923"/>
                </a:lnTo>
                <a:lnTo>
                  <a:pt x="654270" y="761688"/>
                </a:lnTo>
                <a:lnTo>
                  <a:pt x="644505" y="761688"/>
                </a:lnTo>
                <a:close/>
                <a:moveTo>
                  <a:pt x="624975" y="771453"/>
                </a:moveTo>
                <a:lnTo>
                  <a:pt x="624975" y="761688"/>
                </a:lnTo>
                <a:lnTo>
                  <a:pt x="634740" y="761688"/>
                </a:lnTo>
                <a:lnTo>
                  <a:pt x="634740" y="771453"/>
                </a:lnTo>
                <a:close/>
                <a:moveTo>
                  <a:pt x="624975" y="771453"/>
                </a:moveTo>
                <a:lnTo>
                  <a:pt x="624975" y="781218"/>
                </a:lnTo>
                <a:lnTo>
                  <a:pt x="615209" y="781218"/>
                </a:lnTo>
                <a:lnTo>
                  <a:pt x="615209" y="771453"/>
                </a:lnTo>
                <a:close/>
                <a:moveTo>
                  <a:pt x="615209" y="790984"/>
                </a:moveTo>
                <a:lnTo>
                  <a:pt x="605444" y="790984"/>
                </a:lnTo>
                <a:lnTo>
                  <a:pt x="605444" y="781218"/>
                </a:lnTo>
                <a:lnTo>
                  <a:pt x="615209" y="781218"/>
                </a:lnTo>
                <a:close/>
                <a:moveTo>
                  <a:pt x="634740" y="800749"/>
                </a:moveTo>
                <a:lnTo>
                  <a:pt x="634740" y="790984"/>
                </a:lnTo>
                <a:lnTo>
                  <a:pt x="644505" y="790984"/>
                </a:lnTo>
                <a:lnTo>
                  <a:pt x="654270" y="790984"/>
                </a:lnTo>
                <a:lnTo>
                  <a:pt x="664036" y="790984"/>
                </a:lnTo>
                <a:lnTo>
                  <a:pt x="664036" y="800749"/>
                </a:lnTo>
                <a:lnTo>
                  <a:pt x="654270" y="800749"/>
                </a:lnTo>
                <a:lnTo>
                  <a:pt x="644505" y="800749"/>
                </a:lnTo>
                <a:lnTo>
                  <a:pt x="644505" y="810514"/>
                </a:lnTo>
                <a:lnTo>
                  <a:pt x="634740" y="810514"/>
                </a:lnTo>
                <a:close/>
                <a:moveTo>
                  <a:pt x="634740" y="869105"/>
                </a:moveTo>
                <a:lnTo>
                  <a:pt x="634740" y="878871"/>
                </a:lnTo>
                <a:lnTo>
                  <a:pt x="624975" y="878871"/>
                </a:lnTo>
                <a:lnTo>
                  <a:pt x="624975" y="869105"/>
                </a:lnTo>
                <a:close/>
                <a:moveTo>
                  <a:pt x="605444" y="996053"/>
                </a:moveTo>
                <a:lnTo>
                  <a:pt x="595679" y="996053"/>
                </a:lnTo>
                <a:lnTo>
                  <a:pt x="595679" y="986288"/>
                </a:lnTo>
                <a:lnTo>
                  <a:pt x="605444" y="986288"/>
                </a:lnTo>
                <a:close/>
                <a:moveTo>
                  <a:pt x="615209" y="996053"/>
                </a:moveTo>
                <a:lnTo>
                  <a:pt x="624975" y="996053"/>
                </a:lnTo>
                <a:lnTo>
                  <a:pt x="634740" y="996053"/>
                </a:lnTo>
                <a:lnTo>
                  <a:pt x="634740" y="986288"/>
                </a:lnTo>
                <a:lnTo>
                  <a:pt x="644505" y="986288"/>
                </a:lnTo>
                <a:lnTo>
                  <a:pt x="644505" y="996053"/>
                </a:lnTo>
                <a:lnTo>
                  <a:pt x="654270" y="996053"/>
                </a:lnTo>
                <a:lnTo>
                  <a:pt x="654270" y="1005819"/>
                </a:lnTo>
                <a:lnTo>
                  <a:pt x="644505" y="1005819"/>
                </a:lnTo>
                <a:lnTo>
                  <a:pt x="634740" y="1005819"/>
                </a:lnTo>
                <a:lnTo>
                  <a:pt x="624975" y="1005819"/>
                </a:lnTo>
                <a:lnTo>
                  <a:pt x="615209" y="1005819"/>
                </a:lnTo>
                <a:close/>
                <a:moveTo>
                  <a:pt x="605444" y="1015584"/>
                </a:moveTo>
                <a:lnTo>
                  <a:pt x="605444" y="1005819"/>
                </a:lnTo>
                <a:lnTo>
                  <a:pt x="615209" y="1005819"/>
                </a:lnTo>
                <a:lnTo>
                  <a:pt x="615209" y="1015584"/>
                </a:lnTo>
                <a:lnTo>
                  <a:pt x="624975" y="1015584"/>
                </a:lnTo>
                <a:lnTo>
                  <a:pt x="624975" y="1025349"/>
                </a:lnTo>
                <a:lnTo>
                  <a:pt x="615209" y="1025349"/>
                </a:lnTo>
                <a:lnTo>
                  <a:pt x="605444" y="1025349"/>
                </a:lnTo>
                <a:close/>
                <a:moveTo>
                  <a:pt x="634740" y="1113236"/>
                </a:moveTo>
                <a:lnTo>
                  <a:pt x="634740" y="1123001"/>
                </a:lnTo>
                <a:lnTo>
                  <a:pt x="624975" y="1123001"/>
                </a:lnTo>
                <a:lnTo>
                  <a:pt x="624975" y="1113236"/>
                </a:lnTo>
                <a:close/>
                <a:moveTo>
                  <a:pt x="624975" y="1132767"/>
                </a:moveTo>
                <a:lnTo>
                  <a:pt x="624975" y="1142532"/>
                </a:lnTo>
                <a:lnTo>
                  <a:pt x="615209" y="1142532"/>
                </a:lnTo>
                <a:lnTo>
                  <a:pt x="615209" y="1132767"/>
                </a:lnTo>
                <a:close/>
                <a:moveTo>
                  <a:pt x="615209" y="1162062"/>
                </a:moveTo>
                <a:lnTo>
                  <a:pt x="605444" y="1162062"/>
                </a:lnTo>
                <a:lnTo>
                  <a:pt x="605444" y="1152297"/>
                </a:lnTo>
                <a:lnTo>
                  <a:pt x="615209" y="1152297"/>
                </a:lnTo>
                <a:close/>
                <a:moveTo>
                  <a:pt x="615209" y="1181593"/>
                </a:moveTo>
                <a:lnTo>
                  <a:pt x="615209" y="1171827"/>
                </a:lnTo>
                <a:lnTo>
                  <a:pt x="624975" y="1171827"/>
                </a:lnTo>
                <a:lnTo>
                  <a:pt x="624975" y="1181593"/>
                </a:lnTo>
                <a:close/>
                <a:moveTo>
                  <a:pt x="605444" y="1201123"/>
                </a:moveTo>
                <a:lnTo>
                  <a:pt x="605444" y="1191358"/>
                </a:lnTo>
                <a:lnTo>
                  <a:pt x="605444" y="1181593"/>
                </a:lnTo>
                <a:lnTo>
                  <a:pt x="615209" y="1181593"/>
                </a:lnTo>
                <a:lnTo>
                  <a:pt x="615209" y="1191358"/>
                </a:lnTo>
                <a:lnTo>
                  <a:pt x="615209" y="1201123"/>
                </a:lnTo>
                <a:close/>
                <a:moveTo>
                  <a:pt x="624975" y="1201123"/>
                </a:moveTo>
                <a:lnTo>
                  <a:pt x="624975" y="1191358"/>
                </a:lnTo>
                <a:lnTo>
                  <a:pt x="634740" y="1191358"/>
                </a:lnTo>
                <a:lnTo>
                  <a:pt x="634740" y="1201123"/>
                </a:lnTo>
                <a:lnTo>
                  <a:pt x="634740" y="1210888"/>
                </a:lnTo>
                <a:lnTo>
                  <a:pt x="624975" y="1210888"/>
                </a:lnTo>
                <a:close/>
                <a:moveTo>
                  <a:pt x="615209" y="1230419"/>
                </a:moveTo>
                <a:lnTo>
                  <a:pt x="605444" y="1230419"/>
                </a:lnTo>
                <a:lnTo>
                  <a:pt x="605444" y="1220654"/>
                </a:lnTo>
                <a:lnTo>
                  <a:pt x="615209" y="1220654"/>
                </a:lnTo>
                <a:close/>
                <a:moveTo>
                  <a:pt x="654270" y="126948"/>
                </a:moveTo>
                <a:lnTo>
                  <a:pt x="664036" y="126948"/>
                </a:lnTo>
                <a:lnTo>
                  <a:pt x="664036" y="136713"/>
                </a:lnTo>
                <a:lnTo>
                  <a:pt x="654270" y="136713"/>
                </a:lnTo>
                <a:lnTo>
                  <a:pt x="644505" y="136713"/>
                </a:lnTo>
                <a:lnTo>
                  <a:pt x="634740" y="136713"/>
                </a:lnTo>
                <a:lnTo>
                  <a:pt x="634740" y="126948"/>
                </a:lnTo>
                <a:lnTo>
                  <a:pt x="644505" y="126948"/>
                </a:lnTo>
                <a:close/>
                <a:moveTo>
                  <a:pt x="683566" y="146478"/>
                </a:moveTo>
                <a:lnTo>
                  <a:pt x="673801" y="146478"/>
                </a:lnTo>
                <a:lnTo>
                  <a:pt x="673801" y="136713"/>
                </a:lnTo>
                <a:lnTo>
                  <a:pt x="683566" y="136713"/>
                </a:lnTo>
                <a:close/>
                <a:moveTo>
                  <a:pt x="673801" y="380844"/>
                </a:moveTo>
                <a:lnTo>
                  <a:pt x="673801" y="390609"/>
                </a:lnTo>
                <a:lnTo>
                  <a:pt x="664036" y="390609"/>
                </a:lnTo>
                <a:lnTo>
                  <a:pt x="664036" y="380844"/>
                </a:lnTo>
                <a:lnTo>
                  <a:pt x="664036" y="371079"/>
                </a:lnTo>
                <a:lnTo>
                  <a:pt x="664036" y="361313"/>
                </a:lnTo>
                <a:lnTo>
                  <a:pt x="664036" y="351548"/>
                </a:lnTo>
                <a:lnTo>
                  <a:pt x="673801" y="351548"/>
                </a:lnTo>
                <a:lnTo>
                  <a:pt x="683566" y="351548"/>
                </a:lnTo>
                <a:lnTo>
                  <a:pt x="683566" y="361313"/>
                </a:lnTo>
                <a:lnTo>
                  <a:pt x="673801" y="361313"/>
                </a:lnTo>
                <a:lnTo>
                  <a:pt x="673801" y="371079"/>
                </a:lnTo>
                <a:close/>
                <a:moveTo>
                  <a:pt x="683566" y="673801"/>
                </a:moveTo>
                <a:lnTo>
                  <a:pt x="683566" y="664036"/>
                </a:lnTo>
                <a:lnTo>
                  <a:pt x="683566" y="654270"/>
                </a:lnTo>
                <a:lnTo>
                  <a:pt x="693331" y="654270"/>
                </a:lnTo>
                <a:lnTo>
                  <a:pt x="693331" y="664036"/>
                </a:lnTo>
                <a:lnTo>
                  <a:pt x="693331" y="673801"/>
                </a:lnTo>
                <a:close/>
                <a:moveTo>
                  <a:pt x="683566" y="673801"/>
                </a:moveTo>
                <a:lnTo>
                  <a:pt x="683566" y="683566"/>
                </a:lnTo>
                <a:lnTo>
                  <a:pt x="673801" y="683566"/>
                </a:lnTo>
                <a:lnTo>
                  <a:pt x="673801" y="673801"/>
                </a:lnTo>
                <a:close/>
                <a:moveTo>
                  <a:pt x="683566" y="703096"/>
                </a:moveTo>
                <a:lnTo>
                  <a:pt x="693331" y="703096"/>
                </a:lnTo>
                <a:lnTo>
                  <a:pt x="693331" y="712862"/>
                </a:lnTo>
                <a:lnTo>
                  <a:pt x="703096" y="712862"/>
                </a:lnTo>
                <a:lnTo>
                  <a:pt x="703096" y="722627"/>
                </a:lnTo>
                <a:lnTo>
                  <a:pt x="703096" y="732392"/>
                </a:lnTo>
                <a:lnTo>
                  <a:pt x="693331" y="732392"/>
                </a:lnTo>
                <a:lnTo>
                  <a:pt x="693331" y="742157"/>
                </a:lnTo>
                <a:lnTo>
                  <a:pt x="683566" y="742157"/>
                </a:lnTo>
                <a:lnTo>
                  <a:pt x="683566" y="732392"/>
                </a:lnTo>
                <a:lnTo>
                  <a:pt x="683566" y="722627"/>
                </a:lnTo>
                <a:lnTo>
                  <a:pt x="683566" y="712862"/>
                </a:lnTo>
                <a:close/>
                <a:moveTo>
                  <a:pt x="654270" y="742157"/>
                </a:moveTo>
                <a:lnTo>
                  <a:pt x="654270" y="732392"/>
                </a:lnTo>
                <a:lnTo>
                  <a:pt x="664036" y="732392"/>
                </a:lnTo>
                <a:lnTo>
                  <a:pt x="664036" y="742157"/>
                </a:lnTo>
                <a:close/>
                <a:moveTo>
                  <a:pt x="664036" y="771453"/>
                </a:moveTo>
                <a:lnTo>
                  <a:pt x="654270" y="771453"/>
                </a:lnTo>
                <a:lnTo>
                  <a:pt x="654270" y="761688"/>
                </a:lnTo>
                <a:lnTo>
                  <a:pt x="664036" y="761688"/>
                </a:lnTo>
                <a:close/>
                <a:moveTo>
                  <a:pt x="664036" y="790984"/>
                </a:moveTo>
                <a:lnTo>
                  <a:pt x="664036" y="781218"/>
                </a:lnTo>
                <a:lnTo>
                  <a:pt x="664036" y="771453"/>
                </a:lnTo>
                <a:lnTo>
                  <a:pt x="673801" y="771453"/>
                </a:lnTo>
                <a:lnTo>
                  <a:pt x="673801" y="781218"/>
                </a:lnTo>
                <a:lnTo>
                  <a:pt x="673801" y="790984"/>
                </a:lnTo>
                <a:close/>
                <a:moveTo>
                  <a:pt x="664036" y="820279"/>
                </a:moveTo>
                <a:lnTo>
                  <a:pt x="673801" y="820279"/>
                </a:lnTo>
                <a:lnTo>
                  <a:pt x="673801" y="810514"/>
                </a:lnTo>
                <a:lnTo>
                  <a:pt x="683566" y="810514"/>
                </a:lnTo>
                <a:lnTo>
                  <a:pt x="683566" y="800749"/>
                </a:lnTo>
                <a:lnTo>
                  <a:pt x="673801" y="800749"/>
                </a:lnTo>
                <a:lnTo>
                  <a:pt x="673801" y="790984"/>
                </a:lnTo>
                <a:lnTo>
                  <a:pt x="683566" y="790984"/>
                </a:lnTo>
                <a:lnTo>
                  <a:pt x="693331" y="790984"/>
                </a:lnTo>
                <a:lnTo>
                  <a:pt x="703096" y="790984"/>
                </a:lnTo>
                <a:lnTo>
                  <a:pt x="703096" y="800749"/>
                </a:lnTo>
                <a:lnTo>
                  <a:pt x="712862" y="800749"/>
                </a:lnTo>
                <a:lnTo>
                  <a:pt x="712862" y="810514"/>
                </a:lnTo>
                <a:lnTo>
                  <a:pt x="722627" y="810514"/>
                </a:lnTo>
                <a:lnTo>
                  <a:pt x="732392" y="810514"/>
                </a:lnTo>
                <a:lnTo>
                  <a:pt x="732392" y="820279"/>
                </a:lnTo>
                <a:lnTo>
                  <a:pt x="722627" y="820279"/>
                </a:lnTo>
                <a:lnTo>
                  <a:pt x="722627" y="830044"/>
                </a:lnTo>
                <a:lnTo>
                  <a:pt x="722627" y="839810"/>
                </a:lnTo>
                <a:lnTo>
                  <a:pt x="712862" y="839810"/>
                </a:lnTo>
                <a:lnTo>
                  <a:pt x="712862" y="830044"/>
                </a:lnTo>
                <a:lnTo>
                  <a:pt x="703096" y="830044"/>
                </a:lnTo>
                <a:lnTo>
                  <a:pt x="693331" y="830044"/>
                </a:lnTo>
                <a:lnTo>
                  <a:pt x="693331" y="839810"/>
                </a:lnTo>
                <a:lnTo>
                  <a:pt x="683566" y="839810"/>
                </a:lnTo>
                <a:lnTo>
                  <a:pt x="673801" y="839810"/>
                </a:lnTo>
                <a:lnTo>
                  <a:pt x="664036" y="839810"/>
                </a:lnTo>
                <a:lnTo>
                  <a:pt x="654270" y="839810"/>
                </a:lnTo>
                <a:lnTo>
                  <a:pt x="654270" y="849575"/>
                </a:lnTo>
                <a:lnTo>
                  <a:pt x="654270" y="859340"/>
                </a:lnTo>
                <a:lnTo>
                  <a:pt x="644505" y="859340"/>
                </a:lnTo>
                <a:lnTo>
                  <a:pt x="644505" y="869105"/>
                </a:lnTo>
                <a:lnTo>
                  <a:pt x="634740" y="869105"/>
                </a:lnTo>
                <a:lnTo>
                  <a:pt x="634740" y="859340"/>
                </a:lnTo>
                <a:lnTo>
                  <a:pt x="634740" y="849575"/>
                </a:lnTo>
                <a:lnTo>
                  <a:pt x="644505" y="849575"/>
                </a:lnTo>
                <a:lnTo>
                  <a:pt x="644505" y="839810"/>
                </a:lnTo>
                <a:lnTo>
                  <a:pt x="644505" y="830044"/>
                </a:lnTo>
                <a:lnTo>
                  <a:pt x="644505" y="820279"/>
                </a:lnTo>
                <a:lnTo>
                  <a:pt x="644505" y="810514"/>
                </a:lnTo>
                <a:lnTo>
                  <a:pt x="654270" y="810514"/>
                </a:lnTo>
                <a:lnTo>
                  <a:pt x="664036" y="810514"/>
                </a:lnTo>
                <a:close/>
                <a:moveTo>
                  <a:pt x="664036" y="830044"/>
                </a:moveTo>
                <a:lnTo>
                  <a:pt x="664036" y="820279"/>
                </a:lnTo>
                <a:lnTo>
                  <a:pt x="654270" y="820279"/>
                </a:lnTo>
                <a:lnTo>
                  <a:pt x="654270" y="830044"/>
                </a:lnTo>
                <a:close/>
                <a:moveTo>
                  <a:pt x="683566" y="820279"/>
                </a:moveTo>
                <a:lnTo>
                  <a:pt x="673801" y="820279"/>
                </a:lnTo>
                <a:lnTo>
                  <a:pt x="673801" y="830044"/>
                </a:lnTo>
                <a:lnTo>
                  <a:pt x="683566" y="830044"/>
                </a:lnTo>
                <a:close/>
                <a:moveTo>
                  <a:pt x="673801" y="800749"/>
                </a:moveTo>
                <a:lnTo>
                  <a:pt x="673801" y="810514"/>
                </a:lnTo>
                <a:lnTo>
                  <a:pt x="664036" y="810514"/>
                </a:lnTo>
                <a:lnTo>
                  <a:pt x="664036" y="800749"/>
                </a:lnTo>
                <a:close/>
                <a:moveTo>
                  <a:pt x="644505" y="878871"/>
                </a:moveTo>
                <a:lnTo>
                  <a:pt x="644505" y="888636"/>
                </a:lnTo>
                <a:lnTo>
                  <a:pt x="634740" y="888636"/>
                </a:lnTo>
                <a:lnTo>
                  <a:pt x="634740" y="878871"/>
                </a:lnTo>
                <a:close/>
                <a:moveTo>
                  <a:pt x="683566" y="888636"/>
                </a:moveTo>
                <a:lnTo>
                  <a:pt x="683566" y="898401"/>
                </a:lnTo>
                <a:lnTo>
                  <a:pt x="673801" y="898401"/>
                </a:lnTo>
                <a:lnTo>
                  <a:pt x="673801" y="888636"/>
                </a:lnTo>
                <a:close/>
                <a:moveTo>
                  <a:pt x="654270" y="917931"/>
                </a:moveTo>
                <a:lnTo>
                  <a:pt x="664036" y="917931"/>
                </a:lnTo>
                <a:lnTo>
                  <a:pt x="664036" y="927697"/>
                </a:lnTo>
                <a:lnTo>
                  <a:pt x="654270" y="927697"/>
                </a:lnTo>
                <a:close/>
                <a:moveTo>
                  <a:pt x="673801" y="966758"/>
                </a:moveTo>
                <a:lnTo>
                  <a:pt x="683566" y="966758"/>
                </a:lnTo>
                <a:lnTo>
                  <a:pt x="683566" y="976523"/>
                </a:lnTo>
                <a:lnTo>
                  <a:pt x="673801" y="976523"/>
                </a:lnTo>
                <a:close/>
                <a:moveTo>
                  <a:pt x="664036" y="996053"/>
                </a:moveTo>
                <a:lnTo>
                  <a:pt x="664036" y="986288"/>
                </a:lnTo>
                <a:lnTo>
                  <a:pt x="664036" y="976523"/>
                </a:lnTo>
                <a:lnTo>
                  <a:pt x="673801" y="976523"/>
                </a:lnTo>
                <a:lnTo>
                  <a:pt x="673801" y="986288"/>
                </a:lnTo>
                <a:lnTo>
                  <a:pt x="673801" y="996053"/>
                </a:lnTo>
                <a:close/>
                <a:moveTo>
                  <a:pt x="683566" y="1015584"/>
                </a:moveTo>
                <a:lnTo>
                  <a:pt x="673801" y="1015584"/>
                </a:lnTo>
                <a:lnTo>
                  <a:pt x="673801" y="1005819"/>
                </a:lnTo>
                <a:lnTo>
                  <a:pt x="683566" y="1005819"/>
                </a:lnTo>
                <a:close/>
                <a:moveTo>
                  <a:pt x="664036" y="1044879"/>
                </a:moveTo>
                <a:lnTo>
                  <a:pt x="654270" y="1044879"/>
                </a:lnTo>
                <a:lnTo>
                  <a:pt x="654270" y="1035114"/>
                </a:lnTo>
                <a:lnTo>
                  <a:pt x="664036" y="1035114"/>
                </a:lnTo>
                <a:close/>
                <a:moveTo>
                  <a:pt x="644505" y="1083940"/>
                </a:moveTo>
                <a:lnTo>
                  <a:pt x="634740" y="1083940"/>
                </a:lnTo>
                <a:lnTo>
                  <a:pt x="634740" y="1074175"/>
                </a:lnTo>
                <a:lnTo>
                  <a:pt x="644505" y="1074175"/>
                </a:lnTo>
                <a:close/>
                <a:moveTo>
                  <a:pt x="712862" y="146478"/>
                </a:moveTo>
                <a:lnTo>
                  <a:pt x="712862" y="156244"/>
                </a:lnTo>
                <a:lnTo>
                  <a:pt x="703096" y="156244"/>
                </a:lnTo>
                <a:lnTo>
                  <a:pt x="693331" y="156244"/>
                </a:lnTo>
                <a:lnTo>
                  <a:pt x="683566" y="156244"/>
                </a:lnTo>
                <a:lnTo>
                  <a:pt x="683566" y="146478"/>
                </a:lnTo>
                <a:lnTo>
                  <a:pt x="693331" y="146478"/>
                </a:lnTo>
                <a:lnTo>
                  <a:pt x="703096" y="146478"/>
                </a:lnTo>
                <a:close/>
                <a:moveTo>
                  <a:pt x="742157" y="175774"/>
                </a:moveTo>
                <a:lnTo>
                  <a:pt x="732392" y="175774"/>
                </a:lnTo>
                <a:lnTo>
                  <a:pt x="722627" y="175774"/>
                </a:lnTo>
                <a:lnTo>
                  <a:pt x="712862" y="175774"/>
                </a:lnTo>
                <a:lnTo>
                  <a:pt x="712862" y="166009"/>
                </a:lnTo>
                <a:lnTo>
                  <a:pt x="722627" y="166009"/>
                </a:lnTo>
                <a:lnTo>
                  <a:pt x="732392" y="166009"/>
                </a:lnTo>
                <a:lnTo>
                  <a:pt x="742157" y="166009"/>
                </a:lnTo>
                <a:close/>
                <a:moveTo>
                  <a:pt x="751923" y="185539"/>
                </a:moveTo>
                <a:lnTo>
                  <a:pt x="761688" y="185539"/>
                </a:lnTo>
                <a:lnTo>
                  <a:pt x="761688" y="195305"/>
                </a:lnTo>
                <a:lnTo>
                  <a:pt x="751923" y="195305"/>
                </a:lnTo>
                <a:lnTo>
                  <a:pt x="742157" y="195305"/>
                </a:lnTo>
                <a:lnTo>
                  <a:pt x="742157" y="185539"/>
                </a:lnTo>
                <a:lnTo>
                  <a:pt x="742157" y="175774"/>
                </a:lnTo>
                <a:lnTo>
                  <a:pt x="751923" y="175774"/>
                </a:lnTo>
                <a:close/>
                <a:moveTo>
                  <a:pt x="742157" y="273426"/>
                </a:moveTo>
                <a:lnTo>
                  <a:pt x="742157" y="263661"/>
                </a:lnTo>
                <a:lnTo>
                  <a:pt x="742157" y="253896"/>
                </a:lnTo>
                <a:lnTo>
                  <a:pt x="732392" y="253896"/>
                </a:lnTo>
                <a:lnTo>
                  <a:pt x="732392" y="244131"/>
                </a:lnTo>
                <a:lnTo>
                  <a:pt x="742157" y="244131"/>
                </a:lnTo>
                <a:lnTo>
                  <a:pt x="742157" y="234365"/>
                </a:lnTo>
                <a:lnTo>
                  <a:pt x="751923" y="234365"/>
                </a:lnTo>
                <a:lnTo>
                  <a:pt x="761688" y="234365"/>
                </a:lnTo>
                <a:lnTo>
                  <a:pt x="761688" y="244131"/>
                </a:lnTo>
                <a:lnTo>
                  <a:pt x="771453" y="244131"/>
                </a:lnTo>
                <a:lnTo>
                  <a:pt x="771453" y="253896"/>
                </a:lnTo>
                <a:lnTo>
                  <a:pt x="771453" y="263661"/>
                </a:lnTo>
                <a:lnTo>
                  <a:pt x="761688" y="263661"/>
                </a:lnTo>
                <a:lnTo>
                  <a:pt x="761688" y="273426"/>
                </a:lnTo>
                <a:lnTo>
                  <a:pt x="751923" y="273426"/>
                </a:lnTo>
                <a:lnTo>
                  <a:pt x="751923" y="283192"/>
                </a:lnTo>
                <a:lnTo>
                  <a:pt x="742157" y="283192"/>
                </a:lnTo>
                <a:lnTo>
                  <a:pt x="742157" y="292957"/>
                </a:lnTo>
                <a:lnTo>
                  <a:pt x="732392" y="292957"/>
                </a:lnTo>
                <a:lnTo>
                  <a:pt x="722627" y="292957"/>
                </a:lnTo>
                <a:lnTo>
                  <a:pt x="722627" y="283192"/>
                </a:lnTo>
                <a:lnTo>
                  <a:pt x="732392" y="283192"/>
                </a:lnTo>
                <a:lnTo>
                  <a:pt x="732392" y="273426"/>
                </a:lnTo>
                <a:close/>
                <a:moveTo>
                  <a:pt x="732392" y="263661"/>
                </a:moveTo>
                <a:lnTo>
                  <a:pt x="732392" y="273426"/>
                </a:lnTo>
                <a:lnTo>
                  <a:pt x="722627" y="273426"/>
                </a:lnTo>
                <a:lnTo>
                  <a:pt x="722627" y="263661"/>
                </a:lnTo>
                <a:close/>
                <a:moveTo>
                  <a:pt x="712862" y="263661"/>
                </a:moveTo>
                <a:lnTo>
                  <a:pt x="712862" y="273426"/>
                </a:lnTo>
                <a:lnTo>
                  <a:pt x="703096" y="273426"/>
                </a:lnTo>
                <a:lnTo>
                  <a:pt x="703096" y="263661"/>
                </a:lnTo>
                <a:close/>
                <a:moveTo>
                  <a:pt x="732392" y="332018"/>
                </a:moveTo>
                <a:lnTo>
                  <a:pt x="722627" y="332018"/>
                </a:lnTo>
                <a:lnTo>
                  <a:pt x="722627" y="322253"/>
                </a:lnTo>
                <a:lnTo>
                  <a:pt x="712862" y="322253"/>
                </a:lnTo>
                <a:lnTo>
                  <a:pt x="712862" y="312487"/>
                </a:lnTo>
                <a:lnTo>
                  <a:pt x="703096" y="312487"/>
                </a:lnTo>
                <a:lnTo>
                  <a:pt x="703096" y="302722"/>
                </a:lnTo>
                <a:lnTo>
                  <a:pt x="703096" y="292957"/>
                </a:lnTo>
                <a:lnTo>
                  <a:pt x="712862" y="292957"/>
                </a:lnTo>
                <a:lnTo>
                  <a:pt x="712862" y="302722"/>
                </a:lnTo>
                <a:lnTo>
                  <a:pt x="722627" y="302722"/>
                </a:lnTo>
                <a:lnTo>
                  <a:pt x="722627" y="312487"/>
                </a:lnTo>
                <a:lnTo>
                  <a:pt x="732392" y="312487"/>
                </a:lnTo>
                <a:lnTo>
                  <a:pt x="742157" y="312487"/>
                </a:lnTo>
                <a:lnTo>
                  <a:pt x="742157" y="322253"/>
                </a:lnTo>
                <a:lnTo>
                  <a:pt x="751923" y="322253"/>
                </a:lnTo>
                <a:lnTo>
                  <a:pt x="761688" y="322253"/>
                </a:lnTo>
                <a:lnTo>
                  <a:pt x="761688" y="332018"/>
                </a:lnTo>
                <a:lnTo>
                  <a:pt x="751923" y="332018"/>
                </a:lnTo>
                <a:lnTo>
                  <a:pt x="742157" y="332018"/>
                </a:lnTo>
                <a:close/>
                <a:moveTo>
                  <a:pt x="751923" y="302722"/>
                </a:moveTo>
                <a:lnTo>
                  <a:pt x="742157" y="302722"/>
                </a:lnTo>
                <a:lnTo>
                  <a:pt x="742157" y="292957"/>
                </a:lnTo>
                <a:lnTo>
                  <a:pt x="751923" y="292957"/>
                </a:lnTo>
                <a:close/>
                <a:moveTo>
                  <a:pt x="683566" y="322253"/>
                </a:moveTo>
                <a:lnTo>
                  <a:pt x="683566" y="312487"/>
                </a:lnTo>
                <a:lnTo>
                  <a:pt x="693331" y="312487"/>
                </a:lnTo>
                <a:lnTo>
                  <a:pt x="703096" y="312487"/>
                </a:lnTo>
                <a:lnTo>
                  <a:pt x="703096" y="322253"/>
                </a:lnTo>
                <a:lnTo>
                  <a:pt x="693331" y="322253"/>
                </a:lnTo>
                <a:close/>
                <a:moveTo>
                  <a:pt x="722627" y="361313"/>
                </a:moveTo>
                <a:lnTo>
                  <a:pt x="712862" y="361313"/>
                </a:lnTo>
                <a:lnTo>
                  <a:pt x="712862" y="351548"/>
                </a:lnTo>
                <a:lnTo>
                  <a:pt x="722627" y="351548"/>
                </a:lnTo>
                <a:lnTo>
                  <a:pt x="732392" y="351548"/>
                </a:lnTo>
                <a:lnTo>
                  <a:pt x="732392" y="361313"/>
                </a:lnTo>
                <a:lnTo>
                  <a:pt x="732392" y="371079"/>
                </a:lnTo>
                <a:lnTo>
                  <a:pt x="722627" y="371079"/>
                </a:lnTo>
                <a:close/>
                <a:moveTo>
                  <a:pt x="703096" y="380844"/>
                </a:moveTo>
                <a:lnTo>
                  <a:pt x="703096" y="371079"/>
                </a:lnTo>
                <a:lnTo>
                  <a:pt x="712862" y="371079"/>
                </a:lnTo>
                <a:lnTo>
                  <a:pt x="712862" y="380844"/>
                </a:lnTo>
                <a:lnTo>
                  <a:pt x="712862" y="390609"/>
                </a:lnTo>
                <a:lnTo>
                  <a:pt x="703096" y="390609"/>
                </a:lnTo>
                <a:close/>
                <a:moveTo>
                  <a:pt x="732392" y="439435"/>
                </a:moveTo>
                <a:lnTo>
                  <a:pt x="732392" y="449201"/>
                </a:lnTo>
                <a:lnTo>
                  <a:pt x="722627" y="449201"/>
                </a:lnTo>
                <a:lnTo>
                  <a:pt x="722627" y="439435"/>
                </a:lnTo>
                <a:close/>
                <a:moveTo>
                  <a:pt x="703096" y="449201"/>
                </a:moveTo>
                <a:lnTo>
                  <a:pt x="712862" y="449201"/>
                </a:lnTo>
                <a:lnTo>
                  <a:pt x="712862" y="458966"/>
                </a:lnTo>
                <a:lnTo>
                  <a:pt x="703096" y="458966"/>
                </a:lnTo>
                <a:lnTo>
                  <a:pt x="693331" y="458966"/>
                </a:lnTo>
                <a:lnTo>
                  <a:pt x="693331" y="449201"/>
                </a:lnTo>
                <a:close/>
                <a:moveTo>
                  <a:pt x="712862" y="507792"/>
                </a:moveTo>
                <a:lnTo>
                  <a:pt x="712862" y="517557"/>
                </a:lnTo>
                <a:lnTo>
                  <a:pt x="703096" y="517557"/>
                </a:lnTo>
                <a:lnTo>
                  <a:pt x="703096" y="507792"/>
                </a:lnTo>
                <a:close/>
                <a:moveTo>
                  <a:pt x="722627" y="517557"/>
                </a:moveTo>
                <a:lnTo>
                  <a:pt x="722627" y="507792"/>
                </a:lnTo>
                <a:lnTo>
                  <a:pt x="732392" y="507792"/>
                </a:lnTo>
                <a:lnTo>
                  <a:pt x="732392" y="517557"/>
                </a:lnTo>
                <a:lnTo>
                  <a:pt x="732392" y="527322"/>
                </a:lnTo>
                <a:lnTo>
                  <a:pt x="722627" y="527322"/>
                </a:lnTo>
                <a:close/>
                <a:moveTo>
                  <a:pt x="712862" y="527322"/>
                </a:moveTo>
                <a:lnTo>
                  <a:pt x="722627" y="527322"/>
                </a:lnTo>
                <a:lnTo>
                  <a:pt x="722627" y="537088"/>
                </a:lnTo>
                <a:lnTo>
                  <a:pt x="712862" y="537088"/>
                </a:lnTo>
                <a:lnTo>
                  <a:pt x="703096" y="537088"/>
                </a:lnTo>
                <a:lnTo>
                  <a:pt x="703096" y="527322"/>
                </a:lnTo>
                <a:close/>
                <a:moveTo>
                  <a:pt x="722627" y="566383"/>
                </a:moveTo>
                <a:lnTo>
                  <a:pt x="712862" y="566383"/>
                </a:lnTo>
                <a:lnTo>
                  <a:pt x="712862" y="556618"/>
                </a:lnTo>
                <a:lnTo>
                  <a:pt x="712862" y="546853"/>
                </a:lnTo>
                <a:lnTo>
                  <a:pt x="722627" y="546853"/>
                </a:lnTo>
                <a:lnTo>
                  <a:pt x="722627" y="556618"/>
                </a:lnTo>
                <a:close/>
                <a:moveTo>
                  <a:pt x="722627" y="644505"/>
                </a:moveTo>
                <a:lnTo>
                  <a:pt x="722627" y="634740"/>
                </a:lnTo>
                <a:lnTo>
                  <a:pt x="732392" y="634740"/>
                </a:lnTo>
                <a:lnTo>
                  <a:pt x="742157" y="634740"/>
                </a:lnTo>
                <a:lnTo>
                  <a:pt x="742157" y="644505"/>
                </a:lnTo>
                <a:lnTo>
                  <a:pt x="732392" y="644505"/>
                </a:lnTo>
                <a:close/>
                <a:moveTo>
                  <a:pt x="693331" y="654270"/>
                </a:moveTo>
                <a:lnTo>
                  <a:pt x="693331" y="644505"/>
                </a:lnTo>
                <a:lnTo>
                  <a:pt x="703096" y="644505"/>
                </a:lnTo>
                <a:lnTo>
                  <a:pt x="703096" y="654270"/>
                </a:lnTo>
                <a:close/>
                <a:moveTo>
                  <a:pt x="712862" y="664036"/>
                </a:moveTo>
                <a:lnTo>
                  <a:pt x="703096" y="664036"/>
                </a:lnTo>
                <a:lnTo>
                  <a:pt x="703096" y="654270"/>
                </a:lnTo>
                <a:lnTo>
                  <a:pt x="712862" y="654270"/>
                </a:lnTo>
                <a:close/>
                <a:moveTo>
                  <a:pt x="712862" y="683566"/>
                </a:moveTo>
                <a:lnTo>
                  <a:pt x="712862" y="673801"/>
                </a:lnTo>
                <a:lnTo>
                  <a:pt x="712862" y="664036"/>
                </a:lnTo>
                <a:lnTo>
                  <a:pt x="722627" y="664036"/>
                </a:lnTo>
                <a:lnTo>
                  <a:pt x="722627" y="673801"/>
                </a:lnTo>
                <a:lnTo>
                  <a:pt x="722627" y="683566"/>
                </a:lnTo>
                <a:close/>
                <a:moveTo>
                  <a:pt x="751923" y="683566"/>
                </a:moveTo>
                <a:lnTo>
                  <a:pt x="742157" y="683566"/>
                </a:lnTo>
                <a:lnTo>
                  <a:pt x="742157" y="673801"/>
                </a:lnTo>
                <a:lnTo>
                  <a:pt x="742157" y="664036"/>
                </a:lnTo>
                <a:lnTo>
                  <a:pt x="751923" y="664036"/>
                </a:lnTo>
                <a:lnTo>
                  <a:pt x="751923" y="654270"/>
                </a:lnTo>
                <a:lnTo>
                  <a:pt x="761688" y="654270"/>
                </a:lnTo>
                <a:lnTo>
                  <a:pt x="771453" y="654270"/>
                </a:lnTo>
                <a:lnTo>
                  <a:pt x="771453" y="664036"/>
                </a:lnTo>
                <a:lnTo>
                  <a:pt x="781218" y="664036"/>
                </a:lnTo>
                <a:lnTo>
                  <a:pt x="781218" y="654270"/>
                </a:lnTo>
                <a:lnTo>
                  <a:pt x="790984" y="654270"/>
                </a:lnTo>
                <a:lnTo>
                  <a:pt x="800749" y="654270"/>
                </a:lnTo>
                <a:lnTo>
                  <a:pt x="810514" y="654270"/>
                </a:lnTo>
                <a:lnTo>
                  <a:pt x="820279" y="654270"/>
                </a:lnTo>
                <a:lnTo>
                  <a:pt x="830044" y="654270"/>
                </a:lnTo>
                <a:lnTo>
                  <a:pt x="830044" y="644505"/>
                </a:lnTo>
                <a:lnTo>
                  <a:pt x="830044" y="634740"/>
                </a:lnTo>
                <a:lnTo>
                  <a:pt x="839810" y="634740"/>
                </a:lnTo>
                <a:lnTo>
                  <a:pt x="839810" y="644505"/>
                </a:lnTo>
                <a:lnTo>
                  <a:pt x="849575" y="644505"/>
                </a:lnTo>
                <a:lnTo>
                  <a:pt x="859340" y="644505"/>
                </a:lnTo>
                <a:lnTo>
                  <a:pt x="859340" y="654270"/>
                </a:lnTo>
                <a:lnTo>
                  <a:pt x="869105" y="654270"/>
                </a:lnTo>
                <a:lnTo>
                  <a:pt x="869105" y="664036"/>
                </a:lnTo>
                <a:lnTo>
                  <a:pt x="869105" y="673801"/>
                </a:lnTo>
                <a:lnTo>
                  <a:pt x="859340" y="673801"/>
                </a:lnTo>
                <a:lnTo>
                  <a:pt x="859340" y="664036"/>
                </a:lnTo>
                <a:lnTo>
                  <a:pt x="849575" y="664036"/>
                </a:lnTo>
                <a:lnTo>
                  <a:pt x="839810" y="664036"/>
                </a:lnTo>
                <a:lnTo>
                  <a:pt x="830044" y="664036"/>
                </a:lnTo>
                <a:lnTo>
                  <a:pt x="830044" y="673801"/>
                </a:lnTo>
                <a:lnTo>
                  <a:pt x="820279" y="673801"/>
                </a:lnTo>
                <a:lnTo>
                  <a:pt x="810514" y="673801"/>
                </a:lnTo>
                <a:lnTo>
                  <a:pt x="800749" y="673801"/>
                </a:lnTo>
                <a:lnTo>
                  <a:pt x="790984" y="673801"/>
                </a:lnTo>
                <a:lnTo>
                  <a:pt x="790984" y="683566"/>
                </a:lnTo>
                <a:lnTo>
                  <a:pt x="781218" y="683566"/>
                </a:lnTo>
                <a:lnTo>
                  <a:pt x="771453" y="683566"/>
                </a:lnTo>
                <a:lnTo>
                  <a:pt x="761688" y="683566"/>
                </a:lnTo>
                <a:close/>
                <a:moveTo>
                  <a:pt x="693331" y="673801"/>
                </a:moveTo>
                <a:lnTo>
                  <a:pt x="703096" y="673801"/>
                </a:lnTo>
                <a:lnTo>
                  <a:pt x="703096" y="683566"/>
                </a:lnTo>
                <a:lnTo>
                  <a:pt x="712862" y="683566"/>
                </a:lnTo>
                <a:lnTo>
                  <a:pt x="712862" y="693331"/>
                </a:lnTo>
                <a:lnTo>
                  <a:pt x="703096" y="693331"/>
                </a:lnTo>
                <a:lnTo>
                  <a:pt x="693331" y="693331"/>
                </a:lnTo>
                <a:lnTo>
                  <a:pt x="693331" y="683566"/>
                </a:lnTo>
                <a:close/>
                <a:moveTo>
                  <a:pt x="732392" y="693331"/>
                </a:moveTo>
                <a:lnTo>
                  <a:pt x="722627" y="693331"/>
                </a:lnTo>
                <a:lnTo>
                  <a:pt x="722627" y="683566"/>
                </a:lnTo>
                <a:lnTo>
                  <a:pt x="732392" y="683566"/>
                </a:lnTo>
                <a:close/>
                <a:moveTo>
                  <a:pt x="722627" y="712862"/>
                </a:moveTo>
                <a:lnTo>
                  <a:pt x="722627" y="722627"/>
                </a:lnTo>
                <a:lnTo>
                  <a:pt x="712862" y="722627"/>
                </a:lnTo>
                <a:lnTo>
                  <a:pt x="712862" y="712862"/>
                </a:lnTo>
                <a:lnTo>
                  <a:pt x="712862" y="703096"/>
                </a:lnTo>
                <a:lnTo>
                  <a:pt x="722627" y="703096"/>
                </a:lnTo>
                <a:close/>
                <a:moveTo>
                  <a:pt x="751923" y="732392"/>
                </a:moveTo>
                <a:lnTo>
                  <a:pt x="742157" y="732392"/>
                </a:lnTo>
                <a:lnTo>
                  <a:pt x="732392" y="732392"/>
                </a:lnTo>
                <a:lnTo>
                  <a:pt x="722627" y="732392"/>
                </a:lnTo>
                <a:lnTo>
                  <a:pt x="722627" y="722627"/>
                </a:lnTo>
                <a:lnTo>
                  <a:pt x="732392" y="722627"/>
                </a:lnTo>
                <a:lnTo>
                  <a:pt x="742157" y="722627"/>
                </a:lnTo>
                <a:lnTo>
                  <a:pt x="742157" y="712862"/>
                </a:lnTo>
                <a:lnTo>
                  <a:pt x="751923" y="712862"/>
                </a:lnTo>
                <a:lnTo>
                  <a:pt x="761688" y="712862"/>
                </a:lnTo>
                <a:lnTo>
                  <a:pt x="771453" y="712862"/>
                </a:lnTo>
                <a:lnTo>
                  <a:pt x="781218" y="712862"/>
                </a:lnTo>
                <a:lnTo>
                  <a:pt x="781218" y="722627"/>
                </a:lnTo>
                <a:lnTo>
                  <a:pt x="771453" y="722627"/>
                </a:lnTo>
                <a:lnTo>
                  <a:pt x="761688" y="722627"/>
                </a:lnTo>
                <a:lnTo>
                  <a:pt x="761688" y="732392"/>
                </a:lnTo>
                <a:close/>
                <a:moveTo>
                  <a:pt x="703096" y="742157"/>
                </a:moveTo>
                <a:lnTo>
                  <a:pt x="703096" y="751923"/>
                </a:lnTo>
                <a:lnTo>
                  <a:pt x="693331" y="751923"/>
                </a:lnTo>
                <a:lnTo>
                  <a:pt x="693331" y="742157"/>
                </a:lnTo>
                <a:close/>
                <a:moveTo>
                  <a:pt x="722627" y="771453"/>
                </a:moveTo>
                <a:lnTo>
                  <a:pt x="712862" y="771453"/>
                </a:lnTo>
                <a:lnTo>
                  <a:pt x="712862" y="761688"/>
                </a:lnTo>
                <a:lnTo>
                  <a:pt x="703096" y="761688"/>
                </a:lnTo>
                <a:lnTo>
                  <a:pt x="703096" y="751923"/>
                </a:lnTo>
                <a:lnTo>
                  <a:pt x="712862" y="751923"/>
                </a:lnTo>
                <a:lnTo>
                  <a:pt x="722627" y="751923"/>
                </a:lnTo>
                <a:lnTo>
                  <a:pt x="732392" y="751923"/>
                </a:lnTo>
                <a:lnTo>
                  <a:pt x="742157" y="751923"/>
                </a:lnTo>
                <a:lnTo>
                  <a:pt x="742157" y="761688"/>
                </a:lnTo>
                <a:lnTo>
                  <a:pt x="732392" y="761688"/>
                </a:lnTo>
                <a:lnTo>
                  <a:pt x="722627" y="761688"/>
                </a:lnTo>
                <a:close/>
                <a:moveTo>
                  <a:pt x="693331" y="771453"/>
                </a:moveTo>
                <a:lnTo>
                  <a:pt x="693331" y="761688"/>
                </a:lnTo>
                <a:lnTo>
                  <a:pt x="703096" y="761688"/>
                </a:lnTo>
                <a:lnTo>
                  <a:pt x="703096" y="771453"/>
                </a:lnTo>
                <a:lnTo>
                  <a:pt x="703096" y="781218"/>
                </a:lnTo>
                <a:lnTo>
                  <a:pt x="693331" y="781218"/>
                </a:lnTo>
                <a:close/>
                <a:moveTo>
                  <a:pt x="742157" y="781218"/>
                </a:moveTo>
                <a:lnTo>
                  <a:pt x="732392" y="781218"/>
                </a:lnTo>
                <a:lnTo>
                  <a:pt x="732392" y="790984"/>
                </a:lnTo>
                <a:lnTo>
                  <a:pt x="722627" y="790984"/>
                </a:lnTo>
                <a:lnTo>
                  <a:pt x="722627" y="781218"/>
                </a:lnTo>
                <a:lnTo>
                  <a:pt x="722627" y="771453"/>
                </a:lnTo>
                <a:lnTo>
                  <a:pt x="732392" y="771453"/>
                </a:lnTo>
                <a:lnTo>
                  <a:pt x="742157" y="771453"/>
                </a:lnTo>
                <a:lnTo>
                  <a:pt x="751923" y="771453"/>
                </a:lnTo>
                <a:lnTo>
                  <a:pt x="761688" y="771453"/>
                </a:lnTo>
                <a:lnTo>
                  <a:pt x="761688" y="781218"/>
                </a:lnTo>
                <a:lnTo>
                  <a:pt x="751923" y="781218"/>
                </a:lnTo>
                <a:lnTo>
                  <a:pt x="751923" y="790984"/>
                </a:lnTo>
                <a:lnTo>
                  <a:pt x="742157" y="790984"/>
                </a:lnTo>
                <a:close/>
                <a:moveTo>
                  <a:pt x="742157" y="820279"/>
                </a:moveTo>
                <a:lnTo>
                  <a:pt x="742157" y="830044"/>
                </a:lnTo>
                <a:lnTo>
                  <a:pt x="732392" y="830044"/>
                </a:lnTo>
                <a:lnTo>
                  <a:pt x="732392" y="820279"/>
                </a:lnTo>
                <a:close/>
                <a:moveTo>
                  <a:pt x="751923" y="830044"/>
                </a:moveTo>
                <a:lnTo>
                  <a:pt x="761688" y="830044"/>
                </a:lnTo>
                <a:lnTo>
                  <a:pt x="761688" y="839810"/>
                </a:lnTo>
                <a:lnTo>
                  <a:pt x="751923" y="839810"/>
                </a:lnTo>
                <a:lnTo>
                  <a:pt x="751923" y="849575"/>
                </a:lnTo>
                <a:lnTo>
                  <a:pt x="742157" y="849575"/>
                </a:lnTo>
                <a:lnTo>
                  <a:pt x="742157" y="839810"/>
                </a:lnTo>
                <a:lnTo>
                  <a:pt x="742157" y="830044"/>
                </a:lnTo>
                <a:close/>
                <a:moveTo>
                  <a:pt x="732392" y="839810"/>
                </a:moveTo>
                <a:lnTo>
                  <a:pt x="732392" y="849575"/>
                </a:lnTo>
                <a:lnTo>
                  <a:pt x="722627" y="849575"/>
                </a:lnTo>
                <a:lnTo>
                  <a:pt x="722627" y="839810"/>
                </a:lnTo>
                <a:close/>
                <a:moveTo>
                  <a:pt x="722627" y="869105"/>
                </a:moveTo>
                <a:lnTo>
                  <a:pt x="722627" y="878871"/>
                </a:lnTo>
                <a:lnTo>
                  <a:pt x="722627" y="888636"/>
                </a:lnTo>
                <a:lnTo>
                  <a:pt x="722627" y="898401"/>
                </a:lnTo>
                <a:lnTo>
                  <a:pt x="712862" y="898401"/>
                </a:lnTo>
                <a:lnTo>
                  <a:pt x="712862" y="888636"/>
                </a:lnTo>
                <a:lnTo>
                  <a:pt x="712862" y="878871"/>
                </a:lnTo>
                <a:lnTo>
                  <a:pt x="712862" y="869105"/>
                </a:lnTo>
                <a:close/>
                <a:moveTo>
                  <a:pt x="742157" y="878871"/>
                </a:moveTo>
                <a:lnTo>
                  <a:pt x="742157" y="888636"/>
                </a:lnTo>
                <a:lnTo>
                  <a:pt x="732392" y="888636"/>
                </a:lnTo>
                <a:lnTo>
                  <a:pt x="732392" y="878871"/>
                </a:lnTo>
                <a:close/>
                <a:moveTo>
                  <a:pt x="703096" y="908166"/>
                </a:moveTo>
                <a:lnTo>
                  <a:pt x="693331" y="908166"/>
                </a:lnTo>
                <a:lnTo>
                  <a:pt x="693331" y="898401"/>
                </a:lnTo>
                <a:lnTo>
                  <a:pt x="703096" y="898401"/>
                </a:lnTo>
                <a:close/>
                <a:moveTo>
                  <a:pt x="751923" y="927697"/>
                </a:moveTo>
                <a:lnTo>
                  <a:pt x="742157" y="927697"/>
                </a:lnTo>
                <a:lnTo>
                  <a:pt x="742157" y="917931"/>
                </a:lnTo>
                <a:lnTo>
                  <a:pt x="742157" y="908166"/>
                </a:lnTo>
                <a:lnTo>
                  <a:pt x="742157" y="898401"/>
                </a:lnTo>
                <a:lnTo>
                  <a:pt x="751923" y="898401"/>
                </a:lnTo>
                <a:lnTo>
                  <a:pt x="751923" y="908166"/>
                </a:lnTo>
                <a:lnTo>
                  <a:pt x="751923" y="917931"/>
                </a:lnTo>
                <a:close/>
                <a:moveTo>
                  <a:pt x="703096" y="937462"/>
                </a:moveTo>
                <a:lnTo>
                  <a:pt x="703096" y="947227"/>
                </a:lnTo>
                <a:lnTo>
                  <a:pt x="693331" y="947227"/>
                </a:lnTo>
                <a:lnTo>
                  <a:pt x="693331" y="937462"/>
                </a:lnTo>
                <a:lnTo>
                  <a:pt x="683566" y="937462"/>
                </a:lnTo>
                <a:lnTo>
                  <a:pt x="683566" y="927697"/>
                </a:lnTo>
                <a:lnTo>
                  <a:pt x="693331" y="927697"/>
                </a:lnTo>
                <a:lnTo>
                  <a:pt x="693331" y="917931"/>
                </a:lnTo>
                <a:lnTo>
                  <a:pt x="703096" y="917931"/>
                </a:lnTo>
                <a:lnTo>
                  <a:pt x="712862" y="917931"/>
                </a:lnTo>
                <a:lnTo>
                  <a:pt x="712862" y="908166"/>
                </a:lnTo>
                <a:lnTo>
                  <a:pt x="722627" y="908166"/>
                </a:lnTo>
                <a:lnTo>
                  <a:pt x="722627" y="917931"/>
                </a:lnTo>
                <a:lnTo>
                  <a:pt x="722627" y="927697"/>
                </a:lnTo>
                <a:lnTo>
                  <a:pt x="712862" y="927697"/>
                </a:lnTo>
                <a:lnTo>
                  <a:pt x="712862" y="937462"/>
                </a:lnTo>
                <a:close/>
                <a:moveTo>
                  <a:pt x="751923" y="947227"/>
                </a:moveTo>
                <a:lnTo>
                  <a:pt x="761688" y="947227"/>
                </a:lnTo>
                <a:lnTo>
                  <a:pt x="761688" y="956992"/>
                </a:lnTo>
                <a:lnTo>
                  <a:pt x="751923" y="956992"/>
                </a:lnTo>
                <a:lnTo>
                  <a:pt x="751923" y="966758"/>
                </a:lnTo>
                <a:lnTo>
                  <a:pt x="742157" y="966758"/>
                </a:lnTo>
                <a:lnTo>
                  <a:pt x="742157" y="956992"/>
                </a:lnTo>
                <a:lnTo>
                  <a:pt x="742157" y="947227"/>
                </a:lnTo>
                <a:close/>
                <a:moveTo>
                  <a:pt x="712862" y="947227"/>
                </a:moveTo>
                <a:lnTo>
                  <a:pt x="722627" y="947227"/>
                </a:lnTo>
                <a:lnTo>
                  <a:pt x="732392" y="947227"/>
                </a:lnTo>
                <a:lnTo>
                  <a:pt x="732392" y="956992"/>
                </a:lnTo>
                <a:lnTo>
                  <a:pt x="722627" y="956992"/>
                </a:lnTo>
                <a:lnTo>
                  <a:pt x="712862" y="956992"/>
                </a:lnTo>
                <a:close/>
                <a:moveTo>
                  <a:pt x="771453" y="976523"/>
                </a:moveTo>
                <a:lnTo>
                  <a:pt x="761688" y="976523"/>
                </a:lnTo>
                <a:lnTo>
                  <a:pt x="751923" y="976523"/>
                </a:lnTo>
                <a:lnTo>
                  <a:pt x="751923" y="966758"/>
                </a:lnTo>
                <a:lnTo>
                  <a:pt x="761688" y="966758"/>
                </a:lnTo>
                <a:lnTo>
                  <a:pt x="771453" y="966758"/>
                </a:lnTo>
                <a:close/>
                <a:moveTo>
                  <a:pt x="771453" y="195305"/>
                </a:moveTo>
                <a:lnTo>
                  <a:pt x="771453" y="205070"/>
                </a:lnTo>
                <a:lnTo>
                  <a:pt x="761688" y="205070"/>
                </a:lnTo>
                <a:lnTo>
                  <a:pt x="761688" y="195305"/>
                </a:lnTo>
                <a:close/>
                <a:moveTo>
                  <a:pt x="771453" y="214835"/>
                </a:moveTo>
                <a:lnTo>
                  <a:pt x="771453" y="205070"/>
                </a:lnTo>
                <a:lnTo>
                  <a:pt x="781218" y="205070"/>
                </a:lnTo>
                <a:lnTo>
                  <a:pt x="781218" y="214835"/>
                </a:lnTo>
                <a:close/>
                <a:moveTo>
                  <a:pt x="790984" y="224600"/>
                </a:moveTo>
                <a:lnTo>
                  <a:pt x="781218" y="224600"/>
                </a:lnTo>
                <a:lnTo>
                  <a:pt x="781218" y="214835"/>
                </a:lnTo>
                <a:lnTo>
                  <a:pt x="790984" y="214835"/>
                </a:lnTo>
                <a:close/>
                <a:moveTo>
                  <a:pt x="790984" y="244131"/>
                </a:moveTo>
                <a:lnTo>
                  <a:pt x="790984" y="234365"/>
                </a:lnTo>
                <a:lnTo>
                  <a:pt x="790984" y="224600"/>
                </a:lnTo>
                <a:lnTo>
                  <a:pt x="800749" y="224600"/>
                </a:lnTo>
                <a:lnTo>
                  <a:pt x="800749" y="234365"/>
                </a:lnTo>
                <a:lnTo>
                  <a:pt x="800749" y="244131"/>
                </a:lnTo>
                <a:close/>
                <a:moveTo>
                  <a:pt x="810514" y="263661"/>
                </a:moveTo>
                <a:lnTo>
                  <a:pt x="800749" y="263661"/>
                </a:lnTo>
                <a:lnTo>
                  <a:pt x="800749" y="253896"/>
                </a:lnTo>
                <a:lnTo>
                  <a:pt x="810514" y="253896"/>
                </a:lnTo>
                <a:close/>
                <a:moveTo>
                  <a:pt x="820279" y="263661"/>
                </a:moveTo>
                <a:lnTo>
                  <a:pt x="820279" y="273426"/>
                </a:lnTo>
                <a:lnTo>
                  <a:pt x="810514" y="273426"/>
                </a:lnTo>
                <a:lnTo>
                  <a:pt x="810514" y="263661"/>
                </a:lnTo>
                <a:close/>
                <a:moveTo>
                  <a:pt x="781218" y="283192"/>
                </a:moveTo>
                <a:lnTo>
                  <a:pt x="781218" y="292957"/>
                </a:lnTo>
                <a:lnTo>
                  <a:pt x="771453" y="292957"/>
                </a:lnTo>
                <a:lnTo>
                  <a:pt x="771453" y="283192"/>
                </a:lnTo>
                <a:lnTo>
                  <a:pt x="771453" y="273426"/>
                </a:lnTo>
                <a:lnTo>
                  <a:pt x="781218" y="273426"/>
                </a:lnTo>
                <a:close/>
                <a:moveTo>
                  <a:pt x="761688" y="322253"/>
                </a:moveTo>
                <a:lnTo>
                  <a:pt x="761688" y="312487"/>
                </a:lnTo>
                <a:lnTo>
                  <a:pt x="761688" y="302722"/>
                </a:lnTo>
                <a:lnTo>
                  <a:pt x="771453" y="302722"/>
                </a:lnTo>
                <a:lnTo>
                  <a:pt x="781218" y="302722"/>
                </a:lnTo>
                <a:lnTo>
                  <a:pt x="781218" y="292957"/>
                </a:lnTo>
                <a:lnTo>
                  <a:pt x="790984" y="292957"/>
                </a:lnTo>
                <a:lnTo>
                  <a:pt x="800749" y="292957"/>
                </a:lnTo>
                <a:lnTo>
                  <a:pt x="810514" y="292957"/>
                </a:lnTo>
                <a:lnTo>
                  <a:pt x="810514" y="302722"/>
                </a:lnTo>
                <a:lnTo>
                  <a:pt x="800749" y="302722"/>
                </a:lnTo>
                <a:lnTo>
                  <a:pt x="790984" y="302722"/>
                </a:lnTo>
                <a:lnTo>
                  <a:pt x="790984" y="312487"/>
                </a:lnTo>
                <a:lnTo>
                  <a:pt x="781218" y="312487"/>
                </a:lnTo>
                <a:lnTo>
                  <a:pt x="781218" y="322253"/>
                </a:lnTo>
                <a:lnTo>
                  <a:pt x="781218" y="332018"/>
                </a:lnTo>
                <a:lnTo>
                  <a:pt x="781218" y="341783"/>
                </a:lnTo>
                <a:lnTo>
                  <a:pt x="781218" y="351548"/>
                </a:lnTo>
                <a:lnTo>
                  <a:pt x="781218" y="361313"/>
                </a:lnTo>
                <a:lnTo>
                  <a:pt x="771453" y="361313"/>
                </a:lnTo>
                <a:lnTo>
                  <a:pt x="771453" y="351548"/>
                </a:lnTo>
                <a:lnTo>
                  <a:pt x="761688" y="351548"/>
                </a:lnTo>
                <a:lnTo>
                  <a:pt x="761688" y="341783"/>
                </a:lnTo>
                <a:lnTo>
                  <a:pt x="761688" y="332018"/>
                </a:lnTo>
                <a:lnTo>
                  <a:pt x="771453" y="332018"/>
                </a:lnTo>
                <a:lnTo>
                  <a:pt x="771453" y="322253"/>
                </a:lnTo>
                <a:close/>
                <a:moveTo>
                  <a:pt x="810514" y="312487"/>
                </a:moveTo>
                <a:lnTo>
                  <a:pt x="810514" y="302722"/>
                </a:lnTo>
                <a:lnTo>
                  <a:pt x="820279" y="302722"/>
                </a:lnTo>
                <a:lnTo>
                  <a:pt x="820279" y="312487"/>
                </a:lnTo>
                <a:lnTo>
                  <a:pt x="820279" y="322253"/>
                </a:lnTo>
                <a:lnTo>
                  <a:pt x="810514" y="322253"/>
                </a:lnTo>
                <a:close/>
                <a:moveTo>
                  <a:pt x="820279" y="332018"/>
                </a:moveTo>
                <a:lnTo>
                  <a:pt x="820279" y="322253"/>
                </a:lnTo>
                <a:lnTo>
                  <a:pt x="830044" y="322253"/>
                </a:lnTo>
                <a:lnTo>
                  <a:pt x="830044" y="332018"/>
                </a:lnTo>
                <a:lnTo>
                  <a:pt x="830044" y="341783"/>
                </a:lnTo>
                <a:lnTo>
                  <a:pt x="820279" y="341783"/>
                </a:lnTo>
                <a:close/>
                <a:moveTo>
                  <a:pt x="790984" y="371079"/>
                </a:moveTo>
                <a:lnTo>
                  <a:pt x="781218" y="371079"/>
                </a:lnTo>
                <a:lnTo>
                  <a:pt x="781218" y="361313"/>
                </a:lnTo>
                <a:lnTo>
                  <a:pt x="790984" y="361313"/>
                </a:lnTo>
                <a:close/>
                <a:moveTo>
                  <a:pt x="761688" y="371079"/>
                </a:moveTo>
                <a:lnTo>
                  <a:pt x="761688" y="380844"/>
                </a:lnTo>
                <a:lnTo>
                  <a:pt x="751923" y="380844"/>
                </a:lnTo>
                <a:lnTo>
                  <a:pt x="751923" y="371079"/>
                </a:lnTo>
                <a:lnTo>
                  <a:pt x="751923" y="361313"/>
                </a:lnTo>
                <a:lnTo>
                  <a:pt x="761688" y="361313"/>
                </a:lnTo>
                <a:close/>
                <a:moveTo>
                  <a:pt x="800749" y="380844"/>
                </a:moveTo>
                <a:lnTo>
                  <a:pt x="800749" y="390609"/>
                </a:lnTo>
                <a:lnTo>
                  <a:pt x="790984" y="390609"/>
                </a:lnTo>
                <a:lnTo>
                  <a:pt x="781218" y="390609"/>
                </a:lnTo>
                <a:lnTo>
                  <a:pt x="771453" y="390609"/>
                </a:lnTo>
                <a:lnTo>
                  <a:pt x="771453" y="380844"/>
                </a:lnTo>
                <a:lnTo>
                  <a:pt x="771453" y="371079"/>
                </a:lnTo>
                <a:lnTo>
                  <a:pt x="781218" y="371079"/>
                </a:lnTo>
                <a:lnTo>
                  <a:pt x="781218" y="380844"/>
                </a:lnTo>
                <a:lnTo>
                  <a:pt x="790984" y="380844"/>
                </a:lnTo>
                <a:lnTo>
                  <a:pt x="790984" y="371079"/>
                </a:lnTo>
                <a:lnTo>
                  <a:pt x="800749" y="371079"/>
                </a:lnTo>
                <a:close/>
                <a:moveTo>
                  <a:pt x="771453" y="400374"/>
                </a:moveTo>
                <a:lnTo>
                  <a:pt x="771453" y="410140"/>
                </a:lnTo>
                <a:lnTo>
                  <a:pt x="761688" y="410140"/>
                </a:lnTo>
                <a:lnTo>
                  <a:pt x="761688" y="400374"/>
                </a:lnTo>
                <a:close/>
                <a:moveTo>
                  <a:pt x="820279" y="507792"/>
                </a:moveTo>
                <a:lnTo>
                  <a:pt x="810514" y="507792"/>
                </a:lnTo>
                <a:lnTo>
                  <a:pt x="810514" y="498027"/>
                </a:lnTo>
                <a:lnTo>
                  <a:pt x="820279" y="498027"/>
                </a:lnTo>
                <a:close/>
                <a:moveTo>
                  <a:pt x="771453" y="546853"/>
                </a:moveTo>
                <a:lnTo>
                  <a:pt x="781218" y="546853"/>
                </a:lnTo>
                <a:lnTo>
                  <a:pt x="781218" y="537088"/>
                </a:lnTo>
                <a:lnTo>
                  <a:pt x="790984" y="537088"/>
                </a:lnTo>
                <a:lnTo>
                  <a:pt x="800749" y="537088"/>
                </a:lnTo>
                <a:lnTo>
                  <a:pt x="810514" y="537088"/>
                </a:lnTo>
                <a:lnTo>
                  <a:pt x="810514" y="527322"/>
                </a:lnTo>
                <a:lnTo>
                  <a:pt x="820279" y="527322"/>
                </a:lnTo>
                <a:lnTo>
                  <a:pt x="830044" y="527322"/>
                </a:lnTo>
                <a:lnTo>
                  <a:pt x="839810" y="527322"/>
                </a:lnTo>
                <a:lnTo>
                  <a:pt x="839810" y="517557"/>
                </a:lnTo>
                <a:lnTo>
                  <a:pt x="849575" y="517557"/>
                </a:lnTo>
                <a:lnTo>
                  <a:pt x="859340" y="517557"/>
                </a:lnTo>
                <a:lnTo>
                  <a:pt x="859340" y="527322"/>
                </a:lnTo>
                <a:lnTo>
                  <a:pt x="869105" y="527322"/>
                </a:lnTo>
                <a:lnTo>
                  <a:pt x="869105" y="537088"/>
                </a:lnTo>
                <a:lnTo>
                  <a:pt x="869105" y="546853"/>
                </a:lnTo>
                <a:lnTo>
                  <a:pt x="878871" y="546853"/>
                </a:lnTo>
                <a:lnTo>
                  <a:pt x="888636" y="546853"/>
                </a:lnTo>
                <a:lnTo>
                  <a:pt x="888636" y="556618"/>
                </a:lnTo>
                <a:lnTo>
                  <a:pt x="878871" y="556618"/>
                </a:lnTo>
                <a:lnTo>
                  <a:pt x="869105" y="556618"/>
                </a:lnTo>
                <a:lnTo>
                  <a:pt x="859340" y="556618"/>
                </a:lnTo>
                <a:lnTo>
                  <a:pt x="849575" y="556618"/>
                </a:lnTo>
                <a:lnTo>
                  <a:pt x="839810" y="556618"/>
                </a:lnTo>
                <a:lnTo>
                  <a:pt x="830044" y="556618"/>
                </a:lnTo>
                <a:lnTo>
                  <a:pt x="830044" y="566383"/>
                </a:lnTo>
                <a:lnTo>
                  <a:pt x="820279" y="566383"/>
                </a:lnTo>
                <a:lnTo>
                  <a:pt x="810514" y="566383"/>
                </a:lnTo>
                <a:lnTo>
                  <a:pt x="810514" y="556618"/>
                </a:lnTo>
                <a:lnTo>
                  <a:pt x="800749" y="556618"/>
                </a:lnTo>
                <a:lnTo>
                  <a:pt x="800749" y="566383"/>
                </a:lnTo>
                <a:lnTo>
                  <a:pt x="790984" y="566383"/>
                </a:lnTo>
                <a:lnTo>
                  <a:pt x="790984" y="576148"/>
                </a:lnTo>
                <a:lnTo>
                  <a:pt x="790984" y="585914"/>
                </a:lnTo>
                <a:lnTo>
                  <a:pt x="790984" y="595679"/>
                </a:lnTo>
                <a:lnTo>
                  <a:pt x="790984" y="605444"/>
                </a:lnTo>
                <a:lnTo>
                  <a:pt x="800749" y="605444"/>
                </a:lnTo>
                <a:lnTo>
                  <a:pt x="800749" y="615209"/>
                </a:lnTo>
                <a:lnTo>
                  <a:pt x="790984" y="615209"/>
                </a:lnTo>
                <a:lnTo>
                  <a:pt x="781218" y="615209"/>
                </a:lnTo>
                <a:lnTo>
                  <a:pt x="781218" y="605444"/>
                </a:lnTo>
                <a:lnTo>
                  <a:pt x="781218" y="595679"/>
                </a:lnTo>
                <a:lnTo>
                  <a:pt x="771453" y="595679"/>
                </a:lnTo>
                <a:lnTo>
                  <a:pt x="771453" y="585914"/>
                </a:lnTo>
                <a:lnTo>
                  <a:pt x="761688" y="585914"/>
                </a:lnTo>
                <a:lnTo>
                  <a:pt x="761688" y="576148"/>
                </a:lnTo>
                <a:lnTo>
                  <a:pt x="761688" y="566383"/>
                </a:lnTo>
                <a:lnTo>
                  <a:pt x="761688" y="556618"/>
                </a:lnTo>
                <a:lnTo>
                  <a:pt x="771453" y="556618"/>
                </a:lnTo>
                <a:close/>
                <a:moveTo>
                  <a:pt x="781218" y="556618"/>
                </a:moveTo>
                <a:lnTo>
                  <a:pt x="771453" y="556618"/>
                </a:lnTo>
                <a:lnTo>
                  <a:pt x="771453" y="566383"/>
                </a:lnTo>
                <a:lnTo>
                  <a:pt x="781218" y="566383"/>
                </a:lnTo>
                <a:close/>
                <a:moveTo>
                  <a:pt x="830044" y="605444"/>
                </a:moveTo>
                <a:lnTo>
                  <a:pt x="820279" y="605444"/>
                </a:lnTo>
                <a:lnTo>
                  <a:pt x="820279" y="595679"/>
                </a:lnTo>
                <a:lnTo>
                  <a:pt x="830044" y="595679"/>
                </a:lnTo>
                <a:lnTo>
                  <a:pt x="839810" y="595679"/>
                </a:lnTo>
                <a:lnTo>
                  <a:pt x="839810" y="605444"/>
                </a:lnTo>
                <a:lnTo>
                  <a:pt x="839810" y="615209"/>
                </a:lnTo>
                <a:lnTo>
                  <a:pt x="830044" y="615209"/>
                </a:lnTo>
                <a:close/>
                <a:moveTo>
                  <a:pt x="810514" y="615209"/>
                </a:moveTo>
                <a:lnTo>
                  <a:pt x="810514" y="605444"/>
                </a:lnTo>
                <a:lnTo>
                  <a:pt x="820279" y="605444"/>
                </a:lnTo>
                <a:lnTo>
                  <a:pt x="820279" y="615209"/>
                </a:lnTo>
                <a:close/>
                <a:moveTo>
                  <a:pt x="830044" y="615209"/>
                </a:moveTo>
                <a:lnTo>
                  <a:pt x="830044" y="624975"/>
                </a:lnTo>
                <a:lnTo>
                  <a:pt x="820279" y="624975"/>
                </a:lnTo>
                <a:lnTo>
                  <a:pt x="820279" y="615209"/>
                </a:lnTo>
                <a:close/>
                <a:moveTo>
                  <a:pt x="800749" y="644505"/>
                </a:moveTo>
                <a:lnTo>
                  <a:pt x="800749" y="634740"/>
                </a:lnTo>
                <a:lnTo>
                  <a:pt x="810514" y="634740"/>
                </a:lnTo>
                <a:lnTo>
                  <a:pt x="820279" y="634740"/>
                </a:lnTo>
                <a:lnTo>
                  <a:pt x="820279" y="644505"/>
                </a:lnTo>
                <a:lnTo>
                  <a:pt x="810514" y="644505"/>
                </a:lnTo>
                <a:close/>
                <a:moveTo>
                  <a:pt x="820279" y="712862"/>
                </a:moveTo>
                <a:lnTo>
                  <a:pt x="820279" y="722627"/>
                </a:lnTo>
                <a:lnTo>
                  <a:pt x="810514" y="722627"/>
                </a:lnTo>
                <a:lnTo>
                  <a:pt x="810514" y="712862"/>
                </a:lnTo>
                <a:lnTo>
                  <a:pt x="810514" y="703096"/>
                </a:lnTo>
                <a:lnTo>
                  <a:pt x="820279" y="703096"/>
                </a:lnTo>
                <a:close/>
                <a:moveTo>
                  <a:pt x="790984" y="732392"/>
                </a:moveTo>
                <a:lnTo>
                  <a:pt x="781218" y="732392"/>
                </a:lnTo>
                <a:lnTo>
                  <a:pt x="781218" y="722627"/>
                </a:lnTo>
                <a:lnTo>
                  <a:pt x="790984" y="722627"/>
                </a:lnTo>
                <a:close/>
                <a:moveTo>
                  <a:pt x="830044" y="751923"/>
                </a:moveTo>
                <a:lnTo>
                  <a:pt x="830044" y="742157"/>
                </a:lnTo>
                <a:lnTo>
                  <a:pt x="830044" y="732392"/>
                </a:lnTo>
                <a:lnTo>
                  <a:pt x="839810" y="732392"/>
                </a:lnTo>
                <a:lnTo>
                  <a:pt x="849575" y="732392"/>
                </a:lnTo>
                <a:lnTo>
                  <a:pt x="859340" y="732392"/>
                </a:lnTo>
                <a:lnTo>
                  <a:pt x="859340" y="742157"/>
                </a:lnTo>
                <a:lnTo>
                  <a:pt x="869105" y="742157"/>
                </a:lnTo>
                <a:lnTo>
                  <a:pt x="869105" y="751923"/>
                </a:lnTo>
                <a:lnTo>
                  <a:pt x="859340" y="751923"/>
                </a:lnTo>
                <a:lnTo>
                  <a:pt x="849575" y="751923"/>
                </a:lnTo>
                <a:lnTo>
                  <a:pt x="849575" y="742157"/>
                </a:lnTo>
                <a:lnTo>
                  <a:pt x="839810" y="742157"/>
                </a:lnTo>
                <a:lnTo>
                  <a:pt x="839810" y="751923"/>
                </a:lnTo>
                <a:close/>
                <a:moveTo>
                  <a:pt x="790984" y="732392"/>
                </a:moveTo>
                <a:lnTo>
                  <a:pt x="800749" y="732392"/>
                </a:lnTo>
                <a:lnTo>
                  <a:pt x="800749" y="742157"/>
                </a:lnTo>
                <a:lnTo>
                  <a:pt x="790984" y="742157"/>
                </a:lnTo>
                <a:close/>
                <a:moveTo>
                  <a:pt x="781218" y="751923"/>
                </a:moveTo>
                <a:lnTo>
                  <a:pt x="781218" y="742157"/>
                </a:lnTo>
                <a:lnTo>
                  <a:pt x="790984" y="742157"/>
                </a:lnTo>
                <a:lnTo>
                  <a:pt x="790984" y="751923"/>
                </a:lnTo>
                <a:lnTo>
                  <a:pt x="790984" y="761688"/>
                </a:lnTo>
                <a:lnTo>
                  <a:pt x="781218" y="761688"/>
                </a:lnTo>
                <a:close/>
                <a:moveTo>
                  <a:pt x="820279" y="761688"/>
                </a:moveTo>
                <a:lnTo>
                  <a:pt x="810514" y="761688"/>
                </a:lnTo>
                <a:lnTo>
                  <a:pt x="810514" y="751923"/>
                </a:lnTo>
                <a:lnTo>
                  <a:pt x="820279" y="751923"/>
                </a:lnTo>
                <a:close/>
                <a:moveTo>
                  <a:pt x="751923" y="761688"/>
                </a:moveTo>
                <a:lnTo>
                  <a:pt x="751923" y="751923"/>
                </a:lnTo>
                <a:lnTo>
                  <a:pt x="761688" y="751923"/>
                </a:lnTo>
                <a:lnTo>
                  <a:pt x="761688" y="761688"/>
                </a:lnTo>
                <a:close/>
                <a:moveTo>
                  <a:pt x="771453" y="771453"/>
                </a:moveTo>
                <a:lnTo>
                  <a:pt x="761688" y="771453"/>
                </a:lnTo>
                <a:lnTo>
                  <a:pt x="761688" y="761688"/>
                </a:lnTo>
                <a:lnTo>
                  <a:pt x="771453" y="761688"/>
                </a:lnTo>
                <a:lnTo>
                  <a:pt x="781218" y="761688"/>
                </a:lnTo>
                <a:lnTo>
                  <a:pt x="781218" y="771453"/>
                </a:lnTo>
                <a:close/>
                <a:moveTo>
                  <a:pt x="810514" y="771453"/>
                </a:moveTo>
                <a:lnTo>
                  <a:pt x="800749" y="771453"/>
                </a:lnTo>
                <a:lnTo>
                  <a:pt x="800749" y="761688"/>
                </a:lnTo>
                <a:lnTo>
                  <a:pt x="810514" y="761688"/>
                </a:lnTo>
                <a:close/>
                <a:moveTo>
                  <a:pt x="810514" y="830044"/>
                </a:moveTo>
                <a:lnTo>
                  <a:pt x="810514" y="839810"/>
                </a:lnTo>
                <a:lnTo>
                  <a:pt x="820279" y="839810"/>
                </a:lnTo>
                <a:lnTo>
                  <a:pt x="830044" y="839810"/>
                </a:lnTo>
                <a:lnTo>
                  <a:pt x="830044" y="830044"/>
                </a:lnTo>
                <a:lnTo>
                  <a:pt x="830044" y="820279"/>
                </a:lnTo>
                <a:lnTo>
                  <a:pt x="820279" y="820279"/>
                </a:lnTo>
                <a:lnTo>
                  <a:pt x="820279" y="810514"/>
                </a:lnTo>
                <a:lnTo>
                  <a:pt x="830044" y="810514"/>
                </a:lnTo>
                <a:lnTo>
                  <a:pt x="839810" y="810514"/>
                </a:lnTo>
                <a:lnTo>
                  <a:pt x="839810" y="820279"/>
                </a:lnTo>
                <a:lnTo>
                  <a:pt x="849575" y="820279"/>
                </a:lnTo>
                <a:lnTo>
                  <a:pt x="849575" y="830044"/>
                </a:lnTo>
                <a:lnTo>
                  <a:pt x="859340" y="830044"/>
                </a:lnTo>
                <a:lnTo>
                  <a:pt x="869105" y="830044"/>
                </a:lnTo>
                <a:lnTo>
                  <a:pt x="869105" y="839810"/>
                </a:lnTo>
                <a:lnTo>
                  <a:pt x="878871" y="839810"/>
                </a:lnTo>
                <a:lnTo>
                  <a:pt x="888636" y="839810"/>
                </a:lnTo>
                <a:lnTo>
                  <a:pt x="888636" y="849575"/>
                </a:lnTo>
                <a:lnTo>
                  <a:pt x="898401" y="849575"/>
                </a:lnTo>
                <a:lnTo>
                  <a:pt x="898401" y="859340"/>
                </a:lnTo>
                <a:lnTo>
                  <a:pt x="908166" y="859340"/>
                </a:lnTo>
                <a:lnTo>
                  <a:pt x="908166" y="869105"/>
                </a:lnTo>
                <a:lnTo>
                  <a:pt x="917931" y="869105"/>
                </a:lnTo>
                <a:lnTo>
                  <a:pt x="927697" y="869105"/>
                </a:lnTo>
                <a:lnTo>
                  <a:pt x="927697" y="878871"/>
                </a:lnTo>
                <a:lnTo>
                  <a:pt x="937462" y="878871"/>
                </a:lnTo>
                <a:lnTo>
                  <a:pt x="937462" y="888636"/>
                </a:lnTo>
                <a:lnTo>
                  <a:pt x="947227" y="888636"/>
                </a:lnTo>
                <a:lnTo>
                  <a:pt x="947227" y="898401"/>
                </a:lnTo>
                <a:lnTo>
                  <a:pt x="947227" y="908166"/>
                </a:lnTo>
                <a:lnTo>
                  <a:pt x="956992" y="908166"/>
                </a:lnTo>
                <a:lnTo>
                  <a:pt x="966758" y="908166"/>
                </a:lnTo>
                <a:lnTo>
                  <a:pt x="966758" y="898401"/>
                </a:lnTo>
                <a:lnTo>
                  <a:pt x="966758" y="888636"/>
                </a:lnTo>
                <a:lnTo>
                  <a:pt x="966758" y="878871"/>
                </a:lnTo>
                <a:lnTo>
                  <a:pt x="976523" y="878871"/>
                </a:lnTo>
                <a:lnTo>
                  <a:pt x="976523" y="869105"/>
                </a:lnTo>
                <a:lnTo>
                  <a:pt x="976523" y="859340"/>
                </a:lnTo>
                <a:lnTo>
                  <a:pt x="986288" y="859340"/>
                </a:lnTo>
                <a:lnTo>
                  <a:pt x="986288" y="869105"/>
                </a:lnTo>
                <a:lnTo>
                  <a:pt x="986288" y="878871"/>
                </a:lnTo>
                <a:lnTo>
                  <a:pt x="986288" y="888636"/>
                </a:lnTo>
                <a:lnTo>
                  <a:pt x="986288" y="898401"/>
                </a:lnTo>
                <a:lnTo>
                  <a:pt x="986288" y="908166"/>
                </a:lnTo>
                <a:lnTo>
                  <a:pt x="996053" y="908166"/>
                </a:lnTo>
                <a:lnTo>
                  <a:pt x="1005819" y="908166"/>
                </a:lnTo>
                <a:lnTo>
                  <a:pt x="1005819" y="917931"/>
                </a:lnTo>
                <a:lnTo>
                  <a:pt x="996053" y="917931"/>
                </a:lnTo>
                <a:lnTo>
                  <a:pt x="996053" y="927697"/>
                </a:lnTo>
                <a:lnTo>
                  <a:pt x="996053" y="937462"/>
                </a:lnTo>
                <a:lnTo>
                  <a:pt x="996053" y="947227"/>
                </a:lnTo>
                <a:lnTo>
                  <a:pt x="986288" y="947227"/>
                </a:lnTo>
                <a:lnTo>
                  <a:pt x="986288" y="937462"/>
                </a:lnTo>
                <a:lnTo>
                  <a:pt x="976523" y="937462"/>
                </a:lnTo>
                <a:lnTo>
                  <a:pt x="976523" y="947227"/>
                </a:lnTo>
                <a:lnTo>
                  <a:pt x="976523" y="956992"/>
                </a:lnTo>
                <a:lnTo>
                  <a:pt x="976523" y="966758"/>
                </a:lnTo>
                <a:lnTo>
                  <a:pt x="966758" y="966758"/>
                </a:lnTo>
                <a:lnTo>
                  <a:pt x="966758" y="956992"/>
                </a:lnTo>
                <a:lnTo>
                  <a:pt x="966758" y="947227"/>
                </a:lnTo>
                <a:lnTo>
                  <a:pt x="956992" y="947227"/>
                </a:lnTo>
                <a:lnTo>
                  <a:pt x="956992" y="956992"/>
                </a:lnTo>
                <a:lnTo>
                  <a:pt x="947227" y="956992"/>
                </a:lnTo>
                <a:lnTo>
                  <a:pt x="937462" y="956992"/>
                </a:lnTo>
                <a:lnTo>
                  <a:pt x="927697" y="956992"/>
                </a:lnTo>
                <a:lnTo>
                  <a:pt x="927697" y="966758"/>
                </a:lnTo>
                <a:lnTo>
                  <a:pt x="917931" y="966758"/>
                </a:lnTo>
                <a:lnTo>
                  <a:pt x="917931" y="976523"/>
                </a:lnTo>
                <a:lnTo>
                  <a:pt x="917931" y="986288"/>
                </a:lnTo>
                <a:lnTo>
                  <a:pt x="927697" y="986288"/>
                </a:lnTo>
                <a:lnTo>
                  <a:pt x="937462" y="986288"/>
                </a:lnTo>
                <a:lnTo>
                  <a:pt x="937462" y="996053"/>
                </a:lnTo>
                <a:lnTo>
                  <a:pt x="947227" y="996053"/>
                </a:lnTo>
                <a:lnTo>
                  <a:pt x="947227" y="1005819"/>
                </a:lnTo>
                <a:lnTo>
                  <a:pt x="956992" y="1005819"/>
                </a:lnTo>
                <a:lnTo>
                  <a:pt x="956992" y="1015584"/>
                </a:lnTo>
                <a:lnTo>
                  <a:pt x="966758" y="1015584"/>
                </a:lnTo>
                <a:lnTo>
                  <a:pt x="976523" y="1015584"/>
                </a:lnTo>
                <a:lnTo>
                  <a:pt x="976523" y="1025349"/>
                </a:lnTo>
                <a:lnTo>
                  <a:pt x="966758" y="1025349"/>
                </a:lnTo>
                <a:lnTo>
                  <a:pt x="956992" y="1025349"/>
                </a:lnTo>
                <a:lnTo>
                  <a:pt x="956992" y="1035114"/>
                </a:lnTo>
                <a:lnTo>
                  <a:pt x="956992" y="1044879"/>
                </a:lnTo>
                <a:lnTo>
                  <a:pt x="947227" y="1044879"/>
                </a:lnTo>
                <a:lnTo>
                  <a:pt x="947227" y="1054645"/>
                </a:lnTo>
                <a:lnTo>
                  <a:pt x="947227" y="1064410"/>
                </a:lnTo>
                <a:lnTo>
                  <a:pt x="947227" y="1074175"/>
                </a:lnTo>
                <a:lnTo>
                  <a:pt x="937462" y="1074175"/>
                </a:lnTo>
                <a:lnTo>
                  <a:pt x="927697" y="1074175"/>
                </a:lnTo>
                <a:lnTo>
                  <a:pt x="927697" y="1064410"/>
                </a:lnTo>
                <a:lnTo>
                  <a:pt x="917931" y="1064410"/>
                </a:lnTo>
                <a:lnTo>
                  <a:pt x="917931" y="1054645"/>
                </a:lnTo>
                <a:lnTo>
                  <a:pt x="908166" y="1054645"/>
                </a:lnTo>
                <a:lnTo>
                  <a:pt x="898401" y="1054645"/>
                </a:lnTo>
                <a:lnTo>
                  <a:pt x="898401" y="1044879"/>
                </a:lnTo>
                <a:lnTo>
                  <a:pt x="888636" y="1044879"/>
                </a:lnTo>
                <a:lnTo>
                  <a:pt x="888636" y="1035114"/>
                </a:lnTo>
                <a:lnTo>
                  <a:pt x="898401" y="1035114"/>
                </a:lnTo>
                <a:lnTo>
                  <a:pt x="898401" y="1025349"/>
                </a:lnTo>
                <a:lnTo>
                  <a:pt x="898401" y="1015584"/>
                </a:lnTo>
                <a:lnTo>
                  <a:pt x="898401" y="1005819"/>
                </a:lnTo>
                <a:lnTo>
                  <a:pt x="908166" y="1005819"/>
                </a:lnTo>
                <a:lnTo>
                  <a:pt x="908166" y="1015584"/>
                </a:lnTo>
                <a:lnTo>
                  <a:pt x="917931" y="1015584"/>
                </a:lnTo>
                <a:lnTo>
                  <a:pt x="917931" y="1005819"/>
                </a:lnTo>
                <a:lnTo>
                  <a:pt x="917931" y="996053"/>
                </a:lnTo>
                <a:lnTo>
                  <a:pt x="908166" y="996053"/>
                </a:lnTo>
                <a:lnTo>
                  <a:pt x="908166" y="986288"/>
                </a:lnTo>
                <a:lnTo>
                  <a:pt x="908166" y="976523"/>
                </a:lnTo>
                <a:lnTo>
                  <a:pt x="898401" y="976523"/>
                </a:lnTo>
                <a:lnTo>
                  <a:pt x="888636" y="976523"/>
                </a:lnTo>
                <a:lnTo>
                  <a:pt x="888636" y="966758"/>
                </a:lnTo>
                <a:lnTo>
                  <a:pt x="898401" y="966758"/>
                </a:lnTo>
                <a:lnTo>
                  <a:pt x="908166" y="966758"/>
                </a:lnTo>
                <a:lnTo>
                  <a:pt x="908166" y="956992"/>
                </a:lnTo>
                <a:lnTo>
                  <a:pt x="908166" y="947227"/>
                </a:lnTo>
                <a:lnTo>
                  <a:pt x="908166" y="937462"/>
                </a:lnTo>
                <a:lnTo>
                  <a:pt x="898401" y="937462"/>
                </a:lnTo>
                <a:lnTo>
                  <a:pt x="898401" y="927697"/>
                </a:lnTo>
                <a:lnTo>
                  <a:pt x="888636" y="927697"/>
                </a:lnTo>
                <a:lnTo>
                  <a:pt x="878871" y="927697"/>
                </a:lnTo>
                <a:lnTo>
                  <a:pt x="878871" y="917931"/>
                </a:lnTo>
                <a:lnTo>
                  <a:pt x="878871" y="908166"/>
                </a:lnTo>
                <a:lnTo>
                  <a:pt x="888636" y="908166"/>
                </a:lnTo>
                <a:lnTo>
                  <a:pt x="888636" y="898401"/>
                </a:lnTo>
                <a:lnTo>
                  <a:pt x="888636" y="888636"/>
                </a:lnTo>
                <a:lnTo>
                  <a:pt x="878871" y="888636"/>
                </a:lnTo>
                <a:lnTo>
                  <a:pt x="878871" y="878871"/>
                </a:lnTo>
                <a:lnTo>
                  <a:pt x="869105" y="878871"/>
                </a:lnTo>
                <a:lnTo>
                  <a:pt x="859340" y="878871"/>
                </a:lnTo>
                <a:lnTo>
                  <a:pt x="849575" y="878871"/>
                </a:lnTo>
                <a:lnTo>
                  <a:pt x="839810" y="878871"/>
                </a:lnTo>
                <a:lnTo>
                  <a:pt x="830044" y="878871"/>
                </a:lnTo>
                <a:lnTo>
                  <a:pt x="830044" y="869105"/>
                </a:lnTo>
                <a:lnTo>
                  <a:pt x="830044" y="859340"/>
                </a:lnTo>
                <a:lnTo>
                  <a:pt x="820279" y="859340"/>
                </a:lnTo>
                <a:lnTo>
                  <a:pt x="810514" y="859340"/>
                </a:lnTo>
                <a:lnTo>
                  <a:pt x="810514" y="869105"/>
                </a:lnTo>
                <a:lnTo>
                  <a:pt x="800749" y="869105"/>
                </a:lnTo>
                <a:lnTo>
                  <a:pt x="790984" y="869105"/>
                </a:lnTo>
                <a:lnTo>
                  <a:pt x="781218" y="869105"/>
                </a:lnTo>
                <a:lnTo>
                  <a:pt x="781218" y="859340"/>
                </a:lnTo>
                <a:lnTo>
                  <a:pt x="790984" y="859340"/>
                </a:lnTo>
                <a:lnTo>
                  <a:pt x="790984" y="849575"/>
                </a:lnTo>
                <a:lnTo>
                  <a:pt x="790984" y="839810"/>
                </a:lnTo>
                <a:lnTo>
                  <a:pt x="781218" y="839810"/>
                </a:lnTo>
                <a:lnTo>
                  <a:pt x="781218" y="830044"/>
                </a:lnTo>
                <a:lnTo>
                  <a:pt x="790984" y="830044"/>
                </a:lnTo>
                <a:lnTo>
                  <a:pt x="790984" y="820279"/>
                </a:lnTo>
                <a:lnTo>
                  <a:pt x="790984" y="810514"/>
                </a:lnTo>
                <a:lnTo>
                  <a:pt x="800749" y="810514"/>
                </a:lnTo>
                <a:lnTo>
                  <a:pt x="800749" y="820279"/>
                </a:lnTo>
                <a:lnTo>
                  <a:pt x="800749" y="830044"/>
                </a:lnTo>
                <a:close/>
                <a:moveTo>
                  <a:pt x="908166" y="927697"/>
                </a:moveTo>
                <a:lnTo>
                  <a:pt x="908166" y="937462"/>
                </a:lnTo>
                <a:lnTo>
                  <a:pt x="917931" y="937462"/>
                </a:lnTo>
                <a:lnTo>
                  <a:pt x="927697" y="937462"/>
                </a:lnTo>
                <a:lnTo>
                  <a:pt x="937462" y="937462"/>
                </a:lnTo>
                <a:lnTo>
                  <a:pt x="947227" y="937462"/>
                </a:lnTo>
                <a:lnTo>
                  <a:pt x="947227" y="927697"/>
                </a:lnTo>
                <a:lnTo>
                  <a:pt x="947227" y="917931"/>
                </a:lnTo>
                <a:lnTo>
                  <a:pt x="937462" y="917931"/>
                </a:lnTo>
                <a:lnTo>
                  <a:pt x="927697" y="917931"/>
                </a:lnTo>
                <a:lnTo>
                  <a:pt x="917931" y="917931"/>
                </a:lnTo>
                <a:lnTo>
                  <a:pt x="908166" y="917931"/>
                </a:lnTo>
                <a:close/>
                <a:moveTo>
                  <a:pt x="937462" y="1044879"/>
                </a:moveTo>
                <a:lnTo>
                  <a:pt x="947227" y="1044879"/>
                </a:lnTo>
                <a:lnTo>
                  <a:pt x="947227" y="1035114"/>
                </a:lnTo>
                <a:lnTo>
                  <a:pt x="947227" y="1025349"/>
                </a:lnTo>
                <a:lnTo>
                  <a:pt x="937462" y="1025349"/>
                </a:lnTo>
                <a:lnTo>
                  <a:pt x="937462" y="1035114"/>
                </a:lnTo>
                <a:lnTo>
                  <a:pt x="927697" y="1035114"/>
                </a:lnTo>
                <a:lnTo>
                  <a:pt x="927697" y="1044879"/>
                </a:lnTo>
                <a:close/>
                <a:moveTo>
                  <a:pt x="898401" y="869105"/>
                </a:moveTo>
                <a:lnTo>
                  <a:pt x="898401" y="859340"/>
                </a:lnTo>
                <a:lnTo>
                  <a:pt x="888636" y="859340"/>
                </a:lnTo>
                <a:lnTo>
                  <a:pt x="888636" y="869105"/>
                </a:lnTo>
                <a:close/>
                <a:moveTo>
                  <a:pt x="917931" y="888636"/>
                </a:moveTo>
                <a:lnTo>
                  <a:pt x="908166" y="888636"/>
                </a:lnTo>
                <a:lnTo>
                  <a:pt x="908166" y="898401"/>
                </a:lnTo>
                <a:lnTo>
                  <a:pt x="908166" y="908166"/>
                </a:lnTo>
                <a:lnTo>
                  <a:pt x="917931" y="908166"/>
                </a:lnTo>
                <a:lnTo>
                  <a:pt x="917931" y="898401"/>
                </a:lnTo>
                <a:close/>
                <a:moveTo>
                  <a:pt x="761688" y="859340"/>
                </a:moveTo>
                <a:lnTo>
                  <a:pt x="761688" y="869105"/>
                </a:lnTo>
                <a:lnTo>
                  <a:pt x="751923" y="869105"/>
                </a:lnTo>
                <a:lnTo>
                  <a:pt x="751923" y="859340"/>
                </a:lnTo>
                <a:close/>
                <a:moveTo>
                  <a:pt x="820279" y="888636"/>
                </a:moveTo>
                <a:lnTo>
                  <a:pt x="810514" y="888636"/>
                </a:lnTo>
                <a:lnTo>
                  <a:pt x="800749" y="888636"/>
                </a:lnTo>
                <a:lnTo>
                  <a:pt x="790984" y="888636"/>
                </a:lnTo>
                <a:lnTo>
                  <a:pt x="781218" y="888636"/>
                </a:lnTo>
                <a:lnTo>
                  <a:pt x="781218" y="878871"/>
                </a:lnTo>
                <a:lnTo>
                  <a:pt x="790984" y="878871"/>
                </a:lnTo>
                <a:lnTo>
                  <a:pt x="800749" y="878871"/>
                </a:lnTo>
                <a:lnTo>
                  <a:pt x="810514" y="878871"/>
                </a:lnTo>
                <a:lnTo>
                  <a:pt x="820279" y="878871"/>
                </a:lnTo>
                <a:close/>
                <a:moveTo>
                  <a:pt x="781218" y="888636"/>
                </a:moveTo>
                <a:lnTo>
                  <a:pt x="781218" y="898401"/>
                </a:lnTo>
                <a:lnTo>
                  <a:pt x="771453" y="898401"/>
                </a:lnTo>
                <a:lnTo>
                  <a:pt x="771453" y="888636"/>
                </a:lnTo>
                <a:close/>
                <a:moveTo>
                  <a:pt x="800749" y="898401"/>
                </a:moveTo>
                <a:lnTo>
                  <a:pt x="800749" y="908166"/>
                </a:lnTo>
                <a:lnTo>
                  <a:pt x="790984" y="908166"/>
                </a:lnTo>
                <a:lnTo>
                  <a:pt x="790984" y="898401"/>
                </a:lnTo>
                <a:close/>
                <a:moveTo>
                  <a:pt x="790984" y="908166"/>
                </a:moveTo>
                <a:lnTo>
                  <a:pt x="790984" y="917931"/>
                </a:lnTo>
                <a:lnTo>
                  <a:pt x="781218" y="917931"/>
                </a:lnTo>
                <a:lnTo>
                  <a:pt x="771453" y="917931"/>
                </a:lnTo>
                <a:lnTo>
                  <a:pt x="771453" y="908166"/>
                </a:lnTo>
                <a:lnTo>
                  <a:pt x="781218" y="908166"/>
                </a:lnTo>
                <a:close/>
                <a:moveTo>
                  <a:pt x="810514" y="917931"/>
                </a:moveTo>
                <a:lnTo>
                  <a:pt x="820279" y="917931"/>
                </a:lnTo>
                <a:lnTo>
                  <a:pt x="820279" y="927697"/>
                </a:lnTo>
                <a:lnTo>
                  <a:pt x="820279" y="937462"/>
                </a:lnTo>
                <a:lnTo>
                  <a:pt x="810514" y="937462"/>
                </a:lnTo>
                <a:lnTo>
                  <a:pt x="800749" y="937462"/>
                </a:lnTo>
                <a:lnTo>
                  <a:pt x="800749" y="927697"/>
                </a:lnTo>
                <a:lnTo>
                  <a:pt x="800749" y="917931"/>
                </a:lnTo>
                <a:close/>
                <a:moveTo>
                  <a:pt x="771453" y="927697"/>
                </a:moveTo>
                <a:lnTo>
                  <a:pt x="761688" y="927697"/>
                </a:lnTo>
                <a:lnTo>
                  <a:pt x="761688" y="917931"/>
                </a:lnTo>
                <a:lnTo>
                  <a:pt x="771453" y="917931"/>
                </a:lnTo>
                <a:close/>
                <a:moveTo>
                  <a:pt x="790984" y="956992"/>
                </a:moveTo>
                <a:lnTo>
                  <a:pt x="781218" y="956992"/>
                </a:lnTo>
                <a:lnTo>
                  <a:pt x="781218" y="947227"/>
                </a:lnTo>
                <a:lnTo>
                  <a:pt x="790984" y="947227"/>
                </a:lnTo>
                <a:close/>
                <a:moveTo>
                  <a:pt x="810514" y="947227"/>
                </a:moveTo>
                <a:lnTo>
                  <a:pt x="820279" y="947227"/>
                </a:lnTo>
                <a:lnTo>
                  <a:pt x="820279" y="956992"/>
                </a:lnTo>
                <a:lnTo>
                  <a:pt x="810514" y="956992"/>
                </a:lnTo>
                <a:close/>
                <a:moveTo>
                  <a:pt x="781218" y="956992"/>
                </a:moveTo>
                <a:lnTo>
                  <a:pt x="781218" y="966758"/>
                </a:lnTo>
                <a:lnTo>
                  <a:pt x="771453" y="966758"/>
                </a:lnTo>
                <a:lnTo>
                  <a:pt x="771453" y="956992"/>
                </a:lnTo>
                <a:close/>
                <a:moveTo>
                  <a:pt x="839810" y="966758"/>
                </a:moveTo>
                <a:lnTo>
                  <a:pt x="839810" y="976523"/>
                </a:lnTo>
                <a:lnTo>
                  <a:pt x="830044" y="976523"/>
                </a:lnTo>
                <a:lnTo>
                  <a:pt x="820279" y="976523"/>
                </a:lnTo>
                <a:lnTo>
                  <a:pt x="810514" y="976523"/>
                </a:lnTo>
                <a:lnTo>
                  <a:pt x="800749" y="976523"/>
                </a:lnTo>
                <a:lnTo>
                  <a:pt x="800749" y="966758"/>
                </a:lnTo>
                <a:lnTo>
                  <a:pt x="800749" y="956992"/>
                </a:lnTo>
                <a:lnTo>
                  <a:pt x="810514" y="956992"/>
                </a:lnTo>
                <a:lnTo>
                  <a:pt x="810514" y="966758"/>
                </a:lnTo>
                <a:lnTo>
                  <a:pt x="820279" y="966758"/>
                </a:lnTo>
                <a:lnTo>
                  <a:pt x="830044" y="966758"/>
                </a:lnTo>
                <a:close/>
                <a:moveTo>
                  <a:pt x="790984" y="1103471"/>
                </a:moveTo>
                <a:lnTo>
                  <a:pt x="790984" y="1113236"/>
                </a:lnTo>
                <a:lnTo>
                  <a:pt x="790984" y="1123001"/>
                </a:lnTo>
                <a:lnTo>
                  <a:pt x="781218" y="1123001"/>
                </a:lnTo>
                <a:lnTo>
                  <a:pt x="781218" y="1113236"/>
                </a:lnTo>
                <a:lnTo>
                  <a:pt x="781218" y="1103471"/>
                </a:lnTo>
                <a:lnTo>
                  <a:pt x="781218" y="1093706"/>
                </a:lnTo>
                <a:lnTo>
                  <a:pt x="781218" y="1083940"/>
                </a:lnTo>
                <a:lnTo>
                  <a:pt x="790984" y="1083940"/>
                </a:lnTo>
                <a:lnTo>
                  <a:pt x="790984" y="1093706"/>
                </a:lnTo>
                <a:close/>
                <a:moveTo>
                  <a:pt x="849575" y="1113236"/>
                </a:moveTo>
                <a:lnTo>
                  <a:pt x="849575" y="1123001"/>
                </a:lnTo>
                <a:lnTo>
                  <a:pt x="839810" y="1123001"/>
                </a:lnTo>
                <a:lnTo>
                  <a:pt x="830044" y="1123001"/>
                </a:lnTo>
                <a:lnTo>
                  <a:pt x="820279" y="1123001"/>
                </a:lnTo>
                <a:lnTo>
                  <a:pt x="820279" y="1113236"/>
                </a:lnTo>
                <a:lnTo>
                  <a:pt x="830044" y="1113236"/>
                </a:lnTo>
                <a:lnTo>
                  <a:pt x="839810" y="1113236"/>
                </a:lnTo>
                <a:close/>
                <a:moveTo>
                  <a:pt x="830044" y="292957"/>
                </a:moveTo>
                <a:lnTo>
                  <a:pt x="830044" y="283192"/>
                </a:lnTo>
                <a:lnTo>
                  <a:pt x="839810" y="283192"/>
                </a:lnTo>
                <a:lnTo>
                  <a:pt x="839810" y="292957"/>
                </a:lnTo>
                <a:lnTo>
                  <a:pt x="839810" y="302722"/>
                </a:lnTo>
                <a:lnTo>
                  <a:pt x="839810" y="312487"/>
                </a:lnTo>
                <a:lnTo>
                  <a:pt x="830044" y="312487"/>
                </a:lnTo>
                <a:lnTo>
                  <a:pt x="830044" y="302722"/>
                </a:lnTo>
                <a:close/>
                <a:moveTo>
                  <a:pt x="859340" y="351548"/>
                </a:moveTo>
                <a:lnTo>
                  <a:pt x="849575" y="351548"/>
                </a:lnTo>
                <a:lnTo>
                  <a:pt x="849575" y="341783"/>
                </a:lnTo>
                <a:lnTo>
                  <a:pt x="849575" y="332018"/>
                </a:lnTo>
                <a:lnTo>
                  <a:pt x="859340" y="332018"/>
                </a:lnTo>
                <a:lnTo>
                  <a:pt x="859340" y="341783"/>
                </a:lnTo>
                <a:close/>
                <a:moveTo>
                  <a:pt x="859340" y="351548"/>
                </a:moveTo>
                <a:lnTo>
                  <a:pt x="869105" y="351548"/>
                </a:lnTo>
                <a:lnTo>
                  <a:pt x="869105" y="361313"/>
                </a:lnTo>
                <a:lnTo>
                  <a:pt x="869105" y="371079"/>
                </a:lnTo>
                <a:lnTo>
                  <a:pt x="869105" y="380844"/>
                </a:lnTo>
                <a:lnTo>
                  <a:pt x="859340" y="380844"/>
                </a:lnTo>
                <a:lnTo>
                  <a:pt x="859340" y="371079"/>
                </a:lnTo>
                <a:lnTo>
                  <a:pt x="859340" y="361313"/>
                </a:lnTo>
                <a:close/>
                <a:moveTo>
                  <a:pt x="839810" y="371079"/>
                </a:moveTo>
                <a:lnTo>
                  <a:pt x="830044" y="371079"/>
                </a:lnTo>
                <a:lnTo>
                  <a:pt x="830044" y="361313"/>
                </a:lnTo>
                <a:lnTo>
                  <a:pt x="839810" y="361313"/>
                </a:lnTo>
                <a:close/>
                <a:moveTo>
                  <a:pt x="849575" y="429670"/>
                </a:moveTo>
                <a:lnTo>
                  <a:pt x="849575" y="439435"/>
                </a:lnTo>
                <a:lnTo>
                  <a:pt x="849575" y="449201"/>
                </a:lnTo>
                <a:lnTo>
                  <a:pt x="839810" y="449201"/>
                </a:lnTo>
                <a:lnTo>
                  <a:pt x="839810" y="439435"/>
                </a:lnTo>
                <a:lnTo>
                  <a:pt x="839810" y="429670"/>
                </a:lnTo>
                <a:lnTo>
                  <a:pt x="839810" y="419905"/>
                </a:lnTo>
                <a:lnTo>
                  <a:pt x="839810" y="410140"/>
                </a:lnTo>
                <a:lnTo>
                  <a:pt x="839810" y="400374"/>
                </a:lnTo>
                <a:lnTo>
                  <a:pt x="839810" y="390609"/>
                </a:lnTo>
                <a:lnTo>
                  <a:pt x="839810" y="380844"/>
                </a:lnTo>
                <a:lnTo>
                  <a:pt x="849575" y="380844"/>
                </a:lnTo>
                <a:lnTo>
                  <a:pt x="849575" y="390609"/>
                </a:lnTo>
                <a:lnTo>
                  <a:pt x="849575" y="400374"/>
                </a:lnTo>
                <a:lnTo>
                  <a:pt x="849575" y="410140"/>
                </a:lnTo>
                <a:lnTo>
                  <a:pt x="849575" y="419905"/>
                </a:lnTo>
                <a:close/>
                <a:moveTo>
                  <a:pt x="859340" y="439435"/>
                </a:moveTo>
                <a:lnTo>
                  <a:pt x="859340" y="429670"/>
                </a:lnTo>
                <a:lnTo>
                  <a:pt x="869105" y="429670"/>
                </a:lnTo>
                <a:lnTo>
                  <a:pt x="869105" y="439435"/>
                </a:lnTo>
                <a:close/>
                <a:moveTo>
                  <a:pt x="869105" y="449201"/>
                </a:moveTo>
                <a:lnTo>
                  <a:pt x="869105" y="439435"/>
                </a:lnTo>
                <a:lnTo>
                  <a:pt x="878871" y="439435"/>
                </a:lnTo>
                <a:lnTo>
                  <a:pt x="888636" y="439435"/>
                </a:lnTo>
                <a:lnTo>
                  <a:pt x="888636" y="449201"/>
                </a:lnTo>
                <a:lnTo>
                  <a:pt x="878871" y="449201"/>
                </a:lnTo>
                <a:close/>
                <a:moveTo>
                  <a:pt x="898401" y="458966"/>
                </a:moveTo>
                <a:lnTo>
                  <a:pt x="888636" y="458966"/>
                </a:lnTo>
                <a:lnTo>
                  <a:pt x="888636" y="449201"/>
                </a:lnTo>
                <a:lnTo>
                  <a:pt x="898401" y="449201"/>
                </a:lnTo>
                <a:close/>
                <a:moveTo>
                  <a:pt x="859340" y="468731"/>
                </a:moveTo>
                <a:lnTo>
                  <a:pt x="849575" y="468731"/>
                </a:lnTo>
                <a:lnTo>
                  <a:pt x="849575" y="458966"/>
                </a:lnTo>
                <a:lnTo>
                  <a:pt x="859340" y="458966"/>
                </a:lnTo>
                <a:lnTo>
                  <a:pt x="869105" y="458966"/>
                </a:lnTo>
                <a:lnTo>
                  <a:pt x="869105" y="468731"/>
                </a:lnTo>
                <a:close/>
                <a:moveTo>
                  <a:pt x="908166" y="498027"/>
                </a:moveTo>
                <a:lnTo>
                  <a:pt x="898401" y="498027"/>
                </a:lnTo>
                <a:lnTo>
                  <a:pt x="898401" y="488261"/>
                </a:lnTo>
                <a:lnTo>
                  <a:pt x="898401" y="478496"/>
                </a:lnTo>
                <a:lnTo>
                  <a:pt x="908166" y="478496"/>
                </a:lnTo>
                <a:lnTo>
                  <a:pt x="908166" y="488261"/>
                </a:lnTo>
                <a:close/>
                <a:moveTo>
                  <a:pt x="878871" y="498027"/>
                </a:moveTo>
                <a:lnTo>
                  <a:pt x="878871" y="507792"/>
                </a:lnTo>
                <a:lnTo>
                  <a:pt x="869105" y="507792"/>
                </a:lnTo>
                <a:lnTo>
                  <a:pt x="869105" y="498027"/>
                </a:lnTo>
                <a:close/>
                <a:moveTo>
                  <a:pt x="898401" y="527322"/>
                </a:moveTo>
                <a:lnTo>
                  <a:pt x="898401" y="517557"/>
                </a:lnTo>
                <a:lnTo>
                  <a:pt x="908166" y="517557"/>
                </a:lnTo>
                <a:lnTo>
                  <a:pt x="908166" y="527322"/>
                </a:lnTo>
                <a:lnTo>
                  <a:pt x="908166" y="537088"/>
                </a:lnTo>
                <a:lnTo>
                  <a:pt x="898401" y="537088"/>
                </a:lnTo>
                <a:close/>
                <a:moveTo>
                  <a:pt x="917931" y="546853"/>
                </a:moveTo>
                <a:lnTo>
                  <a:pt x="908166" y="546853"/>
                </a:lnTo>
                <a:lnTo>
                  <a:pt x="908166" y="537088"/>
                </a:lnTo>
                <a:lnTo>
                  <a:pt x="917931" y="537088"/>
                </a:lnTo>
                <a:close/>
                <a:moveTo>
                  <a:pt x="888636" y="566383"/>
                </a:moveTo>
                <a:lnTo>
                  <a:pt x="888636" y="556618"/>
                </a:lnTo>
                <a:lnTo>
                  <a:pt x="898401" y="556618"/>
                </a:lnTo>
                <a:lnTo>
                  <a:pt x="898401" y="566383"/>
                </a:lnTo>
                <a:close/>
                <a:moveTo>
                  <a:pt x="898401" y="595679"/>
                </a:moveTo>
                <a:lnTo>
                  <a:pt x="898401" y="585914"/>
                </a:lnTo>
                <a:lnTo>
                  <a:pt x="898401" y="576148"/>
                </a:lnTo>
                <a:lnTo>
                  <a:pt x="898401" y="566383"/>
                </a:lnTo>
                <a:lnTo>
                  <a:pt x="908166" y="566383"/>
                </a:lnTo>
                <a:lnTo>
                  <a:pt x="908166" y="576148"/>
                </a:lnTo>
                <a:lnTo>
                  <a:pt x="917931" y="576148"/>
                </a:lnTo>
                <a:lnTo>
                  <a:pt x="917931" y="585914"/>
                </a:lnTo>
                <a:lnTo>
                  <a:pt x="927697" y="585914"/>
                </a:lnTo>
                <a:lnTo>
                  <a:pt x="927697" y="595679"/>
                </a:lnTo>
                <a:lnTo>
                  <a:pt x="927697" y="605444"/>
                </a:lnTo>
                <a:lnTo>
                  <a:pt x="917931" y="605444"/>
                </a:lnTo>
                <a:lnTo>
                  <a:pt x="908166" y="605444"/>
                </a:lnTo>
                <a:lnTo>
                  <a:pt x="908166" y="595679"/>
                </a:lnTo>
                <a:close/>
                <a:moveTo>
                  <a:pt x="839810" y="585914"/>
                </a:moveTo>
                <a:lnTo>
                  <a:pt x="849575" y="585914"/>
                </a:lnTo>
                <a:lnTo>
                  <a:pt x="859340" y="585914"/>
                </a:lnTo>
                <a:lnTo>
                  <a:pt x="859340" y="595679"/>
                </a:lnTo>
                <a:lnTo>
                  <a:pt x="849575" y="595679"/>
                </a:lnTo>
                <a:lnTo>
                  <a:pt x="839810" y="595679"/>
                </a:lnTo>
                <a:close/>
                <a:moveTo>
                  <a:pt x="869105" y="615209"/>
                </a:moveTo>
                <a:lnTo>
                  <a:pt x="869105" y="605444"/>
                </a:lnTo>
                <a:lnTo>
                  <a:pt x="878871" y="605444"/>
                </a:lnTo>
                <a:lnTo>
                  <a:pt x="878871" y="615209"/>
                </a:lnTo>
                <a:lnTo>
                  <a:pt x="878871" y="624975"/>
                </a:lnTo>
                <a:lnTo>
                  <a:pt x="869105" y="624975"/>
                </a:lnTo>
                <a:close/>
                <a:moveTo>
                  <a:pt x="878871" y="693331"/>
                </a:moveTo>
                <a:lnTo>
                  <a:pt x="878871" y="703096"/>
                </a:lnTo>
                <a:lnTo>
                  <a:pt x="869105" y="703096"/>
                </a:lnTo>
                <a:lnTo>
                  <a:pt x="869105" y="693331"/>
                </a:lnTo>
                <a:close/>
                <a:moveTo>
                  <a:pt x="898401" y="722627"/>
                </a:moveTo>
                <a:lnTo>
                  <a:pt x="888636" y="722627"/>
                </a:lnTo>
                <a:lnTo>
                  <a:pt x="888636" y="712862"/>
                </a:lnTo>
                <a:lnTo>
                  <a:pt x="898401" y="712862"/>
                </a:lnTo>
                <a:close/>
                <a:moveTo>
                  <a:pt x="927697" y="781218"/>
                </a:moveTo>
                <a:lnTo>
                  <a:pt x="917931" y="781218"/>
                </a:lnTo>
                <a:lnTo>
                  <a:pt x="917931" y="771453"/>
                </a:lnTo>
                <a:lnTo>
                  <a:pt x="908166" y="771453"/>
                </a:lnTo>
                <a:lnTo>
                  <a:pt x="908166" y="761688"/>
                </a:lnTo>
                <a:lnTo>
                  <a:pt x="898401" y="761688"/>
                </a:lnTo>
                <a:lnTo>
                  <a:pt x="898401" y="751923"/>
                </a:lnTo>
                <a:lnTo>
                  <a:pt x="888636" y="751923"/>
                </a:lnTo>
                <a:lnTo>
                  <a:pt x="878871" y="751923"/>
                </a:lnTo>
                <a:lnTo>
                  <a:pt x="878871" y="742157"/>
                </a:lnTo>
                <a:lnTo>
                  <a:pt x="888636" y="742157"/>
                </a:lnTo>
                <a:lnTo>
                  <a:pt x="898401" y="742157"/>
                </a:lnTo>
                <a:lnTo>
                  <a:pt x="908166" y="742157"/>
                </a:lnTo>
                <a:lnTo>
                  <a:pt x="917931" y="742157"/>
                </a:lnTo>
                <a:lnTo>
                  <a:pt x="927697" y="742157"/>
                </a:lnTo>
                <a:lnTo>
                  <a:pt x="937462" y="742157"/>
                </a:lnTo>
                <a:lnTo>
                  <a:pt x="937462" y="751923"/>
                </a:lnTo>
                <a:lnTo>
                  <a:pt x="937462" y="761688"/>
                </a:lnTo>
                <a:lnTo>
                  <a:pt x="927697" y="761688"/>
                </a:lnTo>
                <a:lnTo>
                  <a:pt x="927697" y="771453"/>
                </a:lnTo>
                <a:close/>
                <a:moveTo>
                  <a:pt x="908166" y="751923"/>
                </a:moveTo>
                <a:lnTo>
                  <a:pt x="908166" y="761688"/>
                </a:lnTo>
                <a:lnTo>
                  <a:pt x="917931" y="761688"/>
                </a:lnTo>
                <a:lnTo>
                  <a:pt x="917931" y="751923"/>
                </a:lnTo>
                <a:close/>
                <a:moveTo>
                  <a:pt x="878871" y="937462"/>
                </a:moveTo>
                <a:lnTo>
                  <a:pt x="878871" y="947227"/>
                </a:lnTo>
                <a:lnTo>
                  <a:pt x="869105" y="947227"/>
                </a:lnTo>
                <a:lnTo>
                  <a:pt x="869105" y="937462"/>
                </a:lnTo>
                <a:close/>
                <a:moveTo>
                  <a:pt x="878871" y="966758"/>
                </a:moveTo>
                <a:lnTo>
                  <a:pt x="869105" y="966758"/>
                </a:lnTo>
                <a:lnTo>
                  <a:pt x="869105" y="956992"/>
                </a:lnTo>
                <a:lnTo>
                  <a:pt x="878871" y="956992"/>
                </a:lnTo>
                <a:close/>
                <a:moveTo>
                  <a:pt x="849575" y="976523"/>
                </a:moveTo>
                <a:lnTo>
                  <a:pt x="849575" y="986288"/>
                </a:lnTo>
                <a:lnTo>
                  <a:pt x="839810" y="986288"/>
                </a:lnTo>
                <a:lnTo>
                  <a:pt x="839810" y="976523"/>
                </a:lnTo>
                <a:close/>
                <a:moveTo>
                  <a:pt x="869105" y="996053"/>
                </a:moveTo>
                <a:lnTo>
                  <a:pt x="878871" y="996053"/>
                </a:lnTo>
                <a:lnTo>
                  <a:pt x="878871" y="1005819"/>
                </a:lnTo>
                <a:lnTo>
                  <a:pt x="878871" y="1015584"/>
                </a:lnTo>
                <a:lnTo>
                  <a:pt x="878871" y="1025349"/>
                </a:lnTo>
                <a:lnTo>
                  <a:pt x="869105" y="1025349"/>
                </a:lnTo>
                <a:lnTo>
                  <a:pt x="869105" y="1015584"/>
                </a:lnTo>
                <a:lnTo>
                  <a:pt x="869105" y="1005819"/>
                </a:lnTo>
                <a:lnTo>
                  <a:pt x="859340" y="1005819"/>
                </a:lnTo>
                <a:lnTo>
                  <a:pt x="849575" y="1005819"/>
                </a:lnTo>
                <a:lnTo>
                  <a:pt x="849575" y="996053"/>
                </a:lnTo>
                <a:lnTo>
                  <a:pt x="859340" y="996053"/>
                </a:lnTo>
                <a:close/>
                <a:moveTo>
                  <a:pt x="859340" y="1054645"/>
                </a:moveTo>
                <a:lnTo>
                  <a:pt x="859340" y="1044879"/>
                </a:lnTo>
                <a:lnTo>
                  <a:pt x="859340" y="1035114"/>
                </a:lnTo>
                <a:lnTo>
                  <a:pt x="859340" y="1025349"/>
                </a:lnTo>
                <a:lnTo>
                  <a:pt x="869105" y="1025349"/>
                </a:lnTo>
                <a:lnTo>
                  <a:pt x="869105" y="1035114"/>
                </a:lnTo>
                <a:lnTo>
                  <a:pt x="869105" y="1044879"/>
                </a:lnTo>
                <a:lnTo>
                  <a:pt x="869105" y="1054645"/>
                </a:lnTo>
                <a:lnTo>
                  <a:pt x="869105" y="1064410"/>
                </a:lnTo>
                <a:lnTo>
                  <a:pt x="859340" y="1064410"/>
                </a:lnTo>
                <a:close/>
                <a:moveTo>
                  <a:pt x="859340" y="1064410"/>
                </a:moveTo>
                <a:lnTo>
                  <a:pt x="859340" y="1074175"/>
                </a:lnTo>
                <a:lnTo>
                  <a:pt x="849575" y="1074175"/>
                </a:lnTo>
                <a:lnTo>
                  <a:pt x="849575" y="1064410"/>
                </a:lnTo>
                <a:close/>
                <a:moveTo>
                  <a:pt x="888636" y="1103471"/>
                </a:moveTo>
                <a:lnTo>
                  <a:pt x="888636" y="1113236"/>
                </a:lnTo>
                <a:lnTo>
                  <a:pt x="878871" y="1113236"/>
                </a:lnTo>
                <a:lnTo>
                  <a:pt x="878871" y="1103471"/>
                </a:lnTo>
                <a:lnTo>
                  <a:pt x="869105" y="1103471"/>
                </a:lnTo>
                <a:lnTo>
                  <a:pt x="869105" y="1093706"/>
                </a:lnTo>
                <a:lnTo>
                  <a:pt x="878871" y="1093706"/>
                </a:lnTo>
                <a:lnTo>
                  <a:pt x="888636" y="1093706"/>
                </a:lnTo>
                <a:lnTo>
                  <a:pt x="888636" y="1083940"/>
                </a:lnTo>
                <a:lnTo>
                  <a:pt x="898401" y="1083940"/>
                </a:lnTo>
                <a:lnTo>
                  <a:pt x="898401" y="1074175"/>
                </a:lnTo>
                <a:lnTo>
                  <a:pt x="908166" y="1074175"/>
                </a:lnTo>
                <a:lnTo>
                  <a:pt x="908166" y="1083940"/>
                </a:lnTo>
                <a:lnTo>
                  <a:pt x="908166" y="1093706"/>
                </a:lnTo>
                <a:lnTo>
                  <a:pt x="908166" y="1103471"/>
                </a:lnTo>
                <a:lnTo>
                  <a:pt x="898401" y="1103471"/>
                </a:lnTo>
                <a:close/>
                <a:moveTo>
                  <a:pt x="869105" y="1083940"/>
                </a:moveTo>
                <a:lnTo>
                  <a:pt x="869105" y="1093706"/>
                </a:lnTo>
                <a:lnTo>
                  <a:pt x="859340" y="1093706"/>
                </a:lnTo>
                <a:lnTo>
                  <a:pt x="859340" y="1083940"/>
                </a:lnTo>
                <a:lnTo>
                  <a:pt x="859340" y="1074175"/>
                </a:lnTo>
                <a:lnTo>
                  <a:pt x="869105" y="1074175"/>
                </a:lnTo>
                <a:close/>
                <a:moveTo>
                  <a:pt x="937462" y="1113236"/>
                </a:moveTo>
                <a:lnTo>
                  <a:pt x="927697" y="1113236"/>
                </a:lnTo>
                <a:lnTo>
                  <a:pt x="917931" y="1113236"/>
                </a:lnTo>
                <a:lnTo>
                  <a:pt x="908166" y="1113236"/>
                </a:lnTo>
                <a:lnTo>
                  <a:pt x="908166" y="1103471"/>
                </a:lnTo>
                <a:lnTo>
                  <a:pt x="917931" y="1103471"/>
                </a:lnTo>
                <a:lnTo>
                  <a:pt x="927697" y="1103471"/>
                </a:lnTo>
                <a:lnTo>
                  <a:pt x="937462" y="1103471"/>
                </a:lnTo>
                <a:close/>
                <a:moveTo>
                  <a:pt x="937462" y="546853"/>
                </a:moveTo>
                <a:lnTo>
                  <a:pt x="937462" y="556618"/>
                </a:lnTo>
                <a:lnTo>
                  <a:pt x="927697" y="556618"/>
                </a:lnTo>
                <a:lnTo>
                  <a:pt x="927697" y="546853"/>
                </a:lnTo>
                <a:close/>
                <a:moveTo>
                  <a:pt x="947227" y="634740"/>
                </a:moveTo>
                <a:lnTo>
                  <a:pt x="947227" y="624975"/>
                </a:lnTo>
                <a:lnTo>
                  <a:pt x="947227" y="615209"/>
                </a:lnTo>
                <a:lnTo>
                  <a:pt x="947227" y="605444"/>
                </a:lnTo>
                <a:lnTo>
                  <a:pt x="947227" y="595679"/>
                </a:lnTo>
                <a:lnTo>
                  <a:pt x="956992" y="595679"/>
                </a:lnTo>
                <a:lnTo>
                  <a:pt x="956992" y="605444"/>
                </a:lnTo>
                <a:lnTo>
                  <a:pt x="956992" y="615209"/>
                </a:lnTo>
                <a:lnTo>
                  <a:pt x="956992" y="624975"/>
                </a:lnTo>
                <a:lnTo>
                  <a:pt x="956992" y="634740"/>
                </a:lnTo>
                <a:lnTo>
                  <a:pt x="956992" y="644505"/>
                </a:lnTo>
                <a:lnTo>
                  <a:pt x="956992" y="654270"/>
                </a:lnTo>
                <a:lnTo>
                  <a:pt x="956992" y="664036"/>
                </a:lnTo>
                <a:lnTo>
                  <a:pt x="947227" y="664036"/>
                </a:lnTo>
                <a:lnTo>
                  <a:pt x="947227" y="654270"/>
                </a:lnTo>
                <a:lnTo>
                  <a:pt x="947227" y="644505"/>
                </a:lnTo>
                <a:close/>
                <a:moveTo>
                  <a:pt x="937462" y="664036"/>
                </a:moveTo>
                <a:lnTo>
                  <a:pt x="937462" y="673801"/>
                </a:lnTo>
                <a:lnTo>
                  <a:pt x="927697" y="673801"/>
                </a:lnTo>
                <a:lnTo>
                  <a:pt x="927697" y="664036"/>
                </a:lnTo>
                <a:lnTo>
                  <a:pt x="917931" y="664036"/>
                </a:lnTo>
                <a:lnTo>
                  <a:pt x="917931" y="654270"/>
                </a:lnTo>
                <a:lnTo>
                  <a:pt x="917931" y="644505"/>
                </a:lnTo>
                <a:lnTo>
                  <a:pt x="927697" y="644505"/>
                </a:lnTo>
                <a:lnTo>
                  <a:pt x="937462" y="644505"/>
                </a:lnTo>
                <a:lnTo>
                  <a:pt x="937462" y="654270"/>
                </a:lnTo>
                <a:close/>
                <a:moveTo>
                  <a:pt x="976523" y="722627"/>
                </a:moveTo>
                <a:lnTo>
                  <a:pt x="966758" y="722627"/>
                </a:lnTo>
                <a:lnTo>
                  <a:pt x="966758" y="712862"/>
                </a:lnTo>
                <a:lnTo>
                  <a:pt x="966758" y="703096"/>
                </a:lnTo>
                <a:lnTo>
                  <a:pt x="956992" y="703096"/>
                </a:lnTo>
                <a:lnTo>
                  <a:pt x="956992" y="693331"/>
                </a:lnTo>
                <a:lnTo>
                  <a:pt x="956992" y="683566"/>
                </a:lnTo>
                <a:lnTo>
                  <a:pt x="956992" y="673801"/>
                </a:lnTo>
                <a:lnTo>
                  <a:pt x="966758" y="673801"/>
                </a:lnTo>
                <a:lnTo>
                  <a:pt x="966758" y="683566"/>
                </a:lnTo>
                <a:lnTo>
                  <a:pt x="966758" y="693331"/>
                </a:lnTo>
                <a:lnTo>
                  <a:pt x="976523" y="693331"/>
                </a:lnTo>
                <a:lnTo>
                  <a:pt x="976523" y="703096"/>
                </a:lnTo>
                <a:lnTo>
                  <a:pt x="976523" y="712862"/>
                </a:lnTo>
                <a:close/>
                <a:moveTo>
                  <a:pt x="947227" y="693331"/>
                </a:moveTo>
                <a:lnTo>
                  <a:pt x="947227" y="703096"/>
                </a:lnTo>
                <a:lnTo>
                  <a:pt x="937462" y="703096"/>
                </a:lnTo>
                <a:lnTo>
                  <a:pt x="937462" y="693331"/>
                </a:lnTo>
                <a:lnTo>
                  <a:pt x="937462" y="683566"/>
                </a:lnTo>
                <a:lnTo>
                  <a:pt x="947227" y="683566"/>
                </a:lnTo>
                <a:close/>
                <a:moveTo>
                  <a:pt x="947227" y="722627"/>
                </a:moveTo>
                <a:lnTo>
                  <a:pt x="937462" y="722627"/>
                </a:lnTo>
                <a:lnTo>
                  <a:pt x="937462" y="712862"/>
                </a:lnTo>
                <a:lnTo>
                  <a:pt x="947227" y="712862"/>
                </a:lnTo>
                <a:close/>
                <a:moveTo>
                  <a:pt x="947227" y="742157"/>
                </a:moveTo>
                <a:lnTo>
                  <a:pt x="947227" y="732392"/>
                </a:lnTo>
                <a:lnTo>
                  <a:pt x="947227" y="722627"/>
                </a:lnTo>
                <a:lnTo>
                  <a:pt x="956992" y="722627"/>
                </a:lnTo>
                <a:lnTo>
                  <a:pt x="956992" y="732392"/>
                </a:lnTo>
                <a:lnTo>
                  <a:pt x="956992" y="742157"/>
                </a:lnTo>
                <a:close/>
                <a:moveTo>
                  <a:pt x="917931" y="732392"/>
                </a:moveTo>
                <a:lnTo>
                  <a:pt x="917931" y="722627"/>
                </a:lnTo>
                <a:lnTo>
                  <a:pt x="927697" y="722627"/>
                </a:lnTo>
                <a:lnTo>
                  <a:pt x="937462" y="722627"/>
                </a:lnTo>
                <a:lnTo>
                  <a:pt x="937462" y="732392"/>
                </a:lnTo>
                <a:lnTo>
                  <a:pt x="927697" y="732392"/>
                </a:lnTo>
                <a:close/>
                <a:moveTo>
                  <a:pt x="966758" y="751923"/>
                </a:moveTo>
                <a:lnTo>
                  <a:pt x="966758" y="761688"/>
                </a:lnTo>
                <a:lnTo>
                  <a:pt x="956992" y="761688"/>
                </a:lnTo>
                <a:lnTo>
                  <a:pt x="956992" y="751923"/>
                </a:lnTo>
                <a:close/>
                <a:moveTo>
                  <a:pt x="976523" y="771453"/>
                </a:moveTo>
                <a:lnTo>
                  <a:pt x="966758" y="771453"/>
                </a:lnTo>
                <a:lnTo>
                  <a:pt x="966758" y="761688"/>
                </a:lnTo>
                <a:lnTo>
                  <a:pt x="976523" y="761688"/>
                </a:lnTo>
                <a:close/>
                <a:moveTo>
                  <a:pt x="947227" y="820279"/>
                </a:moveTo>
                <a:lnTo>
                  <a:pt x="937462" y="820279"/>
                </a:lnTo>
                <a:lnTo>
                  <a:pt x="937462" y="810514"/>
                </a:lnTo>
                <a:lnTo>
                  <a:pt x="937462" y="800749"/>
                </a:lnTo>
                <a:lnTo>
                  <a:pt x="927697" y="800749"/>
                </a:lnTo>
                <a:lnTo>
                  <a:pt x="927697" y="790984"/>
                </a:lnTo>
                <a:lnTo>
                  <a:pt x="927697" y="781218"/>
                </a:lnTo>
                <a:lnTo>
                  <a:pt x="937462" y="781218"/>
                </a:lnTo>
                <a:lnTo>
                  <a:pt x="937462" y="771453"/>
                </a:lnTo>
                <a:lnTo>
                  <a:pt x="947227" y="771453"/>
                </a:lnTo>
                <a:lnTo>
                  <a:pt x="947227" y="781218"/>
                </a:lnTo>
                <a:lnTo>
                  <a:pt x="956992" y="781218"/>
                </a:lnTo>
                <a:lnTo>
                  <a:pt x="956992" y="790984"/>
                </a:lnTo>
                <a:lnTo>
                  <a:pt x="956992" y="800749"/>
                </a:lnTo>
                <a:lnTo>
                  <a:pt x="966758" y="800749"/>
                </a:lnTo>
                <a:lnTo>
                  <a:pt x="966758" y="810514"/>
                </a:lnTo>
                <a:lnTo>
                  <a:pt x="956992" y="810514"/>
                </a:lnTo>
                <a:lnTo>
                  <a:pt x="947227" y="810514"/>
                </a:lnTo>
                <a:close/>
                <a:moveTo>
                  <a:pt x="986288" y="800749"/>
                </a:moveTo>
                <a:lnTo>
                  <a:pt x="976523" y="800749"/>
                </a:lnTo>
                <a:lnTo>
                  <a:pt x="976523" y="790984"/>
                </a:lnTo>
                <a:lnTo>
                  <a:pt x="986288" y="790984"/>
                </a:lnTo>
                <a:close/>
                <a:moveTo>
                  <a:pt x="986288" y="810514"/>
                </a:moveTo>
                <a:lnTo>
                  <a:pt x="986288" y="800749"/>
                </a:lnTo>
                <a:lnTo>
                  <a:pt x="996053" y="800749"/>
                </a:lnTo>
                <a:lnTo>
                  <a:pt x="1005819" y="800749"/>
                </a:lnTo>
                <a:lnTo>
                  <a:pt x="1005819" y="810514"/>
                </a:lnTo>
                <a:lnTo>
                  <a:pt x="996053" y="810514"/>
                </a:lnTo>
                <a:close/>
                <a:moveTo>
                  <a:pt x="1015584" y="820279"/>
                </a:moveTo>
                <a:lnTo>
                  <a:pt x="1015584" y="810514"/>
                </a:lnTo>
                <a:lnTo>
                  <a:pt x="1025349" y="810514"/>
                </a:lnTo>
                <a:lnTo>
                  <a:pt x="1035114" y="810514"/>
                </a:lnTo>
                <a:lnTo>
                  <a:pt x="1035114" y="820279"/>
                </a:lnTo>
                <a:lnTo>
                  <a:pt x="1025349" y="820279"/>
                </a:lnTo>
                <a:close/>
                <a:moveTo>
                  <a:pt x="986288" y="820279"/>
                </a:moveTo>
                <a:lnTo>
                  <a:pt x="996053" y="820279"/>
                </a:lnTo>
                <a:lnTo>
                  <a:pt x="996053" y="830044"/>
                </a:lnTo>
                <a:lnTo>
                  <a:pt x="986288" y="830044"/>
                </a:lnTo>
                <a:lnTo>
                  <a:pt x="976523" y="830044"/>
                </a:lnTo>
                <a:lnTo>
                  <a:pt x="976523" y="820279"/>
                </a:lnTo>
                <a:lnTo>
                  <a:pt x="966758" y="820279"/>
                </a:lnTo>
                <a:lnTo>
                  <a:pt x="966758" y="810514"/>
                </a:lnTo>
                <a:lnTo>
                  <a:pt x="976523" y="810514"/>
                </a:lnTo>
                <a:lnTo>
                  <a:pt x="986288" y="810514"/>
                </a:lnTo>
                <a:close/>
                <a:moveTo>
                  <a:pt x="1035114" y="830044"/>
                </a:moveTo>
                <a:lnTo>
                  <a:pt x="1035114" y="820279"/>
                </a:lnTo>
                <a:lnTo>
                  <a:pt x="1044879" y="820279"/>
                </a:lnTo>
                <a:lnTo>
                  <a:pt x="1044879" y="830044"/>
                </a:lnTo>
                <a:close/>
                <a:moveTo>
                  <a:pt x="1044879" y="849575"/>
                </a:moveTo>
                <a:lnTo>
                  <a:pt x="1044879" y="839810"/>
                </a:lnTo>
                <a:lnTo>
                  <a:pt x="1044879" y="830044"/>
                </a:lnTo>
                <a:lnTo>
                  <a:pt x="1054645" y="830044"/>
                </a:lnTo>
                <a:lnTo>
                  <a:pt x="1054645" y="839810"/>
                </a:lnTo>
                <a:lnTo>
                  <a:pt x="1054645" y="849575"/>
                </a:lnTo>
                <a:close/>
                <a:moveTo>
                  <a:pt x="1015584" y="849575"/>
                </a:moveTo>
                <a:lnTo>
                  <a:pt x="1015584" y="839810"/>
                </a:lnTo>
                <a:lnTo>
                  <a:pt x="1025349" y="839810"/>
                </a:lnTo>
                <a:lnTo>
                  <a:pt x="1025349" y="849575"/>
                </a:lnTo>
                <a:lnTo>
                  <a:pt x="1025349" y="859340"/>
                </a:lnTo>
                <a:lnTo>
                  <a:pt x="1025349" y="869105"/>
                </a:lnTo>
                <a:lnTo>
                  <a:pt x="1015584" y="869105"/>
                </a:lnTo>
                <a:lnTo>
                  <a:pt x="1015584" y="859340"/>
                </a:lnTo>
                <a:close/>
                <a:moveTo>
                  <a:pt x="1054645" y="869105"/>
                </a:moveTo>
                <a:lnTo>
                  <a:pt x="1054645" y="878871"/>
                </a:lnTo>
                <a:lnTo>
                  <a:pt x="1044879" y="878871"/>
                </a:lnTo>
                <a:lnTo>
                  <a:pt x="1044879" y="869105"/>
                </a:lnTo>
                <a:close/>
                <a:moveTo>
                  <a:pt x="1015584" y="898401"/>
                </a:moveTo>
                <a:lnTo>
                  <a:pt x="1005819" y="898401"/>
                </a:lnTo>
                <a:lnTo>
                  <a:pt x="1005819" y="888636"/>
                </a:lnTo>
                <a:lnTo>
                  <a:pt x="1015584" y="888636"/>
                </a:lnTo>
                <a:close/>
                <a:moveTo>
                  <a:pt x="1044879" y="898401"/>
                </a:moveTo>
                <a:lnTo>
                  <a:pt x="1044879" y="908166"/>
                </a:lnTo>
                <a:lnTo>
                  <a:pt x="1035114" y="908166"/>
                </a:lnTo>
                <a:lnTo>
                  <a:pt x="1035114" y="898401"/>
                </a:lnTo>
                <a:close/>
                <a:moveTo>
                  <a:pt x="1035114" y="908166"/>
                </a:moveTo>
                <a:lnTo>
                  <a:pt x="1035114" y="917931"/>
                </a:lnTo>
                <a:lnTo>
                  <a:pt x="1035114" y="927697"/>
                </a:lnTo>
                <a:lnTo>
                  <a:pt x="1035114" y="937462"/>
                </a:lnTo>
                <a:lnTo>
                  <a:pt x="1025349" y="937462"/>
                </a:lnTo>
                <a:lnTo>
                  <a:pt x="1025349" y="927697"/>
                </a:lnTo>
                <a:lnTo>
                  <a:pt x="1025349" y="917931"/>
                </a:lnTo>
                <a:lnTo>
                  <a:pt x="1025349" y="908166"/>
                </a:lnTo>
                <a:close/>
                <a:moveTo>
                  <a:pt x="1025349" y="947227"/>
                </a:moveTo>
                <a:lnTo>
                  <a:pt x="1025349" y="956992"/>
                </a:lnTo>
                <a:lnTo>
                  <a:pt x="1015584" y="956992"/>
                </a:lnTo>
                <a:lnTo>
                  <a:pt x="1015584" y="947227"/>
                </a:lnTo>
                <a:close/>
                <a:moveTo>
                  <a:pt x="976523" y="1005819"/>
                </a:moveTo>
                <a:lnTo>
                  <a:pt x="976523" y="996053"/>
                </a:lnTo>
                <a:lnTo>
                  <a:pt x="976523" y="986288"/>
                </a:lnTo>
                <a:lnTo>
                  <a:pt x="976523" y="976523"/>
                </a:lnTo>
                <a:lnTo>
                  <a:pt x="976523" y="966758"/>
                </a:lnTo>
                <a:lnTo>
                  <a:pt x="986288" y="966758"/>
                </a:lnTo>
                <a:lnTo>
                  <a:pt x="986288" y="976523"/>
                </a:lnTo>
                <a:lnTo>
                  <a:pt x="986288" y="986288"/>
                </a:lnTo>
                <a:lnTo>
                  <a:pt x="986288" y="996053"/>
                </a:lnTo>
                <a:lnTo>
                  <a:pt x="996053" y="996053"/>
                </a:lnTo>
                <a:lnTo>
                  <a:pt x="996053" y="1005819"/>
                </a:lnTo>
                <a:lnTo>
                  <a:pt x="996053" y="1015584"/>
                </a:lnTo>
                <a:lnTo>
                  <a:pt x="986288" y="1015584"/>
                </a:lnTo>
                <a:lnTo>
                  <a:pt x="976523" y="1015584"/>
                </a:lnTo>
                <a:close/>
                <a:moveTo>
                  <a:pt x="1015584" y="966758"/>
                </a:moveTo>
                <a:lnTo>
                  <a:pt x="1015584" y="976523"/>
                </a:lnTo>
                <a:lnTo>
                  <a:pt x="1005819" y="976523"/>
                </a:lnTo>
                <a:lnTo>
                  <a:pt x="1005819" y="966758"/>
                </a:lnTo>
                <a:close/>
                <a:moveTo>
                  <a:pt x="947227" y="976523"/>
                </a:moveTo>
                <a:lnTo>
                  <a:pt x="937462" y="976523"/>
                </a:lnTo>
                <a:lnTo>
                  <a:pt x="937462" y="966758"/>
                </a:lnTo>
                <a:lnTo>
                  <a:pt x="947227" y="966758"/>
                </a:lnTo>
                <a:close/>
                <a:moveTo>
                  <a:pt x="1005819" y="986288"/>
                </a:moveTo>
                <a:lnTo>
                  <a:pt x="1005819" y="996053"/>
                </a:lnTo>
                <a:lnTo>
                  <a:pt x="996053" y="996053"/>
                </a:lnTo>
                <a:lnTo>
                  <a:pt x="996053" y="986288"/>
                </a:lnTo>
                <a:lnTo>
                  <a:pt x="996053" y="976523"/>
                </a:lnTo>
                <a:lnTo>
                  <a:pt x="1005819" y="976523"/>
                </a:lnTo>
                <a:close/>
                <a:moveTo>
                  <a:pt x="986288" y="1044879"/>
                </a:moveTo>
                <a:lnTo>
                  <a:pt x="976523" y="1044879"/>
                </a:lnTo>
                <a:lnTo>
                  <a:pt x="976523" y="1035114"/>
                </a:lnTo>
                <a:lnTo>
                  <a:pt x="976523" y="1025349"/>
                </a:lnTo>
                <a:lnTo>
                  <a:pt x="986288" y="1025349"/>
                </a:lnTo>
                <a:lnTo>
                  <a:pt x="986288" y="1035114"/>
                </a:lnTo>
                <a:close/>
                <a:moveTo>
                  <a:pt x="976523" y="1064410"/>
                </a:moveTo>
                <a:lnTo>
                  <a:pt x="976523" y="1074175"/>
                </a:lnTo>
                <a:lnTo>
                  <a:pt x="966758" y="1074175"/>
                </a:lnTo>
                <a:lnTo>
                  <a:pt x="966758" y="1064410"/>
                </a:lnTo>
                <a:close/>
                <a:moveTo>
                  <a:pt x="956992" y="1083940"/>
                </a:moveTo>
                <a:lnTo>
                  <a:pt x="956992" y="1074175"/>
                </a:lnTo>
                <a:lnTo>
                  <a:pt x="966758" y="1074175"/>
                </a:lnTo>
                <a:lnTo>
                  <a:pt x="966758" y="1083940"/>
                </a:lnTo>
                <a:close/>
                <a:moveTo>
                  <a:pt x="937462" y="1083940"/>
                </a:moveTo>
                <a:lnTo>
                  <a:pt x="947227" y="1083940"/>
                </a:lnTo>
                <a:lnTo>
                  <a:pt x="956992" y="1083940"/>
                </a:lnTo>
                <a:lnTo>
                  <a:pt x="956992" y="1093706"/>
                </a:lnTo>
                <a:lnTo>
                  <a:pt x="947227" y="1093706"/>
                </a:lnTo>
                <a:lnTo>
                  <a:pt x="937462" y="1093706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71" name="Vector 71">
            <a:extLst xmlns:a="http://schemas.openxmlformats.org/drawingml/2006/main">
              <a:ext uri="{FF2B5EF4-FFF2-40B4-BE49-F238E27FC236}">
                <a16:creationId xmlns:a16="http://schemas.microsoft.com/office/drawing/2014/main" id="{C08A94EF-41A3-4BD4-B611-D06B36F7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556" y="8656511"/>
            <a:ext cx="153503" cy="10"/>
          </a:xfrm>
          <a:custGeom xmlns:a="http://schemas.openxmlformats.org/drawingml/2006/main">
            <a:pathLst>
              <a:path w="153503" h="10">
                <a:moveTo>
                  <a:pt x="0" y="0"/>
                </a:moveTo>
                <a:lnTo>
                  <a:pt x="1535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20">
            <a:solidFill>
              <a:srgbClr val="1D2227"/>
            </a:solidFill>
            <a:prstDash val="solid"/>
          </a:ln>
        </p:spPr>
      </p:sp>
      <p:sp>
        <p:nvSpPr>
          <p:cNvPr id="72" name="Text 72: 1 mm">
            <a:extLst xmlns:a="http://schemas.openxmlformats.org/drawingml/2006/main">
              <a:ext uri="{FF2B5EF4-FFF2-40B4-BE49-F238E27FC236}">
                <a16:creationId xmlns:a16="http://schemas.microsoft.com/office/drawing/2014/main" id="{6D224785-13EB-4385-B48F-BE68AF03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8556" y="8508629"/>
            <a:ext cx="279400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mm</a:t>
            </a:r>
          </a:p>
        </p:txBody>
      </p:sp>
      <p:sp>
        <p:nvSpPr>
          <p:cNvPr id="73" name="Text 73: Regional map">
            <a:extLst xmlns:a="http://schemas.openxmlformats.org/drawingml/2006/main">
              <a:ext uri="{FF2B5EF4-FFF2-40B4-BE49-F238E27FC236}">
                <a16:creationId xmlns:a16="http://schemas.microsoft.com/office/drawing/2014/main" id="{5EE726C8-43C8-4C90-892F-14875D65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221" y="7051091"/>
            <a:ext cx="808863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Regional map</a:t>
            </a:r>
          </a:p>
        </p:txBody>
      </p:sp>
      <p:sp>
        <p:nvSpPr>
          <p:cNvPr id="74" name="Vector 74">
            <a:extLst xmlns:a="http://schemas.openxmlformats.org/drawingml/2006/main">
              <a:ext uri="{FF2B5EF4-FFF2-40B4-BE49-F238E27FC236}">
                <a16:creationId xmlns:a16="http://schemas.microsoft.com/office/drawing/2014/main" id="{5ACBCFDF-B13D-48EF-B0DD-A3710CD3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7376160"/>
            <a:ext cx="2619207" cy="1223772"/>
          </a:xfrm>
          <a:custGeom xmlns:a="http://schemas.openxmlformats.org/drawingml/2006/main">
            <a:pathLst>
              <a:path w="2619207" h="1223772">
                <a:moveTo>
                  <a:pt x="0" y="1223772"/>
                </a:moveTo>
                <a:lnTo>
                  <a:pt x="2619207" y="1223772"/>
                </a:lnTo>
                <a:lnTo>
                  <a:pt x="261920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75" name="Vector 75">
            <a:extLst xmlns:a="http://schemas.openxmlformats.org/drawingml/2006/main">
              <a:ext uri="{FF2B5EF4-FFF2-40B4-BE49-F238E27FC236}">
                <a16:creationId xmlns:a16="http://schemas.microsoft.com/office/drawing/2014/main" id="{24977A4B-A454-4878-A6C8-652C551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7376160"/>
            <a:ext cx="10" cy="1223772"/>
          </a:xfrm>
          <a:custGeom xmlns:a="http://schemas.openxmlformats.org/drawingml/2006/main">
            <a:pathLst>
              <a:path w="10" h="1223772">
                <a:moveTo>
                  <a:pt x="0" y="1223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50">
            <a:solidFill>
              <a:srgbClr val="ECEFF2"/>
            </a:solidFill>
            <a:prstDash val="solid"/>
          </a:ln>
        </p:spPr>
      </p:sp>
      <p:sp>
        <p:nvSpPr>
          <p:cNvPr id="76" name="mb658824633 76">
            <a:extLst xmlns:a="http://schemas.openxmlformats.org/drawingml/2006/main">
              <a:ext uri="{FF2B5EF4-FFF2-40B4-BE49-F238E27FC236}">
                <a16:creationId xmlns:a16="http://schemas.microsoft.com/office/drawing/2014/main" id="{1EEF9E94-B9C5-460B-B25B-748AF866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859993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7" name="Text 77: 0">
            <a:extLst xmlns:a="http://schemas.openxmlformats.org/drawingml/2006/main">
              <a:ext uri="{FF2B5EF4-FFF2-40B4-BE49-F238E27FC236}">
                <a16:creationId xmlns:a16="http://schemas.microsoft.com/office/drawing/2014/main" id="{3063512D-5ACC-49EA-9E36-69ADF7F5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4337" y="8671544"/>
            <a:ext cx="81890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8" name="Vector 78">
            <a:extLst xmlns:a="http://schemas.openxmlformats.org/drawingml/2006/main">
              <a:ext uri="{FF2B5EF4-FFF2-40B4-BE49-F238E27FC236}">
                <a16:creationId xmlns:a16="http://schemas.microsoft.com/office/drawing/2014/main" id="{54C8C3DE-28D4-41D7-B0F4-85136FAC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14" y="7376160"/>
            <a:ext cx="10" cy="1223772"/>
          </a:xfrm>
          <a:custGeom xmlns:a="http://schemas.openxmlformats.org/drawingml/2006/main">
            <a:pathLst>
              <a:path w="10" h="1223772">
                <a:moveTo>
                  <a:pt x="0" y="1223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50">
            <a:solidFill>
              <a:srgbClr val="ECEFF2"/>
            </a:solidFill>
            <a:prstDash val="solid"/>
          </a:ln>
        </p:spPr>
      </p:sp>
      <p:sp>
        <p:nvSpPr>
          <p:cNvPr id="79" name="mb658824633 79">
            <a:extLst xmlns:a="http://schemas.openxmlformats.org/drawingml/2006/main">
              <a:ext uri="{FF2B5EF4-FFF2-40B4-BE49-F238E27FC236}">
                <a16:creationId xmlns:a16="http://schemas.microsoft.com/office/drawing/2014/main" id="{9F8C766D-C59D-40B1-A8F6-F8681B8D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414" y="859993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0" name="Text 80: 50">
            <a:extLst xmlns:a="http://schemas.openxmlformats.org/drawingml/2006/main">
              <a:ext uri="{FF2B5EF4-FFF2-40B4-BE49-F238E27FC236}">
                <a16:creationId xmlns:a16="http://schemas.microsoft.com/office/drawing/2014/main" id="{4B318F67-8DA9-4E3C-9780-6578D794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2224" y="8671544"/>
            <a:ext cx="138379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1" name="Vector 81">
            <a:extLst xmlns:a="http://schemas.openxmlformats.org/drawingml/2006/main">
              <a:ext uri="{FF2B5EF4-FFF2-40B4-BE49-F238E27FC236}">
                <a16:creationId xmlns:a16="http://schemas.microsoft.com/office/drawing/2014/main" id="{8DC06BF4-75CA-4548-9054-85E74982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546" y="7376160"/>
            <a:ext cx="10" cy="1223772"/>
          </a:xfrm>
          <a:custGeom xmlns:a="http://schemas.openxmlformats.org/drawingml/2006/main">
            <a:pathLst>
              <a:path w="10" h="1223772">
                <a:moveTo>
                  <a:pt x="0" y="12237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350">
            <a:solidFill>
              <a:srgbClr val="ECEFF2"/>
            </a:solidFill>
            <a:prstDash val="solid"/>
          </a:ln>
        </p:spPr>
      </p:sp>
      <p:sp>
        <p:nvSpPr>
          <p:cNvPr id="82" name="mb658824633 82">
            <a:extLst xmlns:a="http://schemas.openxmlformats.org/drawingml/2006/main">
              <a:ext uri="{FF2B5EF4-FFF2-40B4-BE49-F238E27FC236}">
                <a16:creationId xmlns:a16="http://schemas.microsoft.com/office/drawing/2014/main" id="{CFAC24F2-5E75-4E47-8B37-9E6EA9E8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546" y="8599932"/>
            <a:ext cx="10" cy="44450"/>
          </a:xfrm>
          <a:custGeom xmlns:a="http://schemas.openxmlformats.org/drawingml/2006/main">
            <a:pathLst>
              <a:path w="10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83" name="Text 83: 100">
            <a:extLst xmlns:a="http://schemas.openxmlformats.org/drawingml/2006/main">
              <a:ext uri="{FF2B5EF4-FFF2-40B4-BE49-F238E27FC236}">
                <a16:creationId xmlns:a16="http://schemas.microsoft.com/office/drawing/2014/main" id="{11DA7AB0-D1D7-4E44-AE1D-8CCE3E8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0111" y="8671544"/>
            <a:ext cx="194869" cy="13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84" name="Text 84: Positive association">
            <a:extLst xmlns:a="http://schemas.openxmlformats.org/drawingml/2006/main">
              <a:ext uri="{FF2B5EF4-FFF2-40B4-BE49-F238E27FC236}">
                <a16:creationId xmlns:a16="http://schemas.microsoft.com/office/drawing/2014/main" id="{BBE85AD2-B169-4F55-8C83-762D539E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1763" y="7565239"/>
            <a:ext cx="1029068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Positive association</a:t>
            </a:r>
          </a:p>
        </p:txBody>
      </p:sp>
      <p:sp>
        <p:nvSpPr>
          <p:cNvPr id="85" name="Text 85: Negative association">
            <a:extLst xmlns:a="http://schemas.openxmlformats.org/drawingml/2006/main">
              <a:ext uri="{FF2B5EF4-FFF2-40B4-BE49-F238E27FC236}">
                <a16:creationId xmlns:a16="http://schemas.microsoft.com/office/drawing/2014/main" id="{7A7B8CFA-02F9-4AB1-959B-72378C2F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0900" y="7925172"/>
            <a:ext cx="1079932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Negative association</a:t>
            </a:r>
          </a:p>
        </p:txBody>
      </p:sp>
      <p:sp>
        <p:nvSpPr>
          <p:cNvPr id="86" name="Text 86: Not significant">
            <a:extLst xmlns:a="http://schemas.openxmlformats.org/drawingml/2006/main">
              <a:ext uri="{FF2B5EF4-FFF2-40B4-BE49-F238E27FC236}">
                <a16:creationId xmlns:a16="http://schemas.microsoft.com/office/drawing/2014/main" id="{632F6918-78C8-4195-8F35-0132AD69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7628" y="8285105"/>
            <a:ext cx="743204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 significant</a:t>
            </a:r>
          </a:p>
        </p:txBody>
      </p:sp>
      <p:sp>
        <p:nvSpPr>
          <p:cNvPr id="87" name="Vector 87">
            <a:extLst xmlns:a="http://schemas.openxmlformats.org/drawingml/2006/main">
              <a:ext uri="{FF2B5EF4-FFF2-40B4-BE49-F238E27FC236}">
                <a16:creationId xmlns:a16="http://schemas.microsoft.com/office/drawing/2014/main" id="{C6C99F11-024F-43E1-A65C-408906BB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7541729"/>
            <a:ext cx="791483" cy="172768"/>
          </a:xfrm>
          <a:custGeom xmlns:a="http://schemas.openxmlformats.org/drawingml/2006/main">
            <a:pathLst>
              <a:path w="791483" h="172768">
                <a:moveTo>
                  <a:pt x="0" y="172768"/>
                </a:moveTo>
                <a:lnTo>
                  <a:pt x="791483" y="172768"/>
                </a:lnTo>
                <a:lnTo>
                  <a:pt x="79148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C5946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88" name="Vector 88">
            <a:extLst xmlns:a="http://schemas.openxmlformats.org/drawingml/2006/main">
              <a:ext uri="{FF2B5EF4-FFF2-40B4-BE49-F238E27FC236}">
                <a16:creationId xmlns:a16="http://schemas.microsoft.com/office/drawing/2014/main" id="{98B6FB2A-37A4-4F77-982F-1EBFBA94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7901662"/>
            <a:ext cx="706160" cy="172768"/>
          </a:xfrm>
          <a:custGeom xmlns:a="http://schemas.openxmlformats.org/drawingml/2006/main">
            <a:pathLst>
              <a:path w="706160" h="172768">
                <a:moveTo>
                  <a:pt x="0" y="172768"/>
                </a:moveTo>
                <a:lnTo>
                  <a:pt x="706160" y="172768"/>
                </a:lnTo>
                <a:lnTo>
                  <a:pt x="70616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478A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89" name="Vector 89">
            <a:extLst xmlns:a="http://schemas.openxmlformats.org/drawingml/2006/main">
              <a:ext uri="{FF2B5EF4-FFF2-40B4-BE49-F238E27FC236}">
                <a16:creationId xmlns:a16="http://schemas.microsoft.com/office/drawing/2014/main" id="{9635DB9E-278A-4AE4-96B0-F483EAFE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8261595"/>
            <a:ext cx="614621" cy="172768"/>
          </a:xfrm>
          <a:custGeom xmlns:a="http://schemas.openxmlformats.org/drawingml/2006/main">
            <a:pathLst>
              <a:path w="614621" h="172768">
                <a:moveTo>
                  <a:pt x="0" y="172768"/>
                </a:moveTo>
                <a:lnTo>
                  <a:pt x="614621" y="172768"/>
                </a:lnTo>
                <a:lnTo>
                  <a:pt x="61462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ABEC3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90" name="Vector 90">
            <a:extLst xmlns:a="http://schemas.openxmlformats.org/drawingml/2006/main">
              <a:ext uri="{FF2B5EF4-FFF2-40B4-BE49-F238E27FC236}">
                <a16:creationId xmlns:a16="http://schemas.microsoft.com/office/drawing/2014/main" id="{638609B5-24CB-4E1E-9E92-62564312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282" y="8599932"/>
            <a:ext cx="2619207" cy="10"/>
          </a:xfrm>
          <a:custGeom xmlns:a="http://schemas.openxmlformats.org/drawingml/2006/main">
            <a:pathLst>
              <a:path w="2619207" h="10">
                <a:moveTo>
                  <a:pt x="0" y="0"/>
                </a:moveTo>
                <a:lnTo>
                  <a:pt x="26192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1" name="Text 91: 37.5%">
            <a:extLst xmlns:a="http://schemas.openxmlformats.org/drawingml/2006/main">
              <a:ext uri="{FF2B5EF4-FFF2-40B4-BE49-F238E27FC236}">
                <a16:creationId xmlns:a16="http://schemas.microsoft.com/office/drawing/2014/main" id="{4C0F1309-24E3-4FDD-9619-57F1FBC3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9010" y="7553354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37.5%</a:t>
            </a:r>
          </a:p>
        </p:txBody>
      </p:sp>
      <p:sp>
        <p:nvSpPr>
          <p:cNvPr id="92" name="Text 92: 33.4%">
            <a:extLst xmlns:a="http://schemas.openxmlformats.org/drawingml/2006/main">
              <a:ext uri="{FF2B5EF4-FFF2-40B4-BE49-F238E27FC236}">
                <a16:creationId xmlns:a16="http://schemas.microsoft.com/office/drawing/2014/main" id="{462734A6-CB05-4D84-8723-DDF97576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3687" y="7913287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33.4%</a:t>
            </a:r>
          </a:p>
        </p:txBody>
      </p:sp>
      <p:sp>
        <p:nvSpPr>
          <p:cNvPr id="93" name="Text 93: 29.1%">
            <a:extLst xmlns:a="http://schemas.openxmlformats.org/drawingml/2006/main">
              <a:ext uri="{FF2B5EF4-FFF2-40B4-BE49-F238E27FC236}">
                <a16:creationId xmlns:a16="http://schemas.microsoft.com/office/drawing/2014/main" id="{21F51A13-DE19-401E-9A0E-D109E3D7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2148" y="8273220"/>
            <a:ext cx="34944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29.1%</a:t>
            </a:r>
          </a:p>
        </p:txBody>
      </p:sp>
      <p:sp>
        <p:nvSpPr>
          <p:cNvPr id="94" name="Text 94: Covered area (%)">
            <a:extLst xmlns:a="http://schemas.openxmlformats.org/drawingml/2006/main">
              <a:ext uri="{FF2B5EF4-FFF2-40B4-BE49-F238E27FC236}">
                <a16:creationId xmlns:a16="http://schemas.microsoft.com/office/drawing/2014/main" id="{5BE987C6-AF27-4964-B9D2-5EEA075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1107" y="7181850"/>
            <a:ext cx="1027557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Covered area (%)</a:t>
            </a:r>
          </a:p>
        </p:txBody>
      </p:sp>
      <p:sp>
        <p:nvSpPr>
          <p:cNvPr id="95" name="Text 95: Figure 4 | Public TCGA demonstration of the manuscript spatial layout">
            <a:extLst xmlns:a="http://schemas.openxmlformats.org/drawingml/2006/main">
              <a:ext uri="{FF2B5EF4-FFF2-40B4-BE49-F238E27FC236}">
                <a16:creationId xmlns:a16="http://schemas.microsoft.com/office/drawing/2014/main" id="{64B73843-8F7A-4D1B-8A4D-96E3BDC7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048" y="265960"/>
            <a:ext cx="7235903" cy="280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 4 | Public TCGA demonstration of the manuscript spatial layout</a:t>
            </a:r>
          </a:p>
        </p:txBody>
      </p:sp>
      <p:sp>
        <p:nvSpPr>
          <p:cNvPr id="96" name="Text 96: H&amp;E, standalone regional map and area percentages. Clinical case categories are unavailable for these public slides.">
            <a:extLst xmlns:a="http://schemas.openxmlformats.org/drawingml/2006/main">
              <a:ext uri="{FF2B5EF4-FFF2-40B4-BE49-F238E27FC236}">
                <a16:creationId xmlns:a16="http://schemas.microsoft.com/office/drawing/2014/main" id="{B225F6F9-9C7C-47C6-876A-00392F49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048" y="630025"/>
            <a:ext cx="7269823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H&amp;E, standalone regional map and area percentages. Clinical case categories are unavailable for these public slides.</a:t>
            </a:r>
          </a:p>
        </p:txBody>
      </p:sp>
      <p:sp>
        <p:nvSpPr>
          <p:cNvPr id="97" name="Text 97: TCGA-V5-AASV | Public TCGA ESCC">
            <a:extLst xmlns:a="http://schemas.openxmlformats.org/drawingml/2006/main">
              <a:ext uri="{FF2B5EF4-FFF2-40B4-BE49-F238E27FC236}">
                <a16:creationId xmlns:a16="http://schemas.microsoft.com/office/drawing/2014/main" id="{3D3FA904-9D73-433D-9DF7-E3AA0E26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056" y="1332619"/>
            <a:ext cx="2692921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TCGA-V5-AASV | Public TCGA ESCC</a:t>
            </a:r>
          </a:p>
        </p:txBody>
      </p:sp>
      <p:sp>
        <p:nvSpPr>
          <p:cNvPr id="98" name="Text 98: 2,577 all segmented tissue patches; illustrative coefficients; no clinical B/NB assignment">
            <a:extLst xmlns:a="http://schemas.openxmlformats.org/drawingml/2006/main">
              <a:ext uri="{FF2B5EF4-FFF2-40B4-BE49-F238E27FC236}">
                <a16:creationId xmlns:a16="http://schemas.microsoft.com/office/drawing/2014/main" id="{59CD546C-1402-4C5F-88B4-0812E36A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056" y="1589895"/>
            <a:ext cx="44722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045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0454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0454C"/>
                </a:solidFill>
                <a:latin typeface="Arial"/>
                <a:ea typeface="Arial"/>
                <a:cs typeface="Arial"/>
              </a:rPr>
              <a:t>2,577 all segmented tissue patches; illustrative coefficients; no clinical B/NB assignment</a:t>
            </a:r>
          </a:p>
        </p:txBody>
      </p:sp>
      <p:sp>
        <p:nvSpPr>
          <p:cNvPr id="99" name="Text 99: TCGA-V5-A7RC | Public TCGA ESCC">
            <a:extLst xmlns:a="http://schemas.openxmlformats.org/drawingml/2006/main">
              <a:ext uri="{FF2B5EF4-FFF2-40B4-BE49-F238E27FC236}">
                <a16:creationId xmlns:a16="http://schemas.microsoft.com/office/drawing/2014/main" id="{E02636A7-200D-446A-82D7-85BA26FA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056" y="3914275"/>
            <a:ext cx="2684387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TCGA-V5-A7RC | Public TCGA ESCC</a:t>
            </a:r>
          </a:p>
        </p:txBody>
      </p:sp>
      <p:sp>
        <p:nvSpPr>
          <p:cNvPr id="100" name="Text 100: 4,127 all segmented tissue patches; illustrative coefficients; no clinical B/NB assignment">
            <a:extLst xmlns:a="http://schemas.openxmlformats.org/drawingml/2006/main">
              <a:ext uri="{FF2B5EF4-FFF2-40B4-BE49-F238E27FC236}">
                <a16:creationId xmlns:a16="http://schemas.microsoft.com/office/drawing/2014/main" id="{29F3C5EB-8AC9-4118-B930-3B90972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056" y="4171551"/>
            <a:ext cx="44722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045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0454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0454C"/>
                </a:solidFill>
                <a:latin typeface="Arial"/>
                <a:ea typeface="Arial"/>
                <a:cs typeface="Arial"/>
              </a:rPr>
              <a:t>4,127 all segmented tissue patches; illustrative coefficients; no clinical B/NB assignment</a:t>
            </a:r>
          </a:p>
        </p:txBody>
      </p:sp>
      <p:sp>
        <p:nvSpPr>
          <p:cNvPr id="101" name="Text 101: TCGA-LN-A49S | Public TCGA ESCC">
            <a:extLst xmlns:a="http://schemas.openxmlformats.org/drawingml/2006/main">
              <a:ext uri="{FF2B5EF4-FFF2-40B4-BE49-F238E27FC236}">
                <a16:creationId xmlns:a16="http://schemas.microsoft.com/office/drawing/2014/main" id="{8B20C8DF-A245-4AA3-B822-D76C5758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056" y="6495931"/>
            <a:ext cx="2667471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TCGA-LN-A49S | Public TCGA ESCC</a:t>
            </a:r>
          </a:p>
        </p:txBody>
      </p:sp>
      <p:sp>
        <p:nvSpPr>
          <p:cNvPr id="102" name="Text 102: 9,556 all segmented tissue patches; illustrative coefficients; no clinical B/NB assignment">
            <a:extLst xmlns:a="http://schemas.openxmlformats.org/drawingml/2006/main">
              <a:ext uri="{FF2B5EF4-FFF2-40B4-BE49-F238E27FC236}">
                <a16:creationId xmlns:a16="http://schemas.microsoft.com/office/drawing/2014/main" id="{934774A7-173F-435E-8E1E-2F4AFE86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056" y="6753207"/>
            <a:ext cx="4472209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4045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40454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0454C"/>
                </a:solidFill>
                <a:latin typeface="Arial"/>
                <a:ea typeface="Arial"/>
                <a:cs typeface="Arial"/>
              </a:rPr>
              <a:t>9,556 all segmented tissue patches; illustrative coefficients; no clinical B/NB assignment</a:t>
            </a:r>
          </a:p>
        </p:txBody>
      </p:sp>
      <p:sp>
        <p:nvSpPr>
          <p:cNvPr id="103" name="Text 103: Area denominator: unique patch-covered area; overlap counted once. White: uncovered. Gray: not significant / not estimable.">
            <a:extLst xmlns:a="http://schemas.openxmlformats.org/drawingml/2006/main">
              <a:ext uri="{FF2B5EF4-FFF2-40B4-BE49-F238E27FC236}">
                <a16:creationId xmlns:a16="http://schemas.microsoft.com/office/drawing/2014/main" id="{61C657ED-C64E-4555-9059-1D24258F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056" y="9308363"/>
            <a:ext cx="634676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Area denominator: unique patch-covered area; overlap counted once. White: uncovered. Gray: not significant / not estimable.</a:t>
            </a:r>
          </a:p>
        </p:txBody>
      </p:sp>
      <p:sp>
        <p:nvSpPr>
          <p:cNvPr id="104" name="Text 104: Directions are relative to C15. These are regional interaction associations, not local B/NB labels or verified treatment effects.">
            <a:extLst xmlns:a="http://schemas.openxmlformats.org/drawingml/2006/main">
              <a:ext uri="{FF2B5EF4-FFF2-40B4-BE49-F238E27FC236}">
                <a16:creationId xmlns:a16="http://schemas.microsoft.com/office/drawing/2014/main" id="{42CCA372-A8C4-43E0-A1EF-BC8B5637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056" y="9519590"/>
            <a:ext cx="6301663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Directions are relative to C15. These are regional interaction associations, not local B/NB labels or verified treatment effects.</a:t>
            </a:r>
          </a:p>
        </p:txBody>
      </p:sp>
      <p:sp>
        <p:nvSpPr>
          <p:cNvPr id="105" name="Text 105: Coefficients and uncertainty are artificially specified for visualization only. TCGA cluster identities do not match the paper model.">
            <a:extLst xmlns:a="http://schemas.openxmlformats.org/drawingml/2006/main">
              <a:ext uri="{FF2B5EF4-FFF2-40B4-BE49-F238E27FC236}">
                <a16:creationId xmlns:a16="http://schemas.microsoft.com/office/drawing/2014/main" id="{BF12B3D3-CC33-4818-B989-0C34F043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056" y="9730816"/>
            <a:ext cx="6491971" cy="148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A331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3312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33122"/>
                </a:solidFill>
                <a:latin typeface="Arial"/>
                <a:ea typeface="Arial"/>
                <a:cs typeface="Arial"/>
              </a:rPr>
              <a:t>Coefficients and uncertainty are artificially specified for visualization only. TCGA cluster identities do not match the paper model.</a:t>
            </a:r>
          </a:p>
        </p:txBody>
      </p:sp>
    </p:spTree>
    <p:extLst>
      <p:ext uri="{BB962C8B-B14F-4D97-AF65-F5344CB8AC3E}">
        <p14:creationId xmlns:p14="http://schemas.microsoft.com/office/powerpoint/2010/main" val="181089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2026-10-09T03:53:05.1910000Z</dcterms:created>
  <dcterms:modified xsi:type="dcterms:W3CDTF">2026-10-09T03:53:05.1910000Z</dcterms:modified>
</coreProperties>
</file>